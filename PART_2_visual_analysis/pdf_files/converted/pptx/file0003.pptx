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'1.0' encoding='UTF-8' standalone='yes'?><Relationships xmlns='http://schemas.openxmlformats.org/package/2006/relationships'><Relationship Id='rId3' Type='http://schemas.openxmlformats.org/officeDocument/2006/relationships/extended-properties' Target='docProps/app.xml'/><Relationship Id='rId2' Type='http://schemas.openxmlformats.org/package/2006/relationships/metadata/core-properties' Target='docProps/core.xml'/><Relationship Id='rId1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&#65279;<?xml version="1.0"?><Relationships xmlns='http://schemas.openxmlformats.org/package/2006/relationships'><Relationship Id='rId1' Type='http://schemas.openxmlformats.org/officeDocument/2006/relationships/slideMaster' Target='slideMasters/slideMaster1.xml'/><Relationship Id='rId2' Type='http://schemas.openxmlformats.org/officeDocument/2006/relationships/theme' Target='theme/theme1.xml'/><Relationship Id='rId3' Type='http://schemas.openxmlformats.org/officeDocument/2006/relationships/viewProps' Target='viewProps.xml'/><Relationship Id='rId4' Type='http://schemas.openxmlformats.org/officeDocument/2006/relationships/presProps' Target='presProps.xml'/><Relationship Id='rId5' Type='http://schemas.openxmlformats.org/officeDocument/2006/relationships/tableStyles' Target='tableStyles.xml'/><Relationship Id='rId6' Type='http://schemas.openxmlformats.org/officeDocument/2006/relationships/slide' Target='slides/slide1.xml'/><Relationship Id='rId7' Type='http://schemas.openxmlformats.org/officeDocument/2006/relationships/slide' Target='slides/slide2.xml'/><Relationship Id='rId8' Type='http://schemas.openxmlformats.org/officeDocument/2006/relationships/slide' Target='slides/slide3.xml'/><Relationship Id='rId9' Type='http://schemas.openxmlformats.org/officeDocument/2006/relationships/slide' Target='slides/slide4.xml'/><Relationship Id='rId10' Type='http://schemas.openxmlformats.org/officeDocument/2006/relationships/slide' Target='slides/slide5.xml'/></Relationships>
</file>

<file path=ppt/slideLayouts/_rels/slideLayout1.xml.rels>&#65279;<?xml version='1.0' encoding='UTF-8'?><Relationships xmlns='http://schemas.openxmlformats.org/package/2006/relationships'><Relationship Id='rId1' Type='http://schemas.openxmlformats.org/officeDocument/2006/relationships/slideMaster' Target='../slideMasters/slideMaster1.xml'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'1.0' encoding='UTF-8' standalone='yes'?><Relationships xmlns='http://schemas.openxmlformats.org/package/2006/relationships'><Relationship Id='rId2' Type='http://schemas.openxmlformats.org/officeDocument/2006/relationships/theme' Target='../theme/theme1.xml'/><Relationship Id='rId1' Type='http://schemas.openxmlformats.org/officeDocument/2006/relationships/slideLayout' Target='../slideLayouts/slideLayout1.xml'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?><Relationships xmlns='http://schemas.openxmlformats.org/package/2006/relationships'><Relationship Id='rId1' Type='http://schemas.openxmlformats.org/officeDocument/2006/relationships/slideLayout' Target='../slideLayouts/slideLayout1.xml'/></Relationships>
</file>

<file path=ppt/slides/_rels/slide2.xml.rels>&#65279;<?xml version="1.0"?><Relationships xmlns='http://schemas.openxmlformats.org/package/2006/relationships'><Relationship Id='rId1' Type='http://schemas.openxmlformats.org/officeDocument/2006/relationships/slideLayout' Target='../slideLayouts/slideLayout1.xml'/></Relationships>
</file>

<file path=ppt/slides/_rels/slide3.xml.rels>&#65279;<?xml version="1.0"?><Relationships xmlns='http://schemas.openxmlformats.org/package/2006/relationships'><Relationship Id='rId1' Type='http://schemas.openxmlformats.org/officeDocument/2006/relationships/slideLayout' Target='../slideLayouts/slideLayout1.xml'/></Relationships>
</file>

<file path=ppt/slides/_rels/slide4.xml.rels>&#65279;<?xml version="1.0"?><Relationships xmlns='http://schemas.openxmlformats.org/package/2006/relationships'><Relationship Id='rId1' Type='http://schemas.openxmlformats.org/officeDocument/2006/relationships/slideLayout' Target='../slideLayouts/slideLayout1.xml'/></Relationships>
</file>

<file path=ppt/slides/_rels/slide5.xml.rels>&#65279;<?xml version="1.0"?><Relationships xmlns='http://schemas.openxmlformats.org/package/2006/relationships'><Relationship Id='rId1' Type='http://schemas.openxmlformats.org/officeDocument/2006/relationships/slideLayout' Target='../slideLayouts/slideLayout1.xm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2"/>
          <p:cNvGrpSpPr/>
          <p:nvPr/>
        </p:nvGrpSpPr>
        <p:grpSpPr>
          <a:xfrm>
            <a:off x="0" y="6420079"/>
            <a:ext cx="7772400" cy="215163"/>
            <a:chOff x="0" y="0"/>
            <a:chExt cx="7772400" cy="215163"/>
          </a:xfrm>
        </p:grpSpPr>
        <p:sp>
          <p:nvSpPr>
            <p:cNvPr id="3" name="shape 3"/>
            <p:cNvSpPr/>
            <p:nvPr/>
          </p:nvSpPr>
          <p:spPr>
            <a:xfrm>
              <a:off x="0" y="202463"/>
              <a:ext cx="125842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4" name="shape 4"/>
            <p:cNvSpPr/>
            <p:nvPr/>
          </p:nvSpPr>
          <p:spPr>
            <a:xfrm>
              <a:off x="176807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5" name="shape 5"/>
            <p:cNvSpPr/>
            <p:nvPr/>
          </p:nvSpPr>
          <p:spPr>
            <a:xfrm>
              <a:off x="354937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6" name="shape 6"/>
            <p:cNvSpPr/>
            <p:nvPr/>
          </p:nvSpPr>
          <p:spPr>
            <a:xfrm>
              <a:off x="533067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7" name="shape 7"/>
            <p:cNvSpPr/>
            <p:nvPr/>
          </p:nvSpPr>
          <p:spPr>
            <a:xfrm>
              <a:off x="711197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8" name="shape 8"/>
            <p:cNvSpPr/>
            <p:nvPr/>
          </p:nvSpPr>
          <p:spPr>
            <a:xfrm>
              <a:off x="889327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9" name="shape 9"/>
            <p:cNvSpPr/>
            <p:nvPr/>
          </p:nvSpPr>
          <p:spPr>
            <a:xfrm>
              <a:off x="1067458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10" name="shape 10"/>
            <p:cNvSpPr/>
            <p:nvPr/>
          </p:nvSpPr>
          <p:spPr>
            <a:xfrm>
              <a:off x="1245588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11" name="shape 11"/>
            <p:cNvSpPr/>
            <p:nvPr/>
          </p:nvSpPr>
          <p:spPr>
            <a:xfrm>
              <a:off x="1423718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12" name="shape 12"/>
            <p:cNvSpPr/>
            <p:nvPr/>
          </p:nvSpPr>
          <p:spPr>
            <a:xfrm>
              <a:off x="1601848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13" name="shape 13"/>
            <p:cNvSpPr/>
            <p:nvPr/>
          </p:nvSpPr>
          <p:spPr>
            <a:xfrm>
              <a:off x="1779978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14" name="shape 14"/>
            <p:cNvSpPr/>
            <p:nvPr/>
          </p:nvSpPr>
          <p:spPr>
            <a:xfrm>
              <a:off x="1958109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15" name="shape 15"/>
            <p:cNvSpPr/>
            <p:nvPr/>
          </p:nvSpPr>
          <p:spPr>
            <a:xfrm>
              <a:off x="2136239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16" name="shape 16"/>
            <p:cNvSpPr/>
            <p:nvPr/>
          </p:nvSpPr>
          <p:spPr>
            <a:xfrm>
              <a:off x="2314369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17" name="shape 17"/>
            <p:cNvSpPr/>
            <p:nvPr/>
          </p:nvSpPr>
          <p:spPr>
            <a:xfrm>
              <a:off x="2492499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18" name="shape 18"/>
            <p:cNvSpPr/>
            <p:nvPr/>
          </p:nvSpPr>
          <p:spPr>
            <a:xfrm>
              <a:off x="2670630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19" name="shape 19"/>
            <p:cNvSpPr/>
            <p:nvPr/>
          </p:nvSpPr>
          <p:spPr>
            <a:xfrm>
              <a:off x="2848760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20" name="shape 20"/>
            <p:cNvSpPr/>
            <p:nvPr/>
          </p:nvSpPr>
          <p:spPr>
            <a:xfrm>
              <a:off x="3026890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21" name="shape 21"/>
            <p:cNvSpPr/>
            <p:nvPr/>
          </p:nvSpPr>
          <p:spPr>
            <a:xfrm>
              <a:off x="3205020" y="202463"/>
              <a:ext cx="127165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22" name="shape 22"/>
            <p:cNvSpPr/>
            <p:nvPr/>
          </p:nvSpPr>
          <p:spPr>
            <a:xfrm>
              <a:off x="3383150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23" name="shape 23"/>
            <p:cNvSpPr/>
            <p:nvPr/>
          </p:nvSpPr>
          <p:spPr>
            <a:xfrm>
              <a:off x="3561280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24" name="shape 24"/>
            <p:cNvSpPr/>
            <p:nvPr/>
          </p:nvSpPr>
          <p:spPr>
            <a:xfrm>
              <a:off x="3739411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25" name="shape 25"/>
            <p:cNvSpPr/>
            <p:nvPr/>
          </p:nvSpPr>
          <p:spPr>
            <a:xfrm>
              <a:off x="3917541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26" name="shape 26"/>
            <p:cNvSpPr/>
            <p:nvPr/>
          </p:nvSpPr>
          <p:spPr>
            <a:xfrm>
              <a:off x="4095671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27" name="shape 27"/>
            <p:cNvSpPr/>
            <p:nvPr/>
          </p:nvSpPr>
          <p:spPr>
            <a:xfrm>
              <a:off x="4273801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28" name="shape 28"/>
            <p:cNvSpPr/>
            <p:nvPr/>
          </p:nvSpPr>
          <p:spPr>
            <a:xfrm>
              <a:off x="4451932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29" name="shape 29"/>
            <p:cNvSpPr/>
            <p:nvPr/>
          </p:nvSpPr>
          <p:spPr>
            <a:xfrm>
              <a:off x="4630062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30" name="shape 30"/>
            <p:cNvSpPr/>
            <p:nvPr/>
          </p:nvSpPr>
          <p:spPr>
            <a:xfrm>
              <a:off x="4808192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31" name="shape 31"/>
            <p:cNvSpPr/>
            <p:nvPr/>
          </p:nvSpPr>
          <p:spPr>
            <a:xfrm>
              <a:off x="4986322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32" name="shape 32"/>
            <p:cNvSpPr/>
            <p:nvPr/>
          </p:nvSpPr>
          <p:spPr>
            <a:xfrm>
              <a:off x="5164452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33" name="shape 33"/>
            <p:cNvSpPr/>
            <p:nvPr/>
          </p:nvSpPr>
          <p:spPr>
            <a:xfrm>
              <a:off x="5342583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34" name="shape 34"/>
            <p:cNvSpPr/>
            <p:nvPr/>
          </p:nvSpPr>
          <p:spPr>
            <a:xfrm>
              <a:off x="5520713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35" name="shape 35"/>
            <p:cNvSpPr/>
            <p:nvPr/>
          </p:nvSpPr>
          <p:spPr>
            <a:xfrm>
              <a:off x="5698843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36" name="shape 36"/>
            <p:cNvSpPr/>
            <p:nvPr/>
          </p:nvSpPr>
          <p:spPr>
            <a:xfrm>
              <a:off x="5876973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37" name="shape 37"/>
            <p:cNvSpPr/>
            <p:nvPr/>
          </p:nvSpPr>
          <p:spPr>
            <a:xfrm>
              <a:off x="6055104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38" name="shape 38"/>
            <p:cNvSpPr/>
            <p:nvPr/>
          </p:nvSpPr>
          <p:spPr>
            <a:xfrm>
              <a:off x="6233234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39" name="shape 39"/>
            <p:cNvSpPr/>
            <p:nvPr/>
          </p:nvSpPr>
          <p:spPr>
            <a:xfrm>
              <a:off x="6411364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40" name="shape 40"/>
            <p:cNvSpPr/>
            <p:nvPr/>
          </p:nvSpPr>
          <p:spPr>
            <a:xfrm>
              <a:off x="6589494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41" name="shape 41"/>
            <p:cNvSpPr/>
            <p:nvPr/>
          </p:nvSpPr>
          <p:spPr>
            <a:xfrm>
              <a:off x="6767624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42" name="shape 42"/>
            <p:cNvSpPr/>
            <p:nvPr/>
          </p:nvSpPr>
          <p:spPr>
            <a:xfrm>
              <a:off x="6945755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43" name="shape 43"/>
            <p:cNvSpPr/>
            <p:nvPr/>
          </p:nvSpPr>
          <p:spPr>
            <a:xfrm>
              <a:off x="7123885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44" name="shape 44"/>
            <p:cNvSpPr/>
            <p:nvPr/>
          </p:nvSpPr>
          <p:spPr>
            <a:xfrm>
              <a:off x="7302015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45" name="shape 45"/>
            <p:cNvSpPr/>
            <p:nvPr/>
          </p:nvSpPr>
          <p:spPr>
            <a:xfrm>
              <a:off x="7480145" y="202463"/>
              <a:ext cx="127166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46" name="shape 46"/>
            <p:cNvSpPr/>
            <p:nvPr/>
          </p:nvSpPr>
          <p:spPr>
            <a:xfrm>
              <a:off x="7658275" y="202463"/>
              <a:ext cx="114125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47" name="shape 47"/>
            <p:cNvSpPr/>
            <p:nvPr/>
          </p:nvSpPr>
          <p:spPr>
            <a:xfrm>
              <a:off x="1621612" y="0"/>
              <a:ext cx="333122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48" name="shape 48"/>
            <p:cNvSpPr/>
            <p:nvPr/>
          </p:nvSpPr>
          <p:spPr>
            <a:xfrm>
              <a:off x="5888177" y="0"/>
              <a:ext cx="332995" cy="12700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id="49" name="shape 49"/>
            <p:cNvSpPr/>
            <p:nvPr/>
          </p:nvSpPr>
          <p:spPr>
            <a:xfrm>
              <a:off x="1618437" y="6984"/>
              <a:ext cx="12701" cy="93346"/>
            </a:xfrm>
            <a:custGeom>
              <a:pathLst>
                <a:path w="12700" h="93345">
                  <a:moveTo>
                    <a:pt x="6350" y="93345"/>
                  </a:moveTo>
                  <a:lnTo>
                    <a:pt x="635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 lim="4"/>
            </a:ln>
          </p:spPr>
        </p:sp>
        <p:sp>
          <p:nvSpPr>
            <p:cNvPr id="50" name="shape 50"/>
            <p:cNvSpPr/>
            <p:nvPr/>
          </p:nvSpPr>
          <p:spPr>
            <a:xfrm>
              <a:off x="6209868" y="6984"/>
              <a:ext cx="12700" cy="93346"/>
            </a:xfrm>
            <a:custGeom>
              <a:pathLst>
                <a:path w="12700" h="93345">
                  <a:moveTo>
                    <a:pt x="6350" y="93345"/>
                  </a:moveTo>
                  <a:lnTo>
                    <a:pt x="6350" y="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 lim="4"/>
            </a:ln>
          </p:spPr>
        </p:sp>
        <p:sp>
          <p:nvSpPr>
            <p:cNvPr id="51" name="shape 51"/>
            <p:cNvSpPr/>
            <p:nvPr/>
          </p:nvSpPr>
          <p:spPr>
            <a:xfrm>
              <a:off x="1571028" y="87630"/>
              <a:ext cx="99251" cy="85751"/>
            </a:xfrm>
            <a:custGeom>
              <a:pathLst>
                <a:path w="99250" h="85750">
                  <a:moveTo>
                    <a:pt x="99250" y="0"/>
                  </a:moveTo>
                  <a:lnTo>
                    <a:pt x="0" y="0"/>
                  </a:lnTo>
                  <a:lnTo>
                    <a:pt x="49618" y="8575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" name="shape 52"/>
            <p:cNvSpPr/>
            <p:nvPr/>
          </p:nvSpPr>
          <p:spPr>
            <a:xfrm>
              <a:off x="1560003" y="81280"/>
              <a:ext cx="121288" cy="104777"/>
            </a:xfrm>
            <a:custGeom>
              <a:pathLst>
                <a:path w="121287" h="104776">
                  <a:moveTo>
                    <a:pt x="60643" y="92100"/>
                  </a:moveTo>
                  <a:lnTo>
                    <a:pt x="110275" y="6350"/>
                  </a:lnTo>
                  <a:lnTo>
                    <a:pt x="11012" y="6350"/>
                  </a:lnTo>
                  <a:lnTo>
                    <a:pt x="60643" y="92100"/>
                  </a:lnTo>
                  <a:close/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 lim="4"/>
            </a:ln>
          </p:spPr>
        </p:sp>
        <p:sp>
          <p:nvSpPr>
            <p:cNvPr id="53" name="shape 53"/>
            <p:cNvSpPr/>
            <p:nvPr/>
          </p:nvSpPr>
          <p:spPr>
            <a:xfrm>
              <a:off x="6168174" y="87630"/>
              <a:ext cx="99251" cy="85751"/>
            </a:xfrm>
            <a:custGeom>
              <a:pathLst>
                <a:path w="99250" h="85750">
                  <a:moveTo>
                    <a:pt x="99250" y="0"/>
                  </a:moveTo>
                  <a:lnTo>
                    <a:pt x="0" y="0"/>
                  </a:lnTo>
                  <a:lnTo>
                    <a:pt x="49619" y="8575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" name="shape 54"/>
            <p:cNvSpPr/>
            <p:nvPr/>
          </p:nvSpPr>
          <p:spPr>
            <a:xfrm>
              <a:off x="6157149" y="81280"/>
              <a:ext cx="121288" cy="104777"/>
            </a:xfrm>
            <a:custGeom>
              <a:pathLst>
                <a:path w="121287" h="104776">
                  <a:moveTo>
                    <a:pt x="60643" y="92100"/>
                  </a:moveTo>
                  <a:lnTo>
                    <a:pt x="110275" y="6350"/>
                  </a:lnTo>
                  <a:lnTo>
                    <a:pt x="11012" y="6350"/>
                  </a:lnTo>
                  <a:lnTo>
                    <a:pt x="60643" y="92100"/>
                  </a:lnTo>
                  <a:close/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 lim="4"/>
            </a:ln>
          </p:spPr>
        </p:sp>
      </p:grpSp>
      <p:sp>
        <p:nvSpPr>
          <p:cNvPr id="55" name="shape 55"/>
          <p:cNvSpPr txBox="1"/>
          <p:nvPr/>
        </p:nvSpPr>
        <p:spPr>
          <a:xfrm>
            <a:off x="3954469" y="2507790"/>
            <a:ext cx="3418841" cy="121285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lnSpc>
                <a:spcPts val="855"/>
              </a:lnSpc>
            </a:pPr>
            <a:r>
              <a:rPr sz="750">
                <a:latin typeface="Arial"/>
                <a:cs typeface="Arial"/>
              </a:rPr>
              <a:t>,'.'0,"3%/57/"01,$"0,&amp;65&amp;653&amp;5'-&amp;1"7'-&amp;'4"$1&amp;2&amp;653V'.9/&amp;.1,.36</a:t>
            </a:r>
            <a:endParaRPr/>
          </a:p>
        </p:txBody>
      </p:sp>
      <p:sp>
        <p:nvSpPr>
          <p:cNvPr id="56" name="shape 56"/>
          <p:cNvSpPr txBox="1"/>
          <p:nvPr/>
        </p:nvSpPr>
        <p:spPr>
          <a:xfrm>
            <a:off x="3954577" y="4336585"/>
            <a:ext cx="482600" cy="121285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lnSpc>
                <a:spcPts val="855"/>
              </a:lnSpc>
            </a:pPr>
            <a:r>
              <a:rPr sz="750" spc="1000">
                <a:latin typeface="Arial"/>
                <a:cs typeface="Arial"/>
              </a:rPr>
              <a:t>ÇÄ</a:t>
            </a:r>
            <a:endParaRPr/>
          </a:p>
        </p:txBody>
      </p:sp>
      <p:sp>
        <p:nvSpPr>
          <p:cNvPr id="57" name="shape 57"/>
          <p:cNvSpPr txBox="1"/>
          <p:nvPr/>
        </p:nvSpPr>
        <p:spPr>
          <a:xfrm>
            <a:off x="4655820" y="4336585"/>
            <a:ext cx="177800" cy="121285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lnSpc>
                <a:spcPts val="855"/>
              </a:lnSpc>
            </a:pPr>
            <a:r>
              <a:rPr sz="750">
                <a:latin typeface="Arial"/>
                <a:cs typeface="Arial"/>
              </a:rPr>
              <a:t>´¦</a:t>
            </a:r>
            <a:endParaRPr/>
          </a:p>
        </p:txBody>
      </p:sp>
      <p:sp>
        <p:nvSpPr>
          <p:cNvPr id="58" name="shape 58"/>
          <p:cNvSpPr txBox="1"/>
          <p:nvPr/>
        </p:nvSpPr>
        <p:spPr>
          <a:xfrm>
            <a:off x="5392318" y="4336585"/>
            <a:ext cx="194945" cy="121285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lnSpc>
                <a:spcPts val="855"/>
              </a:lnSpc>
            </a:pPr>
            <a:r>
              <a:rPr sz="750" spc="-135">
                <a:latin typeface="Arial"/>
                <a:cs typeface="Arial"/>
              </a:rPr>
              <a:t> ¦</a:t>
            </a:r>
            <a:endParaRPr/>
          </a:p>
        </p:txBody>
      </p:sp>
      <p:sp>
        <p:nvSpPr>
          <p:cNvPr id="59" name="shape 59"/>
          <p:cNvSpPr txBox="1"/>
          <p:nvPr/>
        </p:nvSpPr>
        <p:spPr>
          <a:xfrm>
            <a:off x="6089223" y="4336585"/>
            <a:ext cx="127000" cy="121285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lnSpc>
                <a:spcPts val="855"/>
              </a:lnSpc>
            </a:pPr>
            <a:r>
              <a:rPr sz="750">
                <a:latin typeface="Arial"/>
                <a:cs typeface="Arial"/>
              </a:rPr>
              <a:t>È</a:t>
            </a:r>
            <a:endParaRPr/>
          </a:p>
        </p:txBody>
      </p:sp>
      <p:sp>
        <p:nvSpPr>
          <p:cNvPr id="60" name="shape 60"/>
          <p:cNvSpPr txBox="1"/>
          <p:nvPr/>
        </p:nvSpPr>
        <p:spPr>
          <a:xfrm>
            <a:off x="6432103" y="4336585"/>
            <a:ext cx="127000" cy="121285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lnSpc>
                <a:spcPts val="855"/>
              </a:lnSpc>
            </a:pPr>
            <a:r>
              <a:rPr sz="750">
                <a:latin typeface="Arial"/>
                <a:cs typeface="Arial"/>
              </a:rPr>
              <a:t>¨</a:t>
            </a:r>
            <a:endParaRPr/>
          </a:p>
        </p:txBody>
      </p:sp>
      <p:sp>
        <p:nvSpPr>
          <p:cNvPr id="61" name="shape 61"/>
          <p:cNvSpPr/>
          <p:nvPr/>
        </p:nvSpPr>
        <p:spPr>
          <a:xfrm>
            <a:off x="1665224" y="465112"/>
            <a:ext cx="12700" cy="646938"/>
          </a:xfrm>
          <a:custGeom>
            <a:pathLst>
              <a:path w="12700" h="646938">
                <a:moveTo>
                  <a:pt x="6350" y="0"/>
                </a:moveTo>
                <a:lnTo>
                  <a:pt x="6350" y="646938"/>
                </a:lnTo>
              </a:path>
            </a:pathLst>
          </a:custGeom>
          <a:ln w="12700" cap="flat">
            <a:solidFill>
              <a:srgbClr val="000000"/>
            </a:solidFill>
            <a:prstDash val="solid"/>
            <a:miter lim="4"/>
          </a:ln>
        </p:spPr>
      </p:sp>
      <p:grpSp>
        <p:nvGrpSpPr>
          <p:cNvPr id="62" name="shape 62"/>
          <p:cNvGrpSpPr/>
          <p:nvPr/>
        </p:nvGrpSpPr>
        <p:grpSpPr>
          <a:xfrm>
            <a:off x="459156" y="608089"/>
            <a:ext cx="1015899" cy="211976"/>
            <a:chOff x="0" y="0"/>
            <a:chExt cx="1015898" cy="211975"/>
          </a:xfrm>
        </p:grpSpPr>
        <p:sp>
          <p:nvSpPr>
            <p:cNvPr id="63" name="shape 63"/>
            <p:cNvSpPr/>
            <p:nvPr/>
          </p:nvSpPr>
          <p:spPr>
            <a:xfrm>
              <a:off x="0" y="3505"/>
              <a:ext cx="181864" cy="204661"/>
            </a:xfrm>
            <a:custGeom>
              <a:pathLst>
                <a:path w="181864" h="204660">
                  <a:moveTo>
                    <a:pt x="181864" y="0"/>
                  </a:moveTo>
                  <a:lnTo>
                    <a:pt x="137426" y="0"/>
                  </a:lnTo>
                  <a:lnTo>
                    <a:pt x="137426" y="126009"/>
                  </a:lnTo>
                  <a:lnTo>
                    <a:pt x="41528" y="0"/>
                  </a:lnTo>
                  <a:lnTo>
                    <a:pt x="0" y="0"/>
                  </a:lnTo>
                  <a:lnTo>
                    <a:pt x="0" y="204660"/>
                  </a:lnTo>
                  <a:lnTo>
                    <a:pt x="44449" y="204660"/>
                  </a:lnTo>
                  <a:lnTo>
                    <a:pt x="44449" y="74561"/>
                  </a:lnTo>
                  <a:lnTo>
                    <a:pt x="143560" y="204660"/>
                  </a:lnTo>
                  <a:lnTo>
                    <a:pt x="181864" y="204660"/>
                  </a:lnTo>
                  <a:close/>
                </a:path>
              </a:pathLst>
            </a:custGeom>
            <a:solidFill>
              <a:srgbClr val="949494"/>
            </a:solidFill>
          </p:spPr>
        </p:sp>
        <p:sp>
          <p:nvSpPr>
            <p:cNvPr id="64" name="shape 64"/>
            <p:cNvSpPr/>
            <p:nvPr/>
          </p:nvSpPr>
          <p:spPr>
            <a:xfrm>
              <a:off x="200571" y="0"/>
              <a:ext cx="188875" cy="211684"/>
            </a:xfrm>
            <a:custGeom>
              <a:pathLst>
                <a:path w="188874" h="211683">
                  <a:moveTo>
                    <a:pt x="104965" y="211683"/>
                  </a:moveTo>
                  <a:cubicBezTo>
                    <a:pt x="44729" y="211683"/>
                    <a:pt x="0" y="165201"/>
                    <a:pt x="0" y="106425"/>
                  </a:cubicBezTo>
                  <a:lnTo>
                    <a:pt x="0" y="105841"/>
                  </a:lnTo>
                  <a:cubicBezTo>
                    <a:pt x="0" y="47663"/>
                    <a:pt x="43853" y="0"/>
                    <a:pt x="106718" y="0"/>
                  </a:cubicBezTo>
                  <a:cubicBezTo>
                    <a:pt x="145313" y="0"/>
                    <a:pt x="168414" y="12865"/>
                    <a:pt x="187413" y="31584"/>
                  </a:cubicBezTo>
                  <a:lnTo>
                    <a:pt x="158762" y="64617"/>
                  </a:lnTo>
                  <a:cubicBezTo>
                    <a:pt x="142976" y="50291"/>
                    <a:pt x="126898" y="41528"/>
                    <a:pt x="106425" y="41528"/>
                  </a:cubicBezTo>
                  <a:cubicBezTo>
                    <a:pt x="71932" y="41528"/>
                    <a:pt x="47078" y="70180"/>
                    <a:pt x="47078" y="105257"/>
                  </a:cubicBezTo>
                  <a:lnTo>
                    <a:pt x="47078" y="105841"/>
                  </a:lnTo>
                  <a:cubicBezTo>
                    <a:pt x="47078" y="140931"/>
                    <a:pt x="71348" y="170167"/>
                    <a:pt x="106425" y="170167"/>
                  </a:cubicBezTo>
                  <a:cubicBezTo>
                    <a:pt x="129819" y="170167"/>
                    <a:pt x="144145" y="160807"/>
                    <a:pt x="160223" y="146189"/>
                  </a:cubicBezTo>
                  <a:lnTo>
                    <a:pt x="188874" y="175132"/>
                  </a:lnTo>
                  <a:cubicBezTo>
                    <a:pt x="167830" y="197650"/>
                    <a:pt x="144437" y="211683"/>
                    <a:pt x="104965" y="211683"/>
                  </a:cubicBezTo>
                </a:path>
              </a:pathLst>
            </a:custGeom>
            <a:solidFill>
              <a:srgbClr val="949494"/>
            </a:solidFill>
          </p:spPr>
        </p:sp>
        <p:sp>
          <p:nvSpPr>
            <p:cNvPr id="65" name="shape 65"/>
            <p:cNvSpPr/>
            <p:nvPr/>
          </p:nvSpPr>
          <p:spPr>
            <a:xfrm>
              <a:off x="403949" y="3505"/>
              <a:ext cx="188595" cy="204674"/>
            </a:xfrm>
            <a:custGeom>
              <a:pathLst>
                <a:path w="188594" h="204673">
                  <a:moveTo>
                    <a:pt x="79819" y="0"/>
                  </a:moveTo>
                  <a:lnTo>
                    <a:pt x="0" y="0"/>
                  </a:lnTo>
                  <a:lnTo>
                    <a:pt x="0" y="204673"/>
                  </a:lnTo>
                  <a:lnTo>
                    <a:pt x="79819" y="204673"/>
                  </a:lnTo>
                  <a:lnTo>
                    <a:pt x="123952" y="196782"/>
                  </a:lnTo>
                  <a:lnTo>
                    <a:pt x="158329" y="175102"/>
                  </a:lnTo>
                  <a:lnTo>
                    <a:pt x="180644" y="142624"/>
                  </a:lnTo>
                  <a:lnTo>
                    <a:pt x="188594" y="102336"/>
                  </a:lnTo>
                  <a:lnTo>
                    <a:pt x="188594" y="101752"/>
                  </a:lnTo>
                  <a:lnTo>
                    <a:pt x="180644" y="61555"/>
                  </a:lnTo>
                  <a:lnTo>
                    <a:pt x="166184" y="40639"/>
                  </a:lnTo>
                  <a:lnTo>
                    <a:pt x="79819" y="40639"/>
                  </a:lnTo>
                  <a:lnTo>
                    <a:pt x="105002" y="45181"/>
                  </a:lnTo>
                  <a:lnTo>
                    <a:pt x="124483" y="57891"/>
                  </a:lnTo>
                  <a:lnTo>
                    <a:pt x="137056" y="77399"/>
                  </a:lnTo>
                  <a:lnTo>
                    <a:pt x="141516" y="102336"/>
                  </a:lnTo>
                  <a:lnTo>
                    <a:pt x="141516" y="102920"/>
                  </a:lnTo>
                  <a:lnTo>
                    <a:pt x="137056" y="127766"/>
                  </a:lnTo>
                  <a:lnTo>
                    <a:pt x="124483" y="147073"/>
                  </a:lnTo>
                  <a:lnTo>
                    <a:pt x="105002" y="159583"/>
                  </a:lnTo>
                  <a:lnTo>
                    <a:pt x="79819" y="164033"/>
                  </a:lnTo>
                  <a:lnTo>
                    <a:pt x="45034" y="164033"/>
                  </a:lnTo>
                  <a:lnTo>
                    <a:pt x="45034" y="40639"/>
                  </a:lnTo>
                  <a:lnTo>
                    <a:pt x="79819" y="40639"/>
                  </a:lnTo>
                  <a:lnTo>
                    <a:pt x="166184" y="40639"/>
                  </a:lnTo>
                  <a:lnTo>
                    <a:pt x="158329" y="29278"/>
                  </a:lnTo>
                  <a:lnTo>
                    <a:pt x="123952" y="779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6" name="shape 66"/>
            <p:cNvSpPr/>
            <p:nvPr/>
          </p:nvSpPr>
          <p:spPr>
            <a:xfrm>
              <a:off x="839000" y="3517"/>
              <a:ext cx="176899" cy="204661"/>
            </a:xfrm>
            <a:custGeom>
              <a:pathLst>
                <a:path w="176898" h="204660">
                  <a:moveTo>
                    <a:pt x="93573" y="0"/>
                  </a:moveTo>
                  <a:lnTo>
                    <a:pt x="0" y="0"/>
                  </a:lnTo>
                  <a:lnTo>
                    <a:pt x="0" y="204660"/>
                  </a:lnTo>
                  <a:lnTo>
                    <a:pt x="45034" y="204660"/>
                  </a:lnTo>
                  <a:lnTo>
                    <a:pt x="45034" y="139166"/>
                  </a:lnTo>
                  <a:lnTo>
                    <a:pt x="80403" y="139166"/>
                  </a:lnTo>
                  <a:lnTo>
                    <a:pt x="124269" y="204660"/>
                  </a:lnTo>
                  <a:lnTo>
                    <a:pt x="176898" y="204660"/>
                  </a:lnTo>
                  <a:lnTo>
                    <a:pt x="126898" y="131571"/>
                  </a:lnTo>
                  <a:lnTo>
                    <a:pt x="158583" y="108615"/>
                  </a:lnTo>
                  <a:lnTo>
                    <a:pt x="167558" y="90615"/>
                  </a:lnTo>
                  <a:lnTo>
                    <a:pt x="170751" y="68122"/>
                  </a:lnTo>
                  <a:lnTo>
                    <a:pt x="170751" y="67538"/>
                  </a:lnTo>
                  <a:lnTo>
                    <a:pt x="165739" y="40639"/>
                  </a:lnTo>
                  <a:lnTo>
                    <a:pt x="89763" y="40639"/>
                  </a:lnTo>
                  <a:lnTo>
                    <a:pt x="115679" y="48023"/>
                  </a:lnTo>
                  <a:lnTo>
                    <a:pt x="125145" y="69875"/>
                  </a:lnTo>
                  <a:lnTo>
                    <a:pt x="125145" y="70459"/>
                  </a:lnTo>
                  <a:lnTo>
                    <a:pt x="116117" y="91398"/>
                  </a:lnTo>
                  <a:lnTo>
                    <a:pt x="90639" y="99402"/>
                  </a:lnTo>
                  <a:lnTo>
                    <a:pt x="45034" y="99402"/>
                  </a:lnTo>
                  <a:lnTo>
                    <a:pt x="45034" y="40639"/>
                  </a:lnTo>
                  <a:lnTo>
                    <a:pt x="89763" y="40639"/>
                  </a:lnTo>
                  <a:lnTo>
                    <a:pt x="165739" y="40639"/>
                  </a:lnTo>
                  <a:lnTo>
                    <a:pt x="165475" y="39224"/>
                  </a:lnTo>
                  <a:lnTo>
                    <a:pt x="150250" y="17981"/>
                  </a:lnTo>
                  <a:lnTo>
                    <a:pt x="125981" y="463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" name="shape 67"/>
            <p:cNvSpPr/>
            <p:nvPr/>
          </p:nvSpPr>
          <p:spPr>
            <a:xfrm>
              <a:off x="608228" y="292"/>
              <a:ext cx="211684" cy="211684"/>
            </a:xfrm>
            <a:custGeom>
              <a:pathLst>
                <a:path w="211683" h="211683">
                  <a:moveTo>
                    <a:pt x="211683" y="105841"/>
                  </a:moveTo>
                  <a:cubicBezTo>
                    <a:pt x="211683" y="164299"/>
                    <a:pt x="164299" y="211683"/>
                    <a:pt x="105841" y="211683"/>
                  </a:cubicBezTo>
                  <a:cubicBezTo>
                    <a:pt x="47383" y="211683"/>
                    <a:pt x="0" y="164299"/>
                    <a:pt x="0" y="105841"/>
                  </a:cubicBezTo>
                  <a:cubicBezTo>
                    <a:pt x="0" y="47383"/>
                    <a:pt x="47383" y="0"/>
                    <a:pt x="105841" y="0"/>
                  </a:cubicBezTo>
                  <a:cubicBezTo>
                    <a:pt x="164299" y="0"/>
                    <a:pt x="211683" y="47383"/>
                    <a:pt x="211683" y="105841"/>
                  </a:cubicBezTo>
                </a:path>
              </a:pathLst>
            </a:custGeom>
            <a:solidFill>
              <a:srgbClr val="000000"/>
            </a:solidFill>
          </p:spPr>
        </p:sp>
        <p:sp>
          <p:nvSpPr>
            <p:cNvPr id="68" name="shape 68"/>
            <p:cNvSpPr/>
            <p:nvPr/>
          </p:nvSpPr>
          <p:spPr>
            <a:xfrm>
              <a:off x="648614" y="39903"/>
              <a:ext cx="128867" cy="128867"/>
            </a:xfrm>
            <a:custGeom>
              <a:pathLst>
                <a:path w="128866" h="128866">
                  <a:moveTo>
                    <a:pt x="128866" y="64427"/>
                  </a:moveTo>
                  <a:cubicBezTo>
                    <a:pt x="128866" y="100012"/>
                    <a:pt x="100012" y="128866"/>
                    <a:pt x="64427" y="128866"/>
                  </a:cubicBezTo>
                  <a:cubicBezTo>
                    <a:pt x="28841" y="128866"/>
                    <a:pt x="0" y="100012"/>
                    <a:pt x="0" y="64427"/>
                  </a:cubicBezTo>
                  <a:cubicBezTo>
                    <a:pt x="0" y="28841"/>
                    <a:pt x="28841" y="0"/>
                    <a:pt x="64427" y="0"/>
                  </a:cubicBezTo>
                  <a:cubicBezTo>
                    <a:pt x="100012" y="0"/>
                    <a:pt x="128866" y="28841"/>
                    <a:pt x="128866" y="64427"/>
                  </a:cubicBezTo>
                </a:path>
              </a:pathLst>
            </a:custGeom>
            <a:solidFill>
              <a:srgbClr val="FFFFFF"/>
            </a:solidFill>
          </p:spPr>
        </p:sp>
        <p:sp>
          <p:nvSpPr>
            <p:cNvPr id="69" name="shape 69"/>
            <p:cNvSpPr/>
            <p:nvPr/>
          </p:nvSpPr>
          <p:spPr>
            <a:xfrm>
              <a:off x="660730" y="52006"/>
              <a:ext cx="104636" cy="104648"/>
            </a:xfrm>
            <a:custGeom>
              <a:pathLst>
                <a:path w="104635" h="104647">
                  <a:moveTo>
                    <a:pt x="104635" y="52323"/>
                  </a:moveTo>
                  <a:cubicBezTo>
                    <a:pt x="104635" y="81216"/>
                    <a:pt x="81216" y="104647"/>
                    <a:pt x="52311" y="104647"/>
                  </a:cubicBezTo>
                  <a:cubicBezTo>
                    <a:pt x="23418" y="104647"/>
                    <a:pt x="0" y="81216"/>
                    <a:pt x="0" y="52323"/>
                  </a:cubicBezTo>
                  <a:cubicBezTo>
                    <a:pt x="0" y="23431"/>
                    <a:pt x="23418" y="0"/>
                    <a:pt x="52311" y="0"/>
                  </a:cubicBezTo>
                  <a:cubicBezTo>
                    <a:pt x="81216" y="0"/>
                    <a:pt x="104635" y="23431"/>
                    <a:pt x="104635" y="52323"/>
                  </a:cubicBezTo>
                </a:path>
              </a:pathLst>
            </a:custGeom>
            <a:solidFill>
              <a:srgbClr val="949494"/>
            </a:solidFill>
          </p:spPr>
        </p:sp>
      </p:grpSp>
      <p:grpSp>
        <p:nvGrpSpPr>
          <p:cNvPr id="70" name="shape 70"/>
          <p:cNvGrpSpPr/>
          <p:nvPr/>
        </p:nvGrpSpPr>
        <p:grpSpPr>
          <a:xfrm>
            <a:off x="450520" y="6784874"/>
            <a:ext cx="6864680" cy="2466188"/>
            <a:chOff x="0" y="0"/>
            <a:chExt cx="6864680" cy="2466188"/>
          </a:xfrm>
        </p:grpSpPr>
        <p:sp>
          <p:nvSpPr>
            <p:cNvPr id="71" name="shape 71"/>
            <p:cNvSpPr txBox="1"/>
            <p:nvPr/>
          </p:nvSpPr>
          <p:spPr>
            <a:xfrm>
              <a:off x="-6020" y="466136"/>
              <a:ext cx="259716" cy="11430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750">
                  <a:latin typeface="Arial"/>
                  <a:cs typeface="Arial"/>
                </a:rPr>
                <a:t>Ð</a:t>
              </a:r>
              <a:r>
                <a:rPr sz="750" spc="-100">
                  <a:latin typeface="Arial"/>
                  <a:cs typeface="Arial"/>
                </a:rPr>
                <a:t> z</a:t>
              </a:r>
              <a:endParaRPr/>
            </a:p>
          </p:txBody>
        </p:sp>
        <p:sp>
          <p:nvSpPr>
            <p:cNvPr id="72" name="shape 72"/>
            <p:cNvSpPr txBox="1"/>
            <p:nvPr/>
          </p:nvSpPr>
          <p:spPr>
            <a:xfrm>
              <a:off x="387680" y="466136"/>
              <a:ext cx="356870" cy="11430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241935"/>
              <a:r>
                <a:rPr sz="750">
                  <a:latin typeface="Arial"/>
                  <a:cs typeface="Arial"/>
                </a:rPr>
                <a:t>&lt;</a:t>
              </a:r>
              <a:endParaRPr/>
            </a:p>
          </p:txBody>
        </p:sp>
        <p:sp>
          <p:nvSpPr>
            <p:cNvPr id="73" name="shape 73"/>
            <p:cNvSpPr txBox="1"/>
            <p:nvPr/>
          </p:nvSpPr>
          <p:spPr>
            <a:xfrm>
              <a:off x="1102690" y="466136"/>
              <a:ext cx="777240" cy="11430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750" spc="-180">
                  <a:latin typeface="Arial"/>
                  <a:cs typeface="Arial"/>
                </a:rPr>
                <a:t>&gt; </a:t>
              </a:r>
              <a:endParaRPr/>
            </a:p>
          </p:txBody>
        </p:sp>
        <p:sp>
          <p:nvSpPr>
            <p:cNvPr id="74" name="shape 74"/>
            <p:cNvSpPr txBox="1"/>
            <p:nvPr/>
          </p:nvSpPr>
          <p:spPr>
            <a:xfrm>
              <a:off x="138760" y="588056"/>
              <a:ext cx="4636135" cy="11430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>
                <a:tabLst>
                  <a:tab pos="2260600" algn="l"/>
                </a:tabLst>
              </a:pPr>
              <a:r>
                <a:rPr sz="750">
                  <a:latin typeface="Arial"/>
                  <a:cs typeface="Arial"/>
                </a:rPr>
                <a:t>YÑec[qÒ[qdYÓxidqcu[e]</a:t>
              </a:r>
              <a:r>
                <a:rPr sz="750" spc="-135">
                  <a:latin typeface="Arial"/>
                  <a:cs typeface="Arial"/>
                </a:rPr>
                <a:t>t^</a:t>
              </a:r>
              <a:r>
                <a:rPr sz="750">
                  <a:latin typeface="Arial"/>
                  <a:cs typeface="Arial"/>
                </a:rPr>
                <a:t>[qdpb__dÔbea[spqd</a:t>
              </a:r>
              <a:r>
                <a:rPr sz="750" spc="-135">
                  <a:latin typeface="Arial"/>
                  <a:cs typeface="Arial"/>
                </a:rPr>
                <a:t>t</a:t>
              </a:r>
              <a:r>
                <a:rPr sz="750" spc="-135">
                  <a:latin typeface="Arial"/>
                  <a:cs typeface="Arial"/>
                </a:rPr>
                <a:t>	</a:t>
              </a:r>
              <a:r>
                <a:rPr sz="750">
                  <a:latin typeface="Arial"/>
                  <a:cs typeface="Arial"/>
                </a:rPr>
                <a:t>\bv[ÕiÖ`e[g×dpcu[ØÙÚ­r__dÔbea[</a:t>
              </a:r>
              <a:r>
                <a:rPr sz="750" spc="-45">
                  <a:latin typeface="Arial"/>
                  <a:cs typeface="Arial"/>
                </a:rPr>
                <a:t>Ûd</a:t>
              </a:r>
              <a:r>
                <a:rPr sz="750">
                  <a:latin typeface="Arial"/>
                  <a:cs typeface="Arial"/>
                </a:rPr>
                <a:t>qÜsu[[cx</a:t>
              </a:r>
              <a:endParaRPr/>
            </a:p>
          </p:txBody>
        </p:sp>
        <p:sp>
          <p:nvSpPr>
            <p:cNvPr id="75" name="shape 75"/>
            <p:cNvSpPr/>
            <p:nvPr/>
          </p:nvSpPr>
          <p:spPr>
            <a:xfrm>
              <a:off x="6301042" y="473964"/>
              <a:ext cx="150495" cy="207645"/>
            </a:xfrm>
            <a:prstGeom prst="rect">
              <a:avLst/>
            </a:prstGeom>
            <a:ln w="1270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76" name="shape 76"/>
            <p:cNvSpPr/>
            <p:nvPr/>
          </p:nvSpPr>
          <p:spPr>
            <a:xfrm>
              <a:off x="6436932" y="473964"/>
              <a:ext cx="150495" cy="207645"/>
            </a:xfrm>
            <a:prstGeom prst="rect">
              <a:avLst/>
            </a:prstGeom>
            <a:ln w="1270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77" name="shape 77"/>
            <p:cNvSpPr/>
            <p:nvPr/>
          </p:nvSpPr>
          <p:spPr>
            <a:xfrm>
              <a:off x="5888927" y="743903"/>
              <a:ext cx="150496" cy="207645"/>
            </a:xfrm>
            <a:prstGeom prst="rect">
              <a:avLst/>
            </a:prstGeom>
            <a:ln w="1270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78" name="shape 78"/>
            <p:cNvSpPr/>
            <p:nvPr/>
          </p:nvSpPr>
          <p:spPr>
            <a:xfrm>
              <a:off x="6027992" y="743903"/>
              <a:ext cx="150496" cy="207645"/>
            </a:xfrm>
            <a:prstGeom prst="rect">
              <a:avLst/>
            </a:prstGeom>
            <a:ln w="1270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79" name="shape 79"/>
            <p:cNvSpPr/>
            <p:nvPr/>
          </p:nvSpPr>
          <p:spPr>
            <a:xfrm>
              <a:off x="6163882" y="743903"/>
              <a:ext cx="150495" cy="207645"/>
            </a:xfrm>
            <a:prstGeom prst="rect">
              <a:avLst/>
            </a:prstGeom>
            <a:ln w="1270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80" name="shape 80"/>
            <p:cNvSpPr/>
            <p:nvPr/>
          </p:nvSpPr>
          <p:spPr>
            <a:xfrm>
              <a:off x="6299772" y="743903"/>
              <a:ext cx="150495" cy="207645"/>
            </a:xfrm>
            <a:prstGeom prst="rect">
              <a:avLst/>
            </a:prstGeom>
            <a:ln w="1270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81" name="shape 81"/>
            <p:cNvSpPr/>
            <p:nvPr/>
          </p:nvSpPr>
          <p:spPr>
            <a:xfrm>
              <a:off x="6436932" y="743903"/>
              <a:ext cx="150495" cy="207645"/>
            </a:xfrm>
            <a:prstGeom prst="rect">
              <a:avLst/>
            </a:prstGeom>
            <a:ln w="1270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82" name="shape 82"/>
            <p:cNvSpPr txBox="1"/>
            <p:nvPr/>
          </p:nvSpPr>
          <p:spPr>
            <a:xfrm>
              <a:off x="6121730" y="703387"/>
              <a:ext cx="280035" cy="2895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1900">
                  <a:solidFill>
                    <a:srgbClr val="949494"/>
                  </a:solidFill>
                  <a:latin typeface="Arial"/>
                  <a:cs typeface="Arial"/>
                </a:rPr>
                <a:t>R</a:t>
              </a:r>
              <a:endParaRPr/>
            </a:p>
          </p:txBody>
        </p:sp>
        <p:sp>
          <p:nvSpPr>
            <p:cNvPr id="83" name="shape 83"/>
            <p:cNvSpPr/>
            <p:nvPr/>
          </p:nvSpPr>
          <p:spPr>
            <a:xfrm>
              <a:off x="5749621" y="743903"/>
              <a:ext cx="150496" cy="207645"/>
            </a:xfrm>
            <a:prstGeom prst="rect">
              <a:avLst/>
            </a:prstGeom>
            <a:ln w="1270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84" name="shape 84"/>
            <p:cNvSpPr txBox="1"/>
            <p:nvPr/>
          </p:nvSpPr>
          <p:spPr>
            <a:xfrm>
              <a:off x="-6655" y="787410"/>
              <a:ext cx="3957955" cy="11430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>
                <a:tabLst>
                  <a:tab pos="1050290" algn="l"/>
                  <a:tab pos="1364615" algn="l"/>
                  <a:tab pos="2945130" algn="l"/>
                </a:tabLst>
              </a:pPr>
              <a:r>
                <a:rPr sz="750">
                  <a:latin typeface="Arial"/>
                  <a:cs typeface="Arial"/>
                </a:rPr>
                <a:t>Ý</a:t>
              </a:r>
              <a:r>
                <a:rPr sz="750" spc="155">
                  <a:latin typeface="Arial"/>
                  <a:cs typeface="Arial"/>
                </a:rPr>
                <a:t> </a:t>
              </a:r>
              <a:r>
                <a:rPr sz="750">
                  <a:latin typeface="Arial"/>
                  <a:cs typeface="Arial"/>
                </a:rPr>
                <a:t>S</a:t>
              </a:r>
              <a:r>
                <a:rPr sz="750">
                  <a:latin typeface="Arial"/>
                  <a:cs typeface="Arial"/>
                </a:rPr>
                <a:t>	</a:t>
              </a:r>
              <a:r>
                <a:rPr sz="750">
                  <a:latin typeface="Arial"/>
                  <a:cs typeface="Arial"/>
                </a:rPr>
                <a:t>=</a:t>
              </a:r>
              <a:r>
                <a:rPr sz="750">
                  <a:latin typeface="Arial"/>
                  <a:cs typeface="Arial"/>
                </a:rPr>
                <a:t>	</a:t>
              </a:r>
              <a:r>
                <a:rPr sz="750">
                  <a:latin typeface="Arial"/>
                  <a:cs typeface="Arial"/>
                </a:rPr>
                <a:t>=</a:t>
              </a:r>
              <a:r>
                <a:rPr sz="750" spc="-180">
                  <a:latin typeface="Arial"/>
                  <a:cs typeface="Arial"/>
                </a:rPr>
                <a:t>&gt; </a:t>
              </a:r>
              <a:r>
                <a:rPr sz="750" spc="-180">
                  <a:latin typeface="Arial"/>
                  <a:cs typeface="Arial"/>
                </a:rPr>
                <a:t>	</a:t>
              </a:r>
              <a:r>
                <a:rPr sz="750">
                  <a:latin typeface="Arial"/>
                  <a:cs typeface="Arial"/>
                </a:rPr>
                <a:t>YÑec[qÔud_[od__bqsx</a:t>
              </a:r>
              <a:endParaRPr/>
            </a:p>
          </p:txBody>
        </p:sp>
        <p:sp>
          <p:nvSpPr>
            <p:cNvPr id="85" name="shape 85"/>
            <p:cNvSpPr/>
            <p:nvPr/>
          </p:nvSpPr>
          <p:spPr>
            <a:xfrm>
              <a:off x="6680" y="1012292"/>
              <a:ext cx="6858000" cy="1453896"/>
            </a:xfrm>
            <a:prstGeom prst="rect">
              <a:avLst/>
            </a:prstGeom>
            <a:ln w="12700" cap="flat">
              <a:solidFill>
                <a:srgbClr val="000000"/>
              </a:solidFill>
              <a:prstDash val="solid"/>
              <a:miter lim="4"/>
            </a:ln>
          </p:spPr>
        </p:sp>
        <p:sp>
          <p:nvSpPr>
            <p:cNvPr id="86" name="shape 86"/>
            <p:cNvSpPr/>
            <p:nvPr/>
          </p:nvSpPr>
          <p:spPr>
            <a:xfrm>
              <a:off x="1920862" y="1131773"/>
              <a:ext cx="176340" cy="242571"/>
            </a:xfrm>
            <a:prstGeom prst="rect">
              <a:avLst/>
            </a:prstGeom>
            <a:ln w="1905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87" name="shape 87"/>
            <p:cNvSpPr/>
            <p:nvPr/>
          </p:nvSpPr>
          <p:spPr>
            <a:xfrm>
              <a:off x="1722793" y="1131773"/>
              <a:ext cx="176340" cy="242571"/>
            </a:xfrm>
            <a:prstGeom prst="rect">
              <a:avLst/>
            </a:prstGeom>
            <a:ln w="1905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88" name="shape 88"/>
            <p:cNvSpPr/>
            <p:nvPr/>
          </p:nvSpPr>
          <p:spPr>
            <a:xfrm>
              <a:off x="1524711" y="1131773"/>
              <a:ext cx="176340" cy="242571"/>
            </a:xfrm>
            <a:prstGeom prst="rect">
              <a:avLst/>
            </a:prstGeom>
            <a:ln w="1905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89" name="shape 89"/>
            <p:cNvSpPr/>
            <p:nvPr/>
          </p:nvSpPr>
          <p:spPr>
            <a:xfrm>
              <a:off x="1326642" y="1131773"/>
              <a:ext cx="176340" cy="242571"/>
            </a:xfrm>
            <a:prstGeom prst="rect">
              <a:avLst/>
            </a:prstGeom>
            <a:ln w="1905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90" name="shape 90"/>
            <p:cNvSpPr/>
            <p:nvPr/>
          </p:nvSpPr>
          <p:spPr>
            <a:xfrm>
              <a:off x="1002525" y="1131773"/>
              <a:ext cx="176340" cy="242571"/>
            </a:xfrm>
            <a:prstGeom prst="rect">
              <a:avLst/>
            </a:prstGeom>
            <a:ln w="1905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91" name="shape 91"/>
            <p:cNvSpPr/>
            <p:nvPr/>
          </p:nvSpPr>
          <p:spPr>
            <a:xfrm>
              <a:off x="804443" y="1131773"/>
              <a:ext cx="176340" cy="242571"/>
            </a:xfrm>
            <a:prstGeom prst="rect">
              <a:avLst/>
            </a:prstGeom>
            <a:ln w="1905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92" name="shape 92"/>
            <p:cNvSpPr/>
            <p:nvPr/>
          </p:nvSpPr>
          <p:spPr>
            <a:xfrm>
              <a:off x="475983" y="1131773"/>
              <a:ext cx="176340" cy="242571"/>
            </a:xfrm>
            <a:prstGeom prst="rect">
              <a:avLst/>
            </a:prstGeom>
            <a:ln w="1905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93" name="shape 93"/>
            <p:cNvSpPr/>
            <p:nvPr/>
          </p:nvSpPr>
          <p:spPr>
            <a:xfrm>
              <a:off x="277901" y="1131773"/>
              <a:ext cx="176340" cy="242571"/>
            </a:xfrm>
            <a:prstGeom prst="rect">
              <a:avLst/>
            </a:prstGeom>
            <a:ln w="1905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94" name="shape 94"/>
            <p:cNvSpPr/>
            <p:nvPr/>
          </p:nvSpPr>
          <p:spPr>
            <a:xfrm>
              <a:off x="79832" y="1131773"/>
              <a:ext cx="176340" cy="242571"/>
            </a:xfrm>
            <a:prstGeom prst="rect">
              <a:avLst/>
            </a:prstGeom>
            <a:ln w="1905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95" name="shape 95"/>
            <p:cNvSpPr txBox="1"/>
            <p:nvPr/>
          </p:nvSpPr>
          <p:spPr>
            <a:xfrm>
              <a:off x="67005" y="1383411"/>
              <a:ext cx="3850641" cy="8382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>
                <a:tabLst>
                  <a:tab pos="3006725" algn="l"/>
                  <a:tab pos="3448050" algn="l"/>
                </a:tabLst>
              </a:pPr>
              <a:r>
                <a:rPr sz="550">
                  <a:latin typeface="Arial"/>
                  <a:cs typeface="Arial"/>
                </a:rPr>
                <a:t>H51,'I.</a:t>
              </a:r>
              <a:r>
                <a:rPr sz="550" spc="-100">
                  <a:latin typeface="Arial"/>
                  <a:cs typeface="Arial"/>
                </a:rPr>
                <a:t>#&amp;  </a:t>
              </a:r>
              <a:r>
                <a:rPr sz="450">
                  <a:latin typeface="Arial"/>
                  <a:cs typeface="Arial"/>
                </a:rPr>
                <a:t>YjZÑÙr\ÞlrÖÖÑllÑßZàáßâájßØr</a:t>
              </a:r>
              <a:r>
                <a:rPr sz="450" spc="-100">
                  <a:latin typeface="Arial"/>
                  <a:cs typeface="Arial"/>
                </a:rPr>
                <a:t>ãÑ</a:t>
              </a:r>
              <a:r>
                <a:rPr sz="450">
                  <a:latin typeface="Arial"/>
                  <a:cs typeface="Arial"/>
                </a:rPr>
                <a:t>rØärääßÑZZx</a:t>
              </a:r>
              <a:r>
                <a:rPr sz="450">
                  <a:latin typeface="Arial"/>
                  <a:cs typeface="Arial"/>
                </a:rPr>
                <a:t>	</a:t>
              </a:r>
              <a:r>
                <a:rPr sz="550" spc="-100">
                  <a:latin typeface="Arial"/>
                  <a:cs typeface="Arial"/>
                </a:rPr>
                <a:t>©:</a:t>
              </a:r>
              <a:r>
                <a:rPr sz="550">
                  <a:latin typeface="Arial"/>
                  <a:cs typeface="Arial"/>
                </a:rPr>
                <a:t>T:</a:t>
              </a:r>
              <a:r>
                <a:rPr sz="550">
                  <a:latin typeface="Arial"/>
                  <a:cs typeface="Arial"/>
                </a:rPr>
                <a:t>	</a:t>
              </a:r>
              <a:r>
                <a:rPr sz="550">
                  <a:latin typeface="Arial"/>
                  <a:cs typeface="Arial"/>
                </a:rPr>
                <a:t>«.,'I.</a:t>
              </a:r>
              <a:r>
                <a:rPr sz="550" spc="-100">
                  <a:latin typeface="Arial"/>
                  <a:cs typeface="Arial"/>
                </a:rPr>
                <a:t>#&amp;</a:t>
              </a:r>
              <a:endParaRPr/>
            </a:p>
          </p:txBody>
        </p:sp>
        <p:sp>
          <p:nvSpPr>
            <p:cNvPr id="96" name="shape 96"/>
            <p:cNvSpPr txBox="1"/>
            <p:nvPr/>
          </p:nvSpPr>
          <p:spPr>
            <a:xfrm>
              <a:off x="67005" y="1725107"/>
              <a:ext cx="3850641" cy="8382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550">
                  <a:latin typeface="Arial"/>
                  <a:cs typeface="Arial"/>
                </a:rPr>
                <a:t>N661&amp;,,</a:t>
              </a:r>
              <a:endParaRPr/>
            </a:p>
          </p:txBody>
        </p:sp>
        <p:sp>
          <p:nvSpPr>
            <p:cNvPr id="97" name="shape 97"/>
            <p:cNvSpPr txBox="1"/>
            <p:nvPr/>
          </p:nvSpPr>
          <p:spPr>
            <a:xfrm>
              <a:off x="6016321" y="1725107"/>
              <a:ext cx="848360" cy="8382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550">
                  <a:latin typeface="Arial"/>
                  <a:cs typeface="Arial"/>
                </a:rPr>
                <a:t>!"03'/</a:t>
              </a:r>
              <a:r>
                <a:rPr sz="450">
                  <a:latin typeface="Arial"/>
                  <a:cs typeface="Arial"/>
                </a:rPr>
                <a:t>åæçèéêëêìèëíéîéèèéêìï</a:t>
              </a:r>
              <a:endParaRPr/>
            </a:p>
          </p:txBody>
        </p:sp>
        <p:sp>
          <p:nvSpPr>
            <p:cNvPr id="98" name="shape 98"/>
            <p:cNvSpPr/>
            <p:nvPr/>
          </p:nvSpPr>
          <p:spPr>
            <a:xfrm>
              <a:off x="6078297" y="431800"/>
              <a:ext cx="612648" cy="219456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99" name="shape 99"/>
            <p:cNvSpPr/>
            <p:nvPr/>
          </p:nvSpPr>
          <p:spPr>
            <a:xfrm>
              <a:off x="5712536" y="701751"/>
              <a:ext cx="886968" cy="219457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100" name="shape 100"/>
            <p:cNvSpPr/>
            <p:nvPr/>
          </p:nvSpPr>
          <p:spPr>
            <a:xfrm>
              <a:off x="56972" y="1468133"/>
              <a:ext cx="6757416" cy="219456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101" name="shape 101"/>
            <p:cNvSpPr/>
            <p:nvPr/>
          </p:nvSpPr>
          <p:spPr>
            <a:xfrm>
              <a:off x="52400" y="1811617"/>
              <a:ext cx="6757416" cy="219457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102" name="shape 102"/>
            <p:cNvSpPr/>
            <p:nvPr/>
          </p:nvSpPr>
          <p:spPr>
            <a:xfrm>
              <a:off x="50114" y="2156346"/>
              <a:ext cx="6757416" cy="219456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103" name="shape 103"/>
            <p:cNvSpPr txBox="1"/>
            <p:nvPr/>
          </p:nvSpPr>
          <p:spPr>
            <a:xfrm>
              <a:off x="67005" y="2073677"/>
              <a:ext cx="5688965" cy="8382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>
                <a:tabLst>
                  <a:tab pos="3280410" algn="l"/>
                  <a:tab pos="3881120" algn="l"/>
                  <a:tab pos="4926330" algn="l"/>
                </a:tabLst>
              </a:pPr>
              <a:r>
                <a:rPr sz="550">
                  <a:latin typeface="Arial"/>
                  <a:cs typeface="Arial"/>
                </a:rPr>
                <a:t>!5'/</a:t>
              </a:r>
              <a:r>
                <a:rPr sz="550">
                  <a:latin typeface="Arial"/>
                  <a:cs typeface="Arial"/>
                </a:rPr>
                <a:t>	</a:t>
              </a:r>
              <a:r>
                <a:rPr sz="550">
                  <a:latin typeface="Arial"/>
                  <a:cs typeface="Arial"/>
                </a:rPr>
                <a:t>8'.'&amp;</a:t>
              </a:r>
              <a:r>
                <a:rPr sz="550">
                  <a:latin typeface="Arial"/>
                  <a:cs typeface="Arial"/>
                </a:rPr>
                <a:t>	</a:t>
              </a:r>
              <a:r>
                <a:rPr sz="550">
                  <a:latin typeface="Arial"/>
                  <a:cs typeface="Arial"/>
                </a:rPr>
                <a:t>L5$!"6&amp;Yfä`v`cx</a:t>
              </a:r>
              <a:r>
                <a:rPr sz="550">
                  <a:latin typeface="Arial"/>
                  <a:cs typeface="Arial"/>
                </a:rPr>
                <a:t>	</a:t>
              </a:r>
              <a:r>
                <a:rPr sz="825" baseline="-5050">
                  <a:latin typeface="Arial"/>
                  <a:cs typeface="Arial"/>
                </a:rPr>
                <a:t>!"03'1/YÞpedcjkZkx</a:t>
              </a:r>
              <a:endParaRPr/>
            </a:p>
          </p:txBody>
        </p:sp>
        <p:sp>
          <p:nvSpPr>
            <p:cNvPr id="104" name="shape 104"/>
            <p:cNvSpPr/>
            <p:nvPr/>
          </p:nvSpPr>
          <p:spPr>
            <a:xfrm>
              <a:off x="52400" y="1088136"/>
              <a:ext cx="2068830" cy="245365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105" name="shape 105"/>
            <p:cNvSpPr txBox="1"/>
            <p:nvPr/>
          </p:nvSpPr>
          <p:spPr>
            <a:xfrm>
              <a:off x="68910" y="1034521"/>
              <a:ext cx="872490" cy="8382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550">
                  <a:latin typeface="Arial"/>
                  <a:cs typeface="Arial"/>
                </a:rPr>
                <a:t>8"25.%8&amp;2015'/I0</a:t>
              </a:r>
              <a:r>
                <a:rPr sz="550" spc="-100">
                  <a:latin typeface="Arial"/>
                  <a:cs typeface="Arial"/>
                </a:rPr>
                <a:t>#P</a:t>
              </a:r>
              <a:r>
                <a:rPr sz="550">
                  <a:latin typeface="Arial"/>
                  <a:cs typeface="Arial"/>
                </a:rPr>
                <a:t>&amp;1</a:t>
              </a:r>
              <a:endParaRPr/>
            </a:p>
          </p:txBody>
        </p:sp>
        <p:sp>
          <p:nvSpPr>
            <p:cNvPr id="106" name="shape 106"/>
            <p:cNvSpPr/>
            <p:nvPr/>
          </p:nvSpPr>
          <p:spPr>
            <a:xfrm>
              <a:off x="690194" y="1248296"/>
              <a:ext cx="80099" cy="19050"/>
            </a:xfrm>
            <a:custGeom>
              <a:pathLst>
                <a:path w="80098" h="19050">
                  <a:moveTo>
                    <a:pt x="0" y="9525"/>
                  </a:moveTo>
                  <a:lnTo>
                    <a:pt x="80098" y="9525"/>
                  </a:lnTo>
                </a:path>
              </a:pathLst>
            </a:custGeom>
            <a:ln w="1905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107" name="shape 107"/>
            <p:cNvSpPr/>
            <p:nvPr/>
          </p:nvSpPr>
          <p:spPr>
            <a:xfrm>
              <a:off x="1212393" y="1248931"/>
              <a:ext cx="80099" cy="19050"/>
            </a:xfrm>
            <a:custGeom>
              <a:pathLst>
                <a:path w="80098" h="19050">
                  <a:moveTo>
                    <a:pt x="0" y="9525"/>
                  </a:moveTo>
                  <a:lnTo>
                    <a:pt x="80098" y="9525"/>
                  </a:lnTo>
                </a:path>
              </a:pathLst>
            </a:custGeom>
            <a:ln w="1905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108" name="shape 108"/>
            <p:cNvSpPr/>
            <p:nvPr/>
          </p:nvSpPr>
          <p:spPr>
            <a:xfrm>
              <a:off x="0" y="38253"/>
              <a:ext cx="181864" cy="204661"/>
            </a:xfrm>
            <a:custGeom>
              <a:pathLst>
                <a:path w="181864" h="204660">
                  <a:moveTo>
                    <a:pt x="181864" y="0"/>
                  </a:moveTo>
                  <a:lnTo>
                    <a:pt x="137426" y="0"/>
                  </a:lnTo>
                  <a:lnTo>
                    <a:pt x="137426" y="126022"/>
                  </a:lnTo>
                  <a:lnTo>
                    <a:pt x="41516" y="0"/>
                  </a:lnTo>
                  <a:lnTo>
                    <a:pt x="0" y="0"/>
                  </a:lnTo>
                  <a:lnTo>
                    <a:pt x="0" y="204660"/>
                  </a:lnTo>
                  <a:lnTo>
                    <a:pt x="44437" y="204660"/>
                  </a:lnTo>
                  <a:lnTo>
                    <a:pt x="44437" y="74549"/>
                  </a:lnTo>
                  <a:lnTo>
                    <a:pt x="143560" y="204660"/>
                  </a:lnTo>
                  <a:lnTo>
                    <a:pt x="181864" y="204660"/>
                  </a:lnTo>
                  <a:close/>
                </a:path>
              </a:pathLst>
            </a:custGeom>
            <a:solidFill>
              <a:srgbClr val="949494"/>
            </a:solidFill>
          </p:spPr>
        </p:sp>
        <p:sp>
          <p:nvSpPr>
            <p:cNvPr id="109" name="shape 109"/>
            <p:cNvSpPr/>
            <p:nvPr/>
          </p:nvSpPr>
          <p:spPr>
            <a:xfrm>
              <a:off x="200571" y="34735"/>
              <a:ext cx="188875" cy="211684"/>
            </a:xfrm>
            <a:custGeom>
              <a:pathLst>
                <a:path w="188874" h="211683">
                  <a:moveTo>
                    <a:pt x="104965" y="211683"/>
                  </a:moveTo>
                  <a:cubicBezTo>
                    <a:pt x="44729" y="211683"/>
                    <a:pt x="0" y="165201"/>
                    <a:pt x="0" y="106438"/>
                  </a:cubicBezTo>
                  <a:lnTo>
                    <a:pt x="0" y="105841"/>
                  </a:lnTo>
                  <a:cubicBezTo>
                    <a:pt x="0" y="47675"/>
                    <a:pt x="43853" y="0"/>
                    <a:pt x="106718" y="0"/>
                  </a:cubicBezTo>
                  <a:cubicBezTo>
                    <a:pt x="145313" y="0"/>
                    <a:pt x="168414" y="12864"/>
                    <a:pt x="187413" y="31597"/>
                  </a:cubicBezTo>
                  <a:lnTo>
                    <a:pt x="158762" y="64617"/>
                  </a:lnTo>
                  <a:cubicBezTo>
                    <a:pt x="142976" y="50291"/>
                    <a:pt x="126898" y="41528"/>
                    <a:pt x="106425" y="41528"/>
                  </a:cubicBezTo>
                  <a:cubicBezTo>
                    <a:pt x="71932" y="41528"/>
                    <a:pt x="47078" y="70179"/>
                    <a:pt x="47078" y="105257"/>
                  </a:cubicBezTo>
                  <a:lnTo>
                    <a:pt x="47078" y="105841"/>
                  </a:lnTo>
                  <a:cubicBezTo>
                    <a:pt x="47078" y="140944"/>
                    <a:pt x="71348" y="170166"/>
                    <a:pt x="106425" y="170166"/>
                  </a:cubicBezTo>
                  <a:cubicBezTo>
                    <a:pt x="129819" y="170166"/>
                    <a:pt x="144145" y="160807"/>
                    <a:pt x="160223" y="146202"/>
                  </a:cubicBezTo>
                  <a:lnTo>
                    <a:pt x="188874" y="175132"/>
                  </a:lnTo>
                  <a:cubicBezTo>
                    <a:pt x="167830" y="197649"/>
                    <a:pt x="144437" y="211683"/>
                    <a:pt x="104965" y="211683"/>
                  </a:cubicBezTo>
                </a:path>
              </a:pathLst>
            </a:custGeom>
            <a:solidFill>
              <a:srgbClr val="949494"/>
            </a:solidFill>
          </p:spPr>
        </p:sp>
        <p:sp>
          <p:nvSpPr>
            <p:cNvPr id="110" name="shape 110"/>
            <p:cNvSpPr/>
            <p:nvPr/>
          </p:nvSpPr>
          <p:spPr>
            <a:xfrm>
              <a:off x="403949" y="38253"/>
              <a:ext cx="188595" cy="204673"/>
            </a:xfrm>
            <a:custGeom>
              <a:pathLst>
                <a:path w="188594" h="204672">
                  <a:moveTo>
                    <a:pt x="79819" y="0"/>
                  </a:moveTo>
                  <a:lnTo>
                    <a:pt x="0" y="0"/>
                  </a:lnTo>
                  <a:lnTo>
                    <a:pt x="0" y="204672"/>
                  </a:lnTo>
                  <a:lnTo>
                    <a:pt x="79819" y="204672"/>
                  </a:lnTo>
                  <a:lnTo>
                    <a:pt x="123952" y="196782"/>
                  </a:lnTo>
                  <a:lnTo>
                    <a:pt x="158329" y="175102"/>
                  </a:lnTo>
                  <a:lnTo>
                    <a:pt x="180644" y="142624"/>
                  </a:lnTo>
                  <a:lnTo>
                    <a:pt x="188594" y="102336"/>
                  </a:lnTo>
                  <a:lnTo>
                    <a:pt x="188594" y="101739"/>
                  </a:lnTo>
                  <a:lnTo>
                    <a:pt x="180644" y="61544"/>
                  </a:lnTo>
                  <a:lnTo>
                    <a:pt x="166180" y="40627"/>
                  </a:lnTo>
                  <a:lnTo>
                    <a:pt x="79819" y="40627"/>
                  </a:lnTo>
                  <a:lnTo>
                    <a:pt x="105002" y="45168"/>
                  </a:lnTo>
                  <a:lnTo>
                    <a:pt x="124483" y="57880"/>
                  </a:lnTo>
                  <a:lnTo>
                    <a:pt x="137056" y="77392"/>
                  </a:lnTo>
                  <a:lnTo>
                    <a:pt x="141516" y="102336"/>
                  </a:lnTo>
                  <a:lnTo>
                    <a:pt x="141516" y="102920"/>
                  </a:lnTo>
                  <a:lnTo>
                    <a:pt x="137056" y="127760"/>
                  </a:lnTo>
                  <a:lnTo>
                    <a:pt x="124483" y="147068"/>
                  </a:lnTo>
                  <a:lnTo>
                    <a:pt x="105002" y="159581"/>
                  </a:lnTo>
                  <a:lnTo>
                    <a:pt x="79819" y="164032"/>
                  </a:lnTo>
                  <a:lnTo>
                    <a:pt x="45034" y="164032"/>
                  </a:lnTo>
                  <a:lnTo>
                    <a:pt x="45034" y="40627"/>
                  </a:lnTo>
                  <a:lnTo>
                    <a:pt x="79819" y="40627"/>
                  </a:lnTo>
                  <a:lnTo>
                    <a:pt x="166180" y="40627"/>
                  </a:lnTo>
                  <a:lnTo>
                    <a:pt x="158329" y="29271"/>
                  </a:lnTo>
                  <a:lnTo>
                    <a:pt x="123952" y="779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" name="shape 111"/>
            <p:cNvSpPr/>
            <p:nvPr/>
          </p:nvSpPr>
          <p:spPr>
            <a:xfrm>
              <a:off x="839000" y="38252"/>
              <a:ext cx="176899" cy="204661"/>
            </a:xfrm>
            <a:custGeom>
              <a:pathLst>
                <a:path w="176898" h="204660">
                  <a:moveTo>
                    <a:pt x="93573" y="0"/>
                  </a:moveTo>
                  <a:lnTo>
                    <a:pt x="0" y="0"/>
                  </a:lnTo>
                  <a:lnTo>
                    <a:pt x="0" y="204660"/>
                  </a:lnTo>
                  <a:lnTo>
                    <a:pt x="45034" y="204660"/>
                  </a:lnTo>
                  <a:lnTo>
                    <a:pt x="45034" y="139166"/>
                  </a:lnTo>
                  <a:lnTo>
                    <a:pt x="80403" y="139166"/>
                  </a:lnTo>
                  <a:lnTo>
                    <a:pt x="124269" y="204660"/>
                  </a:lnTo>
                  <a:lnTo>
                    <a:pt x="176898" y="204660"/>
                  </a:lnTo>
                  <a:lnTo>
                    <a:pt x="126898" y="131572"/>
                  </a:lnTo>
                  <a:lnTo>
                    <a:pt x="158583" y="108620"/>
                  </a:lnTo>
                  <a:lnTo>
                    <a:pt x="167558" y="90620"/>
                  </a:lnTo>
                  <a:lnTo>
                    <a:pt x="170751" y="68122"/>
                  </a:lnTo>
                  <a:lnTo>
                    <a:pt x="170751" y="67538"/>
                  </a:lnTo>
                  <a:lnTo>
                    <a:pt x="165739" y="40640"/>
                  </a:lnTo>
                  <a:lnTo>
                    <a:pt x="89763" y="40640"/>
                  </a:lnTo>
                  <a:lnTo>
                    <a:pt x="115679" y="48023"/>
                  </a:lnTo>
                  <a:lnTo>
                    <a:pt x="125145" y="69875"/>
                  </a:lnTo>
                  <a:lnTo>
                    <a:pt x="125145" y="70459"/>
                  </a:lnTo>
                  <a:lnTo>
                    <a:pt x="116117" y="91405"/>
                  </a:lnTo>
                  <a:lnTo>
                    <a:pt x="90639" y="99415"/>
                  </a:lnTo>
                  <a:lnTo>
                    <a:pt x="45034" y="99415"/>
                  </a:lnTo>
                  <a:lnTo>
                    <a:pt x="45034" y="40640"/>
                  </a:lnTo>
                  <a:lnTo>
                    <a:pt x="89763" y="40640"/>
                  </a:lnTo>
                  <a:lnTo>
                    <a:pt x="165739" y="40640"/>
                  </a:lnTo>
                  <a:lnTo>
                    <a:pt x="165475" y="39224"/>
                  </a:lnTo>
                  <a:lnTo>
                    <a:pt x="150250" y="17981"/>
                  </a:lnTo>
                  <a:lnTo>
                    <a:pt x="125981" y="463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2" name="shape 112"/>
            <p:cNvSpPr/>
            <p:nvPr/>
          </p:nvSpPr>
          <p:spPr>
            <a:xfrm>
              <a:off x="608228" y="35040"/>
              <a:ext cx="211684" cy="211684"/>
            </a:xfrm>
            <a:custGeom>
              <a:pathLst>
                <a:path w="211683" h="211683">
                  <a:moveTo>
                    <a:pt x="211683" y="105841"/>
                  </a:moveTo>
                  <a:cubicBezTo>
                    <a:pt x="211683" y="164299"/>
                    <a:pt x="164299" y="211683"/>
                    <a:pt x="105841" y="211683"/>
                  </a:cubicBezTo>
                  <a:cubicBezTo>
                    <a:pt x="47383" y="211683"/>
                    <a:pt x="0" y="164299"/>
                    <a:pt x="0" y="105841"/>
                  </a:cubicBezTo>
                  <a:cubicBezTo>
                    <a:pt x="0" y="47383"/>
                    <a:pt x="47383" y="0"/>
                    <a:pt x="105841" y="0"/>
                  </a:cubicBezTo>
                  <a:cubicBezTo>
                    <a:pt x="164299" y="0"/>
                    <a:pt x="211683" y="47383"/>
                    <a:pt x="211683" y="105841"/>
                  </a:cubicBezTo>
                </a:path>
              </a:pathLst>
            </a:custGeom>
            <a:solidFill>
              <a:srgbClr val="000000"/>
            </a:solidFill>
          </p:spPr>
        </p:sp>
        <p:sp>
          <p:nvSpPr>
            <p:cNvPr id="113" name="shape 113"/>
            <p:cNvSpPr/>
            <p:nvPr/>
          </p:nvSpPr>
          <p:spPr>
            <a:xfrm>
              <a:off x="648614" y="74626"/>
              <a:ext cx="128867" cy="128879"/>
            </a:xfrm>
            <a:custGeom>
              <a:pathLst>
                <a:path w="128866" h="128878">
                  <a:moveTo>
                    <a:pt x="128866" y="64439"/>
                  </a:moveTo>
                  <a:cubicBezTo>
                    <a:pt x="128866" y="100024"/>
                    <a:pt x="100012" y="128879"/>
                    <a:pt x="64427" y="128879"/>
                  </a:cubicBezTo>
                  <a:cubicBezTo>
                    <a:pt x="28841" y="128879"/>
                    <a:pt x="0" y="100024"/>
                    <a:pt x="0" y="64439"/>
                  </a:cubicBezTo>
                  <a:cubicBezTo>
                    <a:pt x="0" y="28854"/>
                    <a:pt x="28841" y="0"/>
                    <a:pt x="64427" y="0"/>
                  </a:cubicBezTo>
                  <a:cubicBezTo>
                    <a:pt x="100012" y="0"/>
                    <a:pt x="128866" y="28854"/>
                    <a:pt x="128866" y="64439"/>
                  </a:cubicBezTo>
                </a:path>
              </a:pathLst>
            </a:custGeom>
            <a:solidFill>
              <a:srgbClr val="FFFFFF"/>
            </a:solidFill>
          </p:spPr>
        </p:sp>
        <p:sp>
          <p:nvSpPr>
            <p:cNvPr id="114" name="shape 114"/>
            <p:cNvSpPr/>
            <p:nvPr/>
          </p:nvSpPr>
          <p:spPr>
            <a:xfrm>
              <a:off x="660730" y="86741"/>
              <a:ext cx="104636" cy="104648"/>
            </a:xfrm>
            <a:custGeom>
              <a:pathLst>
                <a:path w="104635" h="104647">
                  <a:moveTo>
                    <a:pt x="104635" y="52323"/>
                  </a:moveTo>
                  <a:cubicBezTo>
                    <a:pt x="104635" y="81216"/>
                    <a:pt x="81216" y="104647"/>
                    <a:pt x="52311" y="104647"/>
                  </a:cubicBezTo>
                  <a:cubicBezTo>
                    <a:pt x="23418" y="104647"/>
                    <a:pt x="0" y="81216"/>
                    <a:pt x="0" y="52323"/>
                  </a:cubicBezTo>
                  <a:cubicBezTo>
                    <a:pt x="0" y="23431"/>
                    <a:pt x="23418" y="0"/>
                    <a:pt x="52311" y="0"/>
                  </a:cubicBezTo>
                  <a:cubicBezTo>
                    <a:pt x="81216" y="0"/>
                    <a:pt x="104635" y="23431"/>
                    <a:pt x="104635" y="52323"/>
                  </a:cubicBezTo>
                </a:path>
              </a:pathLst>
            </a:custGeom>
            <a:solidFill>
              <a:srgbClr val="949494"/>
            </a:solidFill>
          </p:spPr>
        </p:sp>
        <p:sp>
          <p:nvSpPr>
            <p:cNvPr id="115" name="shape 115"/>
            <p:cNvSpPr txBox="1"/>
            <p:nvPr/>
          </p:nvSpPr>
          <p:spPr>
            <a:xfrm>
              <a:off x="387680" y="267167"/>
              <a:ext cx="356870" cy="18923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Arial"/>
                  <a:cs typeface="Arial"/>
                </a:rPr>
                <a:t>¡&amp;P</a:t>
              </a:r>
              <a:endParaRPr/>
            </a:p>
            <a:p>
              <a:pPr marL="167640">
                <a:lnSpc>
                  <a:spcPts val="710"/>
                </a:lnSpc>
              </a:pPr>
              <a:r>
                <a:rPr sz="650">
                  <a:latin typeface="Arial"/>
                  <a:cs typeface="Arial"/>
                </a:rPr>
                <a:t>ð</a:t>
              </a:r>
              <a:endParaRPr/>
            </a:p>
          </p:txBody>
        </p:sp>
        <p:sp>
          <p:nvSpPr>
            <p:cNvPr id="116" name="shape 116"/>
            <p:cNvSpPr txBox="1"/>
            <p:nvPr/>
          </p:nvSpPr>
          <p:spPr>
            <a:xfrm>
              <a:off x="2059000" y="200055"/>
              <a:ext cx="549275" cy="19812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1300">
                  <a:latin typeface="Arial"/>
                  <a:cs typeface="Arial"/>
                </a:rPr>
                <a:t>Ï</a:t>
              </a:r>
              <a:r>
                <a:rPr sz="1300" spc="-90">
                  <a:latin typeface="Arial"/>
                  <a:cs typeface="Arial"/>
                </a:rPr>
                <a:t>| </a:t>
              </a:r>
              <a:endParaRPr/>
            </a:p>
          </p:txBody>
        </p:sp>
        <p:sp>
          <p:nvSpPr>
            <p:cNvPr id="117" name="shape 117"/>
            <p:cNvSpPr txBox="1"/>
            <p:nvPr/>
          </p:nvSpPr>
          <p:spPr>
            <a:xfrm>
              <a:off x="3318205" y="200055"/>
              <a:ext cx="638175" cy="19812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>
                <a:tabLst>
                  <a:tab pos="348615" algn="l"/>
                </a:tabLst>
              </a:pPr>
              <a:r>
                <a:rPr sz="1300">
                  <a:latin typeface="Arial"/>
                  <a:cs typeface="Arial"/>
                </a:rPr>
                <a:t>S</a:t>
              </a:r>
              <a:r>
                <a:rPr sz="1300">
                  <a:latin typeface="Arial"/>
                  <a:cs typeface="Arial"/>
                </a:rPr>
                <a:t>	</a:t>
              </a:r>
              <a:r>
                <a:rPr sz="1300" spc="-310">
                  <a:latin typeface="Arial"/>
                  <a:cs typeface="Arial"/>
                </a:rPr>
                <a:t>&gt; </a:t>
              </a:r>
              <a:endParaRPr/>
            </a:p>
          </p:txBody>
        </p:sp>
        <p:sp>
          <p:nvSpPr>
            <p:cNvPr id="118" name="shape 118"/>
            <p:cNvSpPr txBox="1"/>
            <p:nvPr/>
          </p:nvSpPr>
          <p:spPr>
            <a:xfrm>
              <a:off x="1102690" y="-5781"/>
              <a:ext cx="777240" cy="398781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8905"/>
              <a:r>
                <a:rPr sz="1700">
                  <a:latin typeface="Arial"/>
                  <a:cs typeface="Arial"/>
                </a:rPr>
                <a:t>)  *+</a:t>
              </a:r>
              <a:endParaRPr/>
            </a:p>
            <a:p>
              <a:pPr marL="128905">
                <a:lnSpc>
                  <a:spcPts val="1100"/>
                </a:lnSpc>
              </a:pPr>
              <a:r>
                <a:rPr sz="1300">
                  <a:latin typeface="Arial"/>
                  <a:cs typeface="Arial"/>
                </a:rPr>
                <a:t>E</a:t>
              </a:r>
              <a:endParaRPr/>
            </a:p>
          </p:txBody>
        </p:sp>
        <p:sp>
          <p:nvSpPr>
            <p:cNvPr id="119" name="shape 119"/>
            <p:cNvSpPr/>
            <p:nvPr/>
          </p:nvSpPr>
          <p:spPr>
            <a:xfrm>
              <a:off x="1103960" y="0"/>
              <a:ext cx="12700" cy="411481"/>
            </a:xfrm>
            <a:custGeom>
              <a:pathLst>
                <a:path w="12700" h="411480">
                  <a:moveTo>
                    <a:pt x="6350" y="0"/>
                  </a:moveTo>
                  <a:lnTo>
                    <a:pt x="6350" y="41148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 lim="4"/>
            </a:ln>
          </p:spPr>
        </p:sp>
        <p:sp>
          <p:nvSpPr>
            <p:cNvPr id="120" name="shape 120"/>
            <p:cNvSpPr txBox="1"/>
            <p:nvPr/>
          </p:nvSpPr>
          <p:spPr>
            <a:xfrm>
              <a:off x="2402535" y="1179906"/>
              <a:ext cx="1433830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 spc="-5">
                  <a:latin typeface="Arial"/>
                  <a:cs typeface="Arial"/>
                </a:rPr>
                <a:t>853V%&amp;"1</a:t>
              </a:r>
              <a:r>
                <a:rPr sz="650" spc="-120">
                  <a:latin typeface="Arial"/>
                  <a:cs typeface="Arial"/>
                </a:rPr>
                <a:t>©.</a:t>
              </a:r>
              <a:r>
                <a:rPr sz="650" spc="-5">
                  <a:latin typeface="Arial"/>
                  <a:cs typeface="Arial"/>
                </a:rPr>
                <a:t>115&amp;6H5%53V8&amp;$.1.'&amp;%/</a:t>
              </a:r>
              <a:endParaRPr/>
            </a:p>
          </p:txBody>
        </p:sp>
        <p:sp>
          <p:nvSpPr>
            <p:cNvPr id="121" name="shape 121"/>
            <p:cNvSpPr/>
            <p:nvPr/>
          </p:nvSpPr>
          <p:spPr>
            <a:xfrm>
              <a:off x="2242351" y="1176148"/>
              <a:ext cx="108940" cy="108940"/>
            </a:xfrm>
            <a:custGeom>
              <a:pathLst>
                <a:path w="108939" h="108939">
                  <a:moveTo>
                    <a:pt x="54469" y="103072"/>
                  </a:moveTo>
                  <a:cubicBezTo>
                    <a:pt x="81317" y="103072"/>
                    <a:pt x="103072" y="81316"/>
                    <a:pt x="103072" y="54469"/>
                  </a:cubicBezTo>
                  <a:cubicBezTo>
                    <a:pt x="103072" y="27634"/>
                    <a:pt x="81317" y="5866"/>
                    <a:pt x="54469" y="5866"/>
                  </a:cubicBezTo>
                  <a:cubicBezTo>
                    <a:pt x="27621" y="5866"/>
                    <a:pt x="5866" y="27634"/>
                    <a:pt x="5866" y="54469"/>
                  </a:cubicBezTo>
                  <a:cubicBezTo>
                    <a:pt x="5866" y="81316"/>
                    <a:pt x="27621" y="103072"/>
                    <a:pt x="54469" y="103072"/>
                  </a:cubicBezTo>
                </a:path>
              </a:pathLst>
            </a:custGeom>
            <a:ln w="1270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122" name="shape 122"/>
            <p:cNvSpPr txBox="1"/>
            <p:nvPr/>
          </p:nvSpPr>
          <p:spPr>
            <a:xfrm>
              <a:off x="4102430" y="1176950"/>
              <a:ext cx="762000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>
                  <a:latin typeface="Arial"/>
                  <a:cs typeface="Arial"/>
                </a:rPr>
                <a:t>&amp;.6"7 "0,&amp;-"%6</a:t>
              </a:r>
              <a:endParaRPr/>
            </a:p>
          </p:txBody>
        </p:sp>
        <p:sp>
          <p:nvSpPr>
            <p:cNvPr id="123" name="shape 123"/>
            <p:cNvSpPr/>
            <p:nvPr/>
          </p:nvSpPr>
          <p:spPr>
            <a:xfrm>
              <a:off x="3886747" y="1176148"/>
              <a:ext cx="108940" cy="108940"/>
            </a:xfrm>
            <a:custGeom>
              <a:pathLst>
                <a:path w="108939" h="108939">
                  <a:moveTo>
                    <a:pt x="54469" y="103072"/>
                  </a:moveTo>
                  <a:cubicBezTo>
                    <a:pt x="81317" y="103072"/>
                    <a:pt x="103072" y="81316"/>
                    <a:pt x="103072" y="54469"/>
                  </a:cubicBezTo>
                  <a:cubicBezTo>
                    <a:pt x="103072" y="27634"/>
                    <a:pt x="81317" y="5866"/>
                    <a:pt x="54469" y="5866"/>
                  </a:cubicBezTo>
                  <a:cubicBezTo>
                    <a:pt x="27621" y="5866"/>
                    <a:pt x="5866" y="27634"/>
                    <a:pt x="5866" y="54469"/>
                  </a:cubicBezTo>
                  <a:cubicBezTo>
                    <a:pt x="5866" y="81316"/>
                    <a:pt x="27621" y="103072"/>
                    <a:pt x="54469" y="103072"/>
                  </a:cubicBezTo>
                </a:path>
              </a:pathLst>
            </a:custGeom>
            <a:ln w="1270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124" name="shape 124"/>
            <p:cNvSpPr/>
            <p:nvPr/>
          </p:nvSpPr>
          <p:spPr>
            <a:xfrm>
              <a:off x="2159584" y="1098309"/>
              <a:ext cx="4645152" cy="266980"/>
            </a:xfrm>
            <a:prstGeom prst="rect">
              <a:avLst/>
            </a:prstGeom>
            <a:ln w="12700" cap="flat">
              <a:solidFill>
                <a:srgbClr val="000000"/>
              </a:solidFill>
              <a:prstDash val="solid"/>
              <a:miter lim="4"/>
            </a:ln>
          </p:spPr>
        </p:sp>
        <p:sp>
          <p:nvSpPr>
            <p:cNvPr id="125" name="shape 125"/>
            <p:cNvSpPr txBox="1"/>
            <p:nvPr/>
          </p:nvSpPr>
          <p:spPr>
            <a:xfrm>
              <a:off x="5082235" y="1179906"/>
              <a:ext cx="1700530" cy="9906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650" spc="-115">
                  <a:latin typeface="Arial"/>
                  <a:cs typeface="Arial"/>
                </a:rPr>
                <a:t>©.</a:t>
              </a:r>
              <a:r>
                <a:rPr sz="650">
                  <a:latin typeface="Arial"/>
                  <a:cs typeface="Arial"/>
                </a:rPr>
                <a:t>115&amp;6H5%53Vª"53'%/"1801553V8$"0,&amp;</a:t>
              </a:r>
              <a:endParaRPr/>
            </a:p>
          </p:txBody>
        </p:sp>
        <p:sp>
          <p:nvSpPr>
            <p:cNvPr id="126" name="shape 126"/>
            <p:cNvSpPr/>
            <p:nvPr/>
          </p:nvSpPr>
          <p:spPr>
            <a:xfrm>
              <a:off x="4930687" y="1176148"/>
              <a:ext cx="108940" cy="108940"/>
            </a:xfrm>
            <a:custGeom>
              <a:pathLst>
                <a:path w="108939" h="108939">
                  <a:moveTo>
                    <a:pt x="54469" y="103072"/>
                  </a:moveTo>
                  <a:cubicBezTo>
                    <a:pt x="81317" y="103072"/>
                    <a:pt x="103072" y="81316"/>
                    <a:pt x="103072" y="54469"/>
                  </a:cubicBezTo>
                  <a:cubicBezTo>
                    <a:pt x="103072" y="27634"/>
                    <a:pt x="81317" y="5866"/>
                    <a:pt x="54469" y="5866"/>
                  </a:cubicBezTo>
                  <a:cubicBezTo>
                    <a:pt x="27621" y="5866"/>
                    <a:pt x="5866" y="27634"/>
                    <a:pt x="5866" y="54469"/>
                  </a:cubicBezTo>
                  <a:cubicBezTo>
                    <a:pt x="5866" y="81316"/>
                    <a:pt x="27621" y="103072"/>
                    <a:pt x="54469" y="103072"/>
                  </a:cubicBezTo>
                </a:path>
              </a:pathLst>
            </a:custGeom>
            <a:ln w="12700" cap="flat">
              <a:solidFill>
                <a:srgbClr val="949494"/>
              </a:solidFill>
              <a:prstDash val="solid"/>
              <a:miter lim="4"/>
            </a:ln>
          </p:spPr>
        </p:sp>
        <p:sp>
          <p:nvSpPr>
            <p:cNvPr id="127" name="shape 127"/>
            <p:cNvSpPr/>
            <p:nvPr/>
          </p:nvSpPr>
          <p:spPr>
            <a:xfrm>
              <a:off x="2273884" y="1063221"/>
              <a:ext cx="520091" cy="77100"/>
            </a:xfrm>
            <a:prstGeom prst="rect">
              <a:avLst/>
            </a:prstGeom>
            <a:solidFill>
              <a:srgbClr val="FFFFFF"/>
            </a:solidFill>
          </p:spPr>
        </p:sp>
        <p:sp>
          <p:nvSpPr>
            <p:cNvPr id="128" name="shape 128"/>
            <p:cNvSpPr txBox="1"/>
            <p:nvPr/>
          </p:nvSpPr>
          <p:spPr>
            <a:xfrm>
              <a:off x="2289505" y="1050645"/>
              <a:ext cx="102236" cy="8382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700"/>
              <a:r>
                <a:rPr sz="550">
                  <a:latin typeface="Arial"/>
                  <a:cs typeface="Arial"/>
                </a:rPr>
                <a:t>(</a:t>
              </a:r>
              <a:endParaRPr/>
            </a:p>
          </p:txBody>
        </p:sp>
        <p:sp>
          <p:nvSpPr>
            <p:cNvPr id="129" name="shape 129"/>
            <p:cNvSpPr txBox="1"/>
            <p:nvPr/>
          </p:nvSpPr>
          <p:spPr>
            <a:xfrm>
              <a:off x="2402535" y="1050645"/>
              <a:ext cx="1433830" cy="83820"/>
            </a:xfrm>
            <a:prstGeom prst="rect"/>
            <a:noFill/>
          </p:spPr>
          <p:txBody>
            <a:bodyPr vertOverflow="overflow" horzOverflow="overflow" numCol="1" wrap="square" lIns="0" tIns="0" rIns="0" bIns="0">
              <a:spAutoFit/>
            </a:bodyPr>
            <a:p>
              <a:pPr marL="124460"/>
              <a:r>
                <a:rPr sz="550">
                  <a:latin typeface="Arial"/>
                  <a:cs typeface="Arial"/>
                </a:rPr>
                <a:t>@</a:t>
              </a:r>
              <a:endParaRPr/>
            </a:p>
          </p:txBody>
        </p:sp>
      </p:grpSp>
      <p:sp>
        <p:nvSpPr>
          <p:cNvPr id="130" name="shape 130"/>
          <p:cNvSpPr/>
          <p:nvPr/>
        </p:nvSpPr>
        <p:spPr>
          <a:xfrm>
            <a:off x="457200" y="9514815"/>
            <a:ext cx="5161788" cy="6350"/>
          </a:xfrm>
          <a:custGeom>
            <a:pathLst>
              <a:path w="5161788" h="6350">
                <a:moveTo>
                  <a:pt x="0" y="3175"/>
                </a:moveTo>
                <a:lnTo>
                  <a:pt x="5161788" y="3175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 lim="4"/>
          </a:ln>
        </p:spPr>
      </p:sp>
      <p:sp>
        <p:nvSpPr>
          <p:cNvPr id="131" name="shape 131"/>
          <p:cNvSpPr/>
          <p:nvPr/>
        </p:nvSpPr>
        <p:spPr>
          <a:xfrm>
            <a:off x="5796229" y="9511005"/>
            <a:ext cx="1518971" cy="6350"/>
          </a:xfrm>
          <a:custGeom>
            <a:pathLst>
              <a:path w="1518970" h="6350">
                <a:moveTo>
                  <a:pt x="0" y="3175"/>
                </a:moveTo>
                <a:lnTo>
                  <a:pt x="1518970" y="3175"/>
                </a:lnTo>
              </a:path>
            </a:pathLst>
          </a:custGeom>
          <a:ln w="6350" cap="flat">
            <a:solidFill>
              <a:srgbClr val="000000"/>
            </a:solidFill>
            <a:prstDash val="solid"/>
            <a:miter lim="4"/>
          </a:ln>
        </p:spPr>
      </p:sp>
      <p:sp>
        <p:nvSpPr>
          <p:cNvPr id="132" name="shape 132"/>
          <p:cNvSpPr txBox="1"/>
          <p:nvPr/>
        </p:nvSpPr>
        <p:spPr>
          <a:xfrm>
            <a:off x="728980" y="1626672"/>
            <a:ext cx="307975" cy="1143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750">
                <a:latin typeface="Arial"/>
                <a:cs typeface="Arial"/>
              </a:rPr>
              <a:t>)  *+</a:t>
            </a:r>
            <a:endParaRPr/>
          </a:p>
        </p:txBody>
      </p:sp>
      <p:sp>
        <p:nvSpPr>
          <p:cNvPr id="133" name="shape 133"/>
          <p:cNvSpPr txBox="1"/>
          <p:nvPr/>
        </p:nvSpPr>
        <p:spPr>
          <a:xfrm>
            <a:off x="1155700" y="1728277"/>
            <a:ext cx="178436" cy="1143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750">
                <a:latin typeface="Arial"/>
                <a:cs typeface="Arial"/>
              </a:rPr>
              <a:t>?@</a:t>
            </a:r>
            <a:endParaRPr/>
          </a:p>
        </p:txBody>
      </p:sp>
      <p:sp>
        <p:nvSpPr>
          <p:cNvPr id="134" name="shape 134"/>
          <p:cNvSpPr txBox="1"/>
          <p:nvPr/>
        </p:nvSpPr>
        <p:spPr>
          <a:xfrm>
            <a:off x="1511300" y="1728277"/>
            <a:ext cx="262890" cy="1143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750">
                <a:latin typeface="Arial"/>
                <a:cs typeface="Arial"/>
              </a:rPr>
              <a:t>A</a:t>
            </a:r>
            <a:r>
              <a:rPr sz="750" spc="-180">
                <a:latin typeface="Arial"/>
                <a:cs typeface="Arial"/>
              </a:rPr>
              <a:t>&gt; </a:t>
            </a:r>
            <a:endParaRPr/>
          </a:p>
        </p:txBody>
      </p:sp>
      <p:sp>
        <p:nvSpPr>
          <p:cNvPr id="135" name="shape 135"/>
          <p:cNvSpPr txBox="1"/>
          <p:nvPr/>
        </p:nvSpPr>
        <p:spPr>
          <a:xfrm>
            <a:off x="1819910" y="1626672"/>
            <a:ext cx="127636" cy="1143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750">
                <a:latin typeface="Arial"/>
                <a:cs typeface="Arial"/>
              </a:rPr>
              <a:t>=</a:t>
            </a:r>
            <a:endParaRPr/>
          </a:p>
        </p:txBody>
      </p:sp>
      <p:sp>
        <p:nvSpPr>
          <p:cNvPr id="136" name="shape 136"/>
          <p:cNvSpPr txBox="1"/>
          <p:nvPr/>
        </p:nvSpPr>
        <p:spPr>
          <a:xfrm>
            <a:off x="1974215" y="1728277"/>
            <a:ext cx="184150" cy="1143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750" spc="-180">
                <a:latin typeface="Arial"/>
                <a:cs typeface="Arial"/>
              </a:rPr>
              <a:t>&gt; </a:t>
            </a:r>
            <a:endParaRPr/>
          </a:p>
        </p:txBody>
      </p:sp>
      <p:sp>
        <p:nvSpPr>
          <p:cNvPr id="137" name="shape 137"/>
          <p:cNvSpPr txBox="1"/>
          <p:nvPr/>
        </p:nvSpPr>
        <p:spPr>
          <a:xfrm>
            <a:off x="2747645" y="1626672"/>
            <a:ext cx="321310" cy="217805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49860"/>
            <a:r>
              <a:rPr sz="750" spc="-180">
                <a:latin typeface="Arial"/>
                <a:cs typeface="Arial"/>
              </a:rPr>
              <a:t>&gt; </a:t>
            </a:r>
            <a:endParaRPr/>
          </a:p>
          <a:p>
            <a:pPr marL="12700">
              <a:lnSpc>
                <a:spcPts val="814"/>
              </a:lnSpc>
            </a:pPr>
            <a:r>
              <a:rPr sz="750" spc="-180">
                <a:latin typeface="Arial"/>
                <a:cs typeface="Arial"/>
              </a:rPr>
              <a:t>&gt; </a:t>
            </a:r>
            <a:endParaRPr/>
          </a:p>
        </p:txBody>
      </p:sp>
      <p:sp>
        <p:nvSpPr>
          <p:cNvPr id="138" name="shape 138"/>
          <p:cNvSpPr txBox="1"/>
          <p:nvPr/>
        </p:nvSpPr>
        <p:spPr>
          <a:xfrm>
            <a:off x="3954145" y="1638650"/>
            <a:ext cx="3441700" cy="3302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750">
                <a:latin typeface="Arial"/>
                <a:cs typeface="Arial"/>
              </a:rPr>
              <a:t>4&amp;P,5'&amp;.'</a:t>
            </a:r>
            <a:r>
              <a:rPr sz="750" u="sng">
                <a:latin typeface="Arial"/>
                <a:cs typeface="Arial"/>
              </a:rPr>
              <a:t>444:326"1:V"</a:t>
            </a:r>
            <a:r>
              <a:rPr sz="750">
                <a:latin typeface="Arial"/>
                <a:cs typeface="Arial"/>
              </a:rPr>
              <a:t>:</a:t>
            </a:r>
            <a:endParaRPr/>
          </a:p>
          <a:p>
            <a:pPr marL="12700">
              <a:spcBef>
                <a:spcPts val="800"/>
              </a:spcBef>
              <a:tabLst>
                <a:tab pos="1247775" algn="l"/>
                <a:tab pos="2418715" algn="l"/>
              </a:tabLst>
            </a:pPr>
            <a:r>
              <a:rPr sz="750">
                <a:latin typeface="Arial"/>
                <a:cs typeface="Arial"/>
              </a:rPr>
              <a:t>°ES±</a:t>
            </a:r>
            <a:r>
              <a:rPr sz="750" spc="-180">
                <a:latin typeface="Arial"/>
                <a:cs typeface="Arial"/>
              </a:rPr>
              <a:t>B(</a:t>
            </a:r>
            <a:r>
              <a:rPr sz="750">
                <a:latin typeface="Arial"/>
                <a:cs typeface="Arial"/>
              </a:rPr>
              <a:t>°</a:t>
            </a:r>
            <a:r>
              <a:rPr sz="750" spc="-180">
                <a:latin typeface="Arial"/>
                <a:cs typeface="Arial"/>
              </a:rPr>
              <a:t>B{</a:t>
            </a:r>
            <a:r>
              <a:rPr sz="750">
                <a:latin typeface="Arial"/>
                <a:cs typeface="Arial"/>
              </a:rPr>
              <a:t>@E°</a:t>
            </a:r>
            <a:r>
              <a:rPr sz="750" spc="-180">
                <a:latin typeface="Arial"/>
                <a:cs typeface="Arial"/>
              </a:rPr>
              <a:t>B²</a:t>
            </a:r>
            <a:r>
              <a:rPr sz="750">
                <a:latin typeface="Arial"/>
                <a:cs typeface="Arial"/>
              </a:rPr>
              <a:t>±</a:t>
            </a:r>
            <a:r>
              <a:rPr sz="750">
                <a:latin typeface="Arial"/>
                <a:cs typeface="Arial"/>
              </a:rPr>
              <a:t>	</a:t>
            </a:r>
            <a:r>
              <a:rPr sz="750" spc="-180">
                <a:latin typeface="Arial"/>
                <a:cs typeface="Arial"/>
              </a:rPr>
              <a:t>³&amp;</a:t>
            </a:r>
            <a:r>
              <a:rPr sz="750">
                <a:latin typeface="Arial"/>
                <a:cs typeface="Arial"/>
              </a:rPr>
              <a:t>3&amp;1.%%/R/"0</a:t>
            </a:r>
            <a:r>
              <a:rPr sz="750" spc="-135">
                <a:latin typeface="Arial"/>
                <a:cs typeface="Arial"/>
              </a:rPr>
              <a:t>#.</a:t>
            </a:r>
            <a:r>
              <a:rPr sz="750">
                <a:latin typeface="Arial"/>
                <a:cs typeface="Arial"/>
              </a:rPr>
              <a:t>/2%.5</a:t>
            </a:r>
            <a:r>
              <a:rPr sz="750" spc="-135">
                <a:latin typeface="Arial"/>
                <a:cs typeface="Arial"/>
              </a:rPr>
              <a:t>#</a:t>
            </a:r>
            <a:r>
              <a:rPr sz="750" spc="-135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¢&amp;.6"7  "0,&amp;-"%6£</a:t>
            </a:r>
            <a:endParaRPr/>
          </a:p>
        </p:txBody>
      </p:sp>
      <p:sp>
        <p:nvSpPr>
          <p:cNvPr id="139" name="shape 139"/>
          <p:cNvSpPr txBox="1"/>
          <p:nvPr/>
        </p:nvSpPr>
        <p:spPr>
          <a:xfrm>
            <a:off x="444500" y="1941950"/>
            <a:ext cx="3443605" cy="1118616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7145" algn="just">
              <a:lnSpc>
                <a:spcPct val="88883"/>
              </a:lnSpc>
              <a:tabLst>
                <a:tab pos="2124710" algn="l"/>
              </a:tabLst>
            </a:pPr>
            <a:r>
              <a:rPr sz="750">
                <a:latin typeface="Arial"/>
                <a:cs typeface="Arial"/>
              </a:rPr>
              <a:t>(</a:t>
            </a:r>
            <a:r>
              <a:rPr sz="750" spc="-180">
                <a:latin typeface="Arial"/>
                <a:cs typeface="Arial"/>
              </a:rPr>
              <a:t>BC</a:t>
            </a:r>
            <a:r>
              <a:rPr sz="750" spc="-135">
                <a:latin typeface="Arial"/>
                <a:cs typeface="Arial"/>
              </a:rPr>
              <a:t>D </a:t>
            </a:r>
            <a:r>
              <a:rPr sz="750">
                <a:latin typeface="Arial"/>
                <a:cs typeface="Arial"/>
              </a:rPr>
              <a:t>)  *+EF  G"0</a:t>
            </a:r>
            <a:r>
              <a:rPr sz="750" spc="-135">
                <a:latin typeface="Arial"/>
                <a:cs typeface="Arial"/>
              </a:rPr>
              <a:t>#.</a:t>
            </a:r>
            <a:r>
              <a:rPr sz="750">
                <a:latin typeface="Arial"/>
                <a:cs typeface="Arial"/>
              </a:rPr>
              <a:t>/0,&amp;H"1</a:t>
            </a:r>
            <a:r>
              <a:rPr sz="750" spc="-135">
                <a:latin typeface="Arial"/>
                <a:cs typeface="Arial"/>
              </a:rPr>
              <a:t># </a:t>
            </a:r>
            <a:r>
              <a:rPr sz="750">
                <a:latin typeface="Arial"/>
                <a:cs typeface="Arial"/>
              </a:rPr>
              <a:t>I!JKL57/"0$%.3'"2%.5</a:t>
            </a:r>
            <a:r>
              <a:rPr sz="750" spc="-135">
                <a:latin typeface="Arial"/>
                <a:cs typeface="Arial"/>
              </a:rPr>
              <a:t># </a:t>
            </a:r>
            <a:r>
              <a:rPr sz="750">
                <a:latin typeface="Arial"/>
                <a:cs typeface="Arial"/>
              </a:rPr>
              <a:t>&amp;5'-&amp;1'-&amp; I:!:8'.36.16M&amp;602'5"3"1'-&amp;I:!:!-5%6M&amp;602'5"3N</a:t>
            </a:r>
            <a:r>
              <a:rPr sz="750" spc="-135">
                <a:latin typeface="Arial"/>
                <a:cs typeface="Arial"/>
              </a:rPr>
              <a:t>#"</a:t>
            </a:r>
            <a:r>
              <a:rPr sz="750">
                <a:latin typeface="Arial"/>
                <a:cs typeface="Arial"/>
              </a:rPr>
              <a:t>03'OP0'3""'-&amp;1 I:!:6&amp;602'5"3,QR.36/"06"3"'$%.3'"2%.5</a:t>
            </a:r>
            <a:r>
              <a:rPr sz="750" spc="-135">
                <a:latin typeface="Arial"/>
                <a:cs typeface="Arial"/>
              </a:rPr>
              <a:t>#</a:t>
            </a:r>
            <a:r>
              <a:rPr sz="750" spc="-135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.3/I:!:'.921&amp;65',:</a:t>
            </a:r>
            <a:endParaRPr/>
          </a:p>
          <a:p>
            <a:pPr marL="12700" marR="12700" algn="just">
              <a:lnSpc>
                <a:spcPct val="88885"/>
              </a:lnSpc>
              <a:spcBef>
                <a:spcPts val="800"/>
              </a:spcBef>
            </a:pPr>
            <a:r>
              <a:rPr sz="750">
                <a:latin typeface="Arial"/>
                <a:cs typeface="Arial"/>
              </a:rPr>
              <a:t>(</a:t>
            </a:r>
            <a:r>
              <a:rPr sz="750" spc="-195">
                <a:latin typeface="Arial"/>
                <a:cs typeface="Arial"/>
              </a:rPr>
              <a:t>BC</a:t>
            </a:r>
            <a:r>
              <a:rPr sz="750" spc="-150">
                <a:latin typeface="Arial"/>
                <a:cs typeface="Arial"/>
              </a:rPr>
              <a:t>D </a:t>
            </a:r>
            <a:r>
              <a:rPr sz="750">
                <a:latin typeface="Arial"/>
                <a:cs typeface="Arial"/>
              </a:rPr>
              <a:t>) *+)CS  T7/"0.1&amp;.3"31&amp;,56&amp;3'.%5&amp;3R/"0</a:t>
            </a:r>
            <a:r>
              <a:rPr sz="750" spc="-150">
                <a:latin typeface="Arial"/>
                <a:cs typeface="Arial"/>
              </a:rPr>
              <a:t>#0</a:t>
            </a:r>
            <a:r>
              <a:rPr sz="750">
                <a:latin typeface="Arial"/>
                <a:cs typeface="Arial"/>
              </a:rPr>
              <a:t>,'0,&amp;H"1</a:t>
            </a:r>
            <a:r>
              <a:rPr sz="750" spc="-150">
                <a:latin typeface="Arial"/>
                <a:cs typeface="Arial"/>
              </a:rPr>
              <a:t># </a:t>
            </a:r>
            <a:r>
              <a:rPr sz="750">
                <a:latin typeface="Arial"/>
                <a:cs typeface="Arial"/>
              </a:rPr>
              <a:t>I!J IUN:T3V&amp;3&amp;1.%R.3"31&amp;,56&amp;3'.%5&amp;35,.3.%5&amp;3O3"'.W:8:25'5X&amp;3Q4-"-.,3"' $.,,&amp;6'-&amp;V1&amp;&amp;32.16'&amp;,'"1'-&amp;,0P,'.3'5.%$1&amp;,&amp;32&amp;'&amp;,':YZ[[\]^_`abc`de fghijkZklbm</a:t>
            </a:r>
            <a:r>
              <a:rPr sz="750" spc="-195">
                <a:latin typeface="Arial"/>
                <a:cs typeface="Arial"/>
              </a:rPr>
              <a:t>n]</a:t>
            </a:r>
            <a:r>
              <a:rPr sz="750">
                <a:latin typeface="Arial"/>
                <a:cs typeface="Arial"/>
              </a:rPr>
              <a:t>`o[pdqr_`[esipdq</a:t>
            </a:r>
            <a:r>
              <a:rPr sz="750" spc="-150">
                <a:latin typeface="Arial"/>
                <a:cs typeface="Arial"/>
              </a:rPr>
              <a:t>td</a:t>
            </a:r>
            <a:r>
              <a:rPr sz="750">
                <a:latin typeface="Arial"/>
                <a:cs typeface="Arial"/>
              </a:rPr>
              <a:t>q[`epdq</a:t>
            </a:r>
            <a:r>
              <a:rPr sz="750" spc="-150">
                <a:latin typeface="Arial"/>
                <a:cs typeface="Arial"/>
              </a:rPr>
              <a:t>tb</a:t>
            </a:r>
            <a:r>
              <a:rPr sz="750">
                <a:latin typeface="Arial"/>
                <a:cs typeface="Arial"/>
              </a:rPr>
              <a:t>c`dedecu[vq[[eabqoc[scbeo cu[s]^scbec`b_wq[s[ea[c[sckx</a:t>
            </a:r>
            <a:endParaRPr/>
          </a:p>
          <a:p>
            <a:pPr marL="12700" algn="just">
              <a:spcBef>
                <a:spcPts val="700"/>
              </a:spcBef>
            </a:pPr>
            <a:r>
              <a:rPr sz="750">
                <a:latin typeface="Arial"/>
                <a:cs typeface="Arial"/>
              </a:rPr>
              <a:t>(</a:t>
            </a:r>
            <a:r>
              <a:rPr sz="750" spc="-180">
                <a:latin typeface="Arial"/>
                <a:cs typeface="Arial"/>
              </a:rPr>
              <a:t>BC</a:t>
            </a:r>
            <a:r>
              <a:rPr sz="750" spc="-135">
                <a:latin typeface="Arial"/>
                <a:cs typeface="Arial"/>
              </a:rPr>
              <a:t>D</a:t>
            </a:r>
            <a:r>
              <a:rPr sz="750" spc="320">
                <a:latin typeface="Arial"/>
                <a:cs typeface="Arial"/>
              </a:rPr>
              <a:t> </a:t>
            </a:r>
            <a:r>
              <a:rPr sz="750">
                <a:latin typeface="Arial"/>
                <a:cs typeface="Arial"/>
              </a:rPr>
              <a:t>)</a:t>
            </a:r>
            <a:r>
              <a:rPr sz="750" spc="170">
                <a:latin typeface="Arial"/>
                <a:cs typeface="Arial"/>
              </a:rPr>
              <a:t> </a:t>
            </a:r>
            <a:r>
              <a:rPr sz="750">
                <a:latin typeface="Arial"/>
                <a:cs typeface="Arial"/>
              </a:rPr>
              <a:t>*+yS@;</a:t>
            </a:r>
            <a:r>
              <a:rPr sz="750" spc="190">
                <a:latin typeface="Arial"/>
                <a:cs typeface="Arial"/>
              </a:rPr>
              <a:t> </a:t>
            </a:r>
            <a:r>
              <a:rPr sz="750">
                <a:latin typeface="Arial"/>
                <a:cs typeface="Arial"/>
              </a:rPr>
              <a:t>;)@zC{</a:t>
            </a:r>
            <a:r>
              <a:rPr sz="750" spc="170">
                <a:latin typeface="Arial"/>
                <a:cs typeface="Arial"/>
              </a:rPr>
              <a:t> </a:t>
            </a:r>
            <a:r>
              <a:rPr sz="750">
                <a:latin typeface="Arial"/>
                <a:cs typeface="Arial"/>
              </a:rPr>
              <a:t>z;</a:t>
            </a:r>
            <a:r>
              <a:rPr sz="750" spc="-180">
                <a:latin typeface="Arial"/>
                <a:cs typeface="Arial"/>
              </a:rPr>
              <a:t>B)</a:t>
            </a:r>
            <a:r>
              <a:rPr sz="750">
                <a:latin typeface="Arial"/>
                <a:cs typeface="Arial"/>
              </a:rPr>
              <a:t>@</a:t>
            </a:r>
            <a:r>
              <a:rPr sz="750" spc="565">
                <a:latin typeface="Arial"/>
                <a:cs typeface="Arial"/>
              </a:rPr>
              <a:t> </a:t>
            </a:r>
            <a:r>
              <a:rPr sz="750">
                <a:latin typeface="Arial"/>
                <a:cs typeface="Arial"/>
              </a:rPr>
              <a:t>!"</a:t>
            </a:r>
            <a:r>
              <a:rPr sz="750" spc="-135">
                <a:latin typeface="Arial"/>
                <a:cs typeface="Arial"/>
              </a:rPr>
              <a:t>#$</a:t>
            </a:r>
            <a:r>
              <a:rPr sz="750">
                <a:latin typeface="Arial"/>
                <a:cs typeface="Arial"/>
              </a:rPr>
              <a:t>%&amp;'&amp;'-&amp;I!JS</a:t>
            </a:r>
            <a:r>
              <a:rPr sz="750" spc="525">
                <a:latin typeface="Arial"/>
                <a:cs typeface="Arial"/>
              </a:rPr>
              <a:t> </a:t>
            </a:r>
            <a:r>
              <a:rPr sz="750" spc="-180">
                <a:latin typeface="Arial"/>
                <a:cs typeface="Arial"/>
              </a:rPr>
              <a:t>&gt; </a:t>
            </a:r>
            <a:endParaRPr/>
          </a:p>
        </p:txBody>
      </p:sp>
      <p:sp>
        <p:nvSpPr>
          <p:cNvPr id="140" name="shape 140"/>
          <p:cNvSpPr txBox="1"/>
          <p:nvPr/>
        </p:nvSpPr>
        <p:spPr>
          <a:xfrm>
            <a:off x="3954145" y="1961342"/>
            <a:ext cx="3441700" cy="10845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998855">
              <a:tabLst>
                <a:tab pos="2712720" algn="l"/>
              </a:tabLst>
            </a:pPr>
            <a:r>
              <a:rPr sz="750">
                <a:latin typeface="Arial"/>
                <a:cs typeface="Arial"/>
              </a:rPr>
              <a:t>´</a:t>
            </a:r>
            <a:r>
              <a:rPr sz="75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¦</a:t>
            </a:r>
            <a:endParaRPr/>
          </a:p>
          <a:p>
            <a:pPr marL="12700" algn="just">
              <a:lnSpc>
                <a:spcPts val="870"/>
              </a:lnSpc>
              <a:tabLst>
                <a:tab pos="245110" algn="l"/>
              </a:tabLst>
            </a:pPr>
            <a:r>
              <a:rPr sz="750">
                <a:latin typeface="Arial"/>
                <a:cs typeface="Arial"/>
              </a:rPr>
              <a:t>µ</a:t>
            </a:r>
            <a:r>
              <a:rPr sz="750" spc="-90">
                <a:latin typeface="Arial"/>
                <a:cs typeface="Arial"/>
              </a:rPr>
              <a:t>¶</a:t>
            </a:r>
            <a:r>
              <a:rPr sz="750" spc="-9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"7'-&amp;2",',"7&amp;&amp;$53V0$.-"</a:t>
            </a:r>
            <a:r>
              <a:rPr sz="750" spc="-135">
                <a:latin typeface="Arial"/>
                <a:cs typeface="Arial"/>
              </a:rPr>
              <a:t>#&amp;</a:t>
            </a:r>
            <a:r>
              <a:rPr sz="750">
                <a:latin typeface="Arial"/>
                <a:cs typeface="Arial"/>
              </a:rPr>
              <a:t>7"1/"01,&amp;%7.36/"016&amp;$&amp;36&amp;3'O,Q</a:t>
            </a:r>
            <a:endParaRPr/>
          </a:p>
          <a:p>
            <a:pPr marL="12700" algn="just">
              <a:lnSpc>
                <a:spcPts val="845"/>
              </a:lnSpc>
            </a:pPr>
            <a:r>
              <a:rPr sz="750">
                <a:latin typeface="Arial"/>
                <a:cs typeface="Arial"/>
              </a:rPr>
              <a:t>"1"'-&amp;1¤0.%57/53V5365560.%,:</a:t>
            </a:r>
            <a:endParaRPr/>
          </a:p>
          <a:p>
            <a:pPr marL="12700" algn="just">
              <a:spcBef>
                <a:spcPts val="800"/>
              </a:spcBef>
              <a:tabLst>
                <a:tab pos="2266950" algn="l"/>
                <a:tab pos="2746375" algn="l"/>
                <a:tab pos="3090545" algn="l"/>
              </a:tabLst>
            </a:pPr>
            <a:r>
              <a:rPr sz="750">
                <a:latin typeface="Arial"/>
                <a:cs typeface="Arial"/>
              </a:rPr>
              <a:t>@{C·;·;)</a:t>
            </a:r>
            <a:r>
              <a:rPr sz="750" spc="-180">
                <a:latin typeface="Arial"/>
                <a:cs typeface="Arial"/>
              </a:rPr>
              <a:t>®</a:t>
            </a:r>
            <a:r>
              <a:rPr sz="750" spc="205">
                <a:latin typeface="Arial"/>
                <a:cs typeface="Arial"/>
              </a:rPr>
              <a:t> </a:t>
            </a:r>
            <a:r>
              <a:rPr sz="750">
                <a:latin typeface="Arial"/>
                <a:cs typeface="Arial"/>
              </a:rPr>
              <a:t>@¸</a:t>
            </a:r>
            <a:r>
              <a:rPr sz="750" spc="-180">
                <a:latin typeface="Arial"/>
                <a:cs typeface="Arial"/>
              </a:rPr>
              <a:t>B{</a:t>
            </a:r>
            <a:r>
              <a:rPr sz="750">
                <a:latin typeface="Arial"/>
                <a:cs typeface="Arial"/>
              </a:rPr>
              <a:t>@E</a:t>
            </a:r>
            <a:r>
              <a:rPr sz="750" spc="245">
                <a:latin typeface="Arial"/>
                <a:cs typeface="Arial"/>
              </a:rPr>
              <a:t> </a:t>
            </a:r>
            <a:r>
              <a:rPr sz="750" spc="-180">
                <a:latin typeface="Arial"/>
                <a:cs typeface="Arial"/>
              </a:rPr>
              <a:t>¹ </a:t>
            </a:r>
            <a:r>
              <a:rPr sz="750" spc="-18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º»</a:t>
            </a:r>
            <a:r>
              <a:rPr sz="750" spc="255">
                <a:latin typeface="Arial"/>
                <a:cs typeface="Arial"/>
              </a:rPr>
              <a:t> </a:t>
            </a:r>
            <a:r>
              <a:rPr sz="750">
                <a:latin typeface="Arial"/>
                <a:cs typeface="Arial"/>
              </a:rPr>
              <a:t>¼¼</a:t>
            </a:r>
            <a:r>
              <a:rPr sz="75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»¦</a:t>
            </a:r>
            <a:r>
              <a:rPr sz="75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½</a:t>
            </a:r>
            <a:endParaRPr/>
          </a:p>
          <a:p>
            <a:pPr marL="12700" algn="just">
              <a:spcBef>
                <a:spcPts val="800"/>
              </a:spcBef>
            </a:pPr>
            <a:r>
              <a:rPr sz="750">
                <a:latin typeface="Arial"/>
                <a:cs typeface="Arial"/>
              </a:rPr>
              <a:t>/"0</a:t>
            </a:r>
            <a:r>
              <a:rPr sz="750" spc="-135">
                <a:latin typeface="Arial"/>
                <a:cs typeface="Arial"/>
              </a:rPr>
              <a:t>#&amp;</a:t>
            </a:r>
            <a:r>
              <a:rPr sz="750">
                <a:latin typeface="Arial"/>
                <a:cs typeface="Arial"/>
              </a:rPr>
              <a:t>&amp;''-&amp;7"%%"453V1&amp;¤051&amp;</a:t>
            </a:r>
            <a:r>
              <a:rPr sz="750" spc="-135">
                <a:latin typeface="Arial"/>
                <a:cs typeface="Arial"/>
              </a:rPr>
              <a:t>#&amp;</a:t>
            </a:r>
            <a:r>
              <a:rPr sz="750">
                <a:latin typeface="Arial"/>
                <a:cs typeface="Arial"/>
              </a:rPr>
              <a:t>3',¾</a:t>
            </a:r>
            <a:endParaRPr/>
          </a:p>
          <a:p>
            <a:pPr marL="69215">
              <a:spcBef>
                <a:spcPts val="800"/>
              </a:spcBef>
              <a:tabLst>
                <a:tab pos="241935" algn="l"/>
              </a:tabLst>
            </a:pPr>
            <a:r>
              <a:rPr sz="750">
                <a:latin typeface="Arial"/>
                <a:cs typeface="Arial"/>
              </a:rPr>
              <a:t>:</a:t>
            </a:r>
            <a:r>
              <a:rPr sz="75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G"01-"</a:t>
            </a:r>
            <a:r>
              <a:rPr sz="750" spc="-135">
                <a:latin typeface="Arial"/>
                <a:cs typeface="Arial"/>
              </a:rPr>
              <a:t>#&amp;</a:t>
            </a:r>
            <a:r>
              <a:rPr sz="750">
                <a:latin typeface="Arial"/>
                <a:cs typeface="Arial"/>
              </a:rPr>
              <a:t>5,</a:t>
            </a:r>
            <a:r>
              <a:rPr sz="750" spc="-135">
                <a:latin typeface="Arial"/>
                <a:cs typeface="Arial"/>
              </a:rPr>
              <a:t>#.</a:t>
            </a:r>
            <a:r>
              <a:rPr sz="750">
                <a:latin typeface="Arial"/>
                <a:cs typeface="Arial"/>
              </a:rPr>
              <a:t>53'.53&amp;6.,'-&amp;</a:t>
            </a:r>
            <a:r>
              <a:rPr sz="750" spc="-135">
                <a:latin typeface="Arial"/>
                <a:cs typeface="Arial"/>
              </a:rPr>
              <a:t>#.</a:t>
            </a:r>
            <a:r>
              <a:rPr sz="750">
                <a:latin typeface="Arial"/>
                <a:cs typeface="Arial"/>
              </a:rPr>
              <a:t>53-"0,&amp;-"%6"7.2-5%6"1,'&amp;$2-5%6</a:t>
            </a:r>
            <a:endParaRPr/>
          </a:p>
          <a:p>
            <a:pPr marL="241300">
              <a:lnSpc>
                <a:spcPts val="825"/>
              </a:lnSpc>
              <a:tabLst>
                <a:tab pos="541020" algn="l"/>
                <a:tab pos="1189990" algn="l"/>
              </a:tabLst>
            </a:pPr>
            <a:r>
              <a:rPr sz="750">
                <a:latin typeface="Arial"/>
                <a:cs typeface="Arial"/>
              </a:rPr>
              <a:t>4-"</a:t>
            </a:r>
            <a:r>
              <a:rPr sz="750" spc="-135">
                <a:latin typeface="Arial"/>
                <a:cs typeface="Arial"/>
              </a:rPr>
              <a:t>#</a:t>
            </a:r>
            <a:r>
              <a:rPr sz="750" spc="-135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/"02.32%.5</a:t>
            </a:r>
            <a:r>
              <a:rPr sz="750" spc="-135">
                <a:latin typeface="Arial"/>
                <a:cs typeface="Arial"/>
              </a:rPr>
              <a:t>#</a:t>
            </a:r>
            <a:r>
              <a:rPr sz="750" spc="-135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.,.6&amp;$&amp;36&amp;3'¿.36</a:t>
            </a:r>
            <a:endParaRPr/>
          </a:p>
        </p:txBody>
      </p:sp>
      <p:sp>
        <p:nvSpPr>
          <p:cNvPr id="141" name="shape 141"/>
          <p:cNvSpPr txBox="1"/>
          <p:nvPr/>
        </p:nvSpPr>
        <p:spPr>
          <a:xfrm>
            <a:off x="444500" y="3049067"/>
            <a:ext cx="6071870" cy="1143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530225" algn="l"/>
                <a:tab pos="3522980" algn="l"/>
                <a:tab pos="3751580" algn="l"/>
                <a:tab pos="4942205" algn="l"/>
                <a:tab pos="5957570" algn="l"/>
              </a:tabLst>
            </a:pPr>
            <a:r>
              <a:rPr sz="750" spc="-60">
                <a:latin typeface="Arial"/>
                <a:cs typeface="Arial"/>
              </a:rPr>
              <a:t>| </a:t>
            </a:r>
            <a:r>
              <a:rPr sz="750">
                <a:latin typeface="Arial"/>
                <a:cs typeface="Arial"/>
              </a:rPr>
              <a:t>}</a:t>
            </a:r>
            <a:r>
              <a:rPr sz="75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:</a:t>
            </a:r>
            <a:r>
              <a:rPr sz="750" spc="110">
                <a:latin typeface="Arial"/>
                <a:cs typeface="Arial"/>
              </a:rPr>
              <a:t> </a:t>
            </a:r>
            <a:r>
              <a:rPr sz="750">
                <a:latin typeface="Arial"/>
                <a:cs typeface="Arial"/>
              </a:rPr>
              <a:t>~-&amp;4"1,-&amp;&amp;'45%%-&amp;%$/"06&amp;'&amp;1</a:t>
            </a:r>
            <a:r>
              <a:rPr sz="750" spc="-135">
                <a:latin typeface="Arial"/>
                <a:cs typeface="Arial"/>
              </a:rPr>
              <a:t>#5</a:t>
            </a:r>
            <a:r>
              <a:rPr sz="750">
                <a:latin typeface="Arial"/>
                <a:cs typeface="Arial"/>
              </a:rPr>
              <a:t>3&amp;/"0145'--"%653V</a:t>
            </a:r>
            <a:r>
              <a:rPr sz="750">
                <a:latin typeface="Arial"/>
                <a:cs typeface="Arial"/>
              </a:rPr>
              <a:t>	</a:t>
            </a:r>
            <a:r>
              <a:rPr sz="1125" baseline="7407">
                <a:latin typeface="Arial"/>
                <a:cs typeface="Arial"/>
              </a:rPr>
              <a:t>À</a:t>
            </a:r>
            <a:r>
              <a:rPr sz="1125" baseline="7407">
                <a:latin typeface="Arial"/>
                <a:cs typeface="Arial"/>
              </a:rPr>
              <a:t>	</a:t>
            </a:r>
            <a:r>
              <a:rPr sz="1125" baseline="7407">
                <a:latin typeface="Arial"/>
                <a:cs typeface="Arial"/>
              </a:rPr>
              <a:t>Á</a:t>
            </a:r>
            <a:r>
              <a:rPr sz="1125" baseline="7407">
                <a:latin typeface="Arial"/>
                <a:cs typeface="Arial"/>
              </a:rPr>
              <a:t>	</a:t>
            </a:r>
            <a:r>
              <a:rPr sz="1125" baseline="7407">
                <a:latin typeface="Arial"/>
                <a:cs typeface="Arial"/>
              </a:rPr>
              <a:t>§</a:t>
            </a:r>
            <a:r>
              <a:rPr sz="1125" baseline="7407">
                <a:latin typeface="Arial"/>
                <a:cs typeface="Arial"/>
              </a:rPr>
              <a:t>	</a:t>
            </a:r>
            <a:r>
              <a:rPr sz="1125" baseline="7407">
                <a:latin typeface="Arial"/>
                <a:cs typeface="Arial"/>
              </a:rPr>
              <a:t>¦</a:t>
            </a:r>
            <a:endParaRPr/>
          </a:p>
        </p:txBody>
      </p:sp>
      <p:sp>
        <p:nvSpPr>
          <p:cNvPr id="142" name="shape 142"/>
          <p:cNvSpPr txBox="1"/>
          <p:nvPr/>
        </p:nvSpPr>
        <p:spPr>
          <a:xfrm>
            <a:off x="444500" y="3161150"/>
            <a:ext cx="3449955" cy="1730502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7780">
              <a:lnSpc>
                <a:spcPct val="88891"/>
              </a:lnSpc>
              <a:tabLst>
                <a:tab pos="1169035" algn="l"/>
                <a:tab pos="2310130" algn="l"/>
              </a:tabLst>
            </a:pPr>
            <a:r>
              <a:rPr sz="750">
                <a:latin typeface="Arial"/>
                <a:cs typeface="Arial"/>
              </a:rPr>
              <a:t>.%%"4.32&amp;,P.,&amp;6"37&amp;6&amp;1.%.368'.'&amp;.60,'</a:t>
            </a:r>
            <a:r>
              <a:rPr sz="750" spc="-135">
                <a:latin typeface="Arial"/>
                <a:cs typeface="Arial"/>
              </a:rPr>
              <a:t>#&amp;</a:t>
            </a:r>
            <a:r>
              <a:rPr sz="750">
                <a:latin typeface="Arial"/>
                <a:cs typeface="Arial"/>
              </a:rPr>
              <a:t>3','"V1",,532"</a:t>
            </a:r>
            <a:r>
              <a:rPr sz="750" spc="-135">
                <a:latin typeface="Arial"/>
                <a:cs typeface="Arial"/>
              </a:rPr>
              <a:t>#&amp; </a:t>
            </a:r>
            <a:r>
              <a:rPr sz="750">
                <a:latin typeface="Arial"/>
                <a:cs typeface="Arial"/>
              </a:rPr>
              <a:t>532%0653V'-&amp;I:!:!-5%6M&amp;602'5"3N</a:t>
            </a:r>
            <a:r>
              <a:rPr sz="750" spc="-135">
                <a:latin typeface="Arial"/>
                <a:cs typeface="Arial"/>
              </a:rPr>
              <a:t>#"</a:t>
            </a:r>
            <a:r>
              <a:rPr sz="750">
                <a:latin typeface="Arial"/>
                <a:cs typeface="Arial"/>
              </a:rPr>
              <a:t>03'RI:!:5'&amp;</a:t>
            </a:r>
            <a:r>
              <a:rPr sz="750" spc="-135">
                <a:latin typeface="Arial"/>
                <a:cs typeface="Arial"/>
              </a:rPr>
              <a:t>#5</a:t>
            </a:r>
            <a:r>
              <a:rPr sz="750">
                <a:latin typeface="Arial"/>
                <a:cs typeface="Arial"/>
              </a:rPr>
              <a:t>X&amp;66&amp;602'5"3,R .36I:!:'.921&amp;65',:</a:t>
            </a:r>
            <a:r>
              <a:rPr sz="75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"4&amp;&amp;1R/"0</a:t>
            </a:r>
            <a:r>
              <a:rPr sz="750" spc="-135">
                <a:latin typeface="Arial"/>
                <a:cs typeface="Arial"/>
              </a:rPr>
              <a:t>#.</a:t>
            </a:r>
            <a:r>
              <a:rPr sz="750">
                <a:latin typeface="Arial"/>
                <a:cs typeface="Arial"/>
              </a:rPr>
              <a:t>/2%.5</a:t>
            </a:r>
            <a:r>
              <a:rPr sz="750" spc="-135">
                <a:latin typeface="Arial"/>
                <a:cs typeface="Arial"/>
              </a:rPr>
              <a:t>#</a:t>
            </a:r>
            <a:r>
              <a:rPr sz="750" spc="-135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7&amp;4&amp;1.%%"4.32&amp;,'-.3 /"0.1&amp;&amp;3'5'%&amp;6'"57/"045,-'"5321&amp;.,&amp;'-&amp;'.945'--&amp;%660153V'-&amp;'.9</a:t>
            </a:r>
            <a:endParaRPr/>
          </a:p>
          <a:p>
            <a:pPr marL="12700" marR="24130" algn="just">
              <a:lnSpc>
                <a:spcPct val="88889"/>
              </a:lnSpc>
              <a:spcBef>
                <a:spcPts val="800"/>
              </a:spcBef>
            </a:pPr>
            <a:r>
              <a:rPr sz="750">
                <a:latin typeface="Arial"/>
                <a:cs typeface="Arial"/>
              </a:rPr>
              <a:t>45'-/"01&amp;#$%"/&amp;145'-53 6./,.7'&amp;1'-&amp;2-.3V&amp;"2201,:E     </a:t>
            </a:r>
            <a:r>
              <a:rPr sz="750" spc="-45">
                <a:latin typeface="Arial"/>
                <a:cs typeface="Arial"/>
              </a:rPr>
              <a:t>¡-</a:t>
            </a:r>
            <a:r>
              <a:rPr sz="750">
                <a:latin typeface="Arial"/>
                <a:cs typeface="Arial"/>
              </a:rPr>
              <a:t>&amp;3.35365560.%2&amp;.,&amp;,'"P&amp;¢&amp;.6"7 "0,&amp;-"%6£.7'&amp;1</a:t>
            </a:r>
            <a:r>
              <a:rPr sz="750" spc="-135">
                <a:latin typeface="Arial"/>
                <a:cs typeface="Arial"/>
              </a:rPr>
              <a:t>#.</a:t>
            </a:r>
            <a:r>
              <a:rPr sz="750">
                <a:latin typeface="Arial"/>
                <a:cs typeface="Arial"/>
              </a:rPr>
              <a:t>53'.5353V </a:t>
            </a:r>
            <a:r>
              <a:rPr sz="750" spc="10">
                <a:latin typeface="Arial"/>
                <a:cs typeface="Arial"/>
              </a:rPr>
              <a:t>'-&amp;-"0,&amp;-"%67"1'-&amp;</a:t>
            </a:r>
            <a:r>
              <a:rPr sz="750" spc="-125">
                <a:latin typeface="Arial"/>
                <a:cs typeface="Arial"/>
              </a:rPr>
              <a:t>#.</a:t>
            </a:r>
            <a:r>
              <a:rPr sz="750" spc="10">
                <a:latin typeface="Arial"/>
                <a:cs typeface="Arial"/>
              </a:rPr>
              <a:t>"1$"1'5"3"7'-&amp;/&amp;.1R.3&amp;4I!J5,3"'1&amp;¤051&amp;6 </a:t>
            </a:r>
            <a:r>
              <a:rPr sz="750">
                <a:latin typeface="Arial"/>
                <a:cs typeface="Arial"/>
              </a:rPr>
              <a:t>03'5%'-&amp;3&amp;9'/&amp;.1:</a:t>
            </a:r>
            <a:endParaRPr/>
          </a:p>
          <a:p>
            <a:pPr marL="12700" marR="12700">
              <a:lnSpc>
                <a:spcPct val="88893"/>
              </a:lnSpc>
              <a:spcBef>
                <a:spcPts val="800"/>
              </a:spcBef>
              <a:tabLst>
                <a:tab pos="452755" algn="l"/>
                <a:tab pos="2152650" algn="l"/>
              </a:tabLst>
            </a:pPr>
            <a:r>
              <a:rPr sz="750">
                <a:latin typeface="Arial"/>
                <a:cs typeface="Arial"/>
              </a:rPr>
              <a:t>z</a:t>
            </a:r>
            <a:r>
              <a:rPr sz="750" spc="-45">
                <a:latin typeface="Arial"/>
                <a:cs typeface="Arial"/>
              </a:rPr>
              <a:t>|B</a:t>
            </a:r>
            <a:r>
              <a:rPr sz="750" spc="-180">
                <a:latin typeface="Arial"/>
                <a:cs typeface="Arial"/>
              </a:rPr>
              <a:t>BC</a:t>
            </a:r>
            <a:r>
              <a:rPr sz="750" spc="-180">
                <a:latin typeface="Arial"/>
                <a:cs typeface="Arial"/>
              </a:rPr>
              <a:t>	</a:t>
            </a:r>
            <a:r>
              <a:rPr sz="750" spc="-135">
                <a:latin typeface="Arial"/>
                <a:cs typeface="Arial"/>
              </a:rPr>
              <a:t>DB</a:t>
            </a:r>
            <a:r>
              <a:rPr sz="750">
                <a:latin typeface="Arial"/>
                <a:cs typeface="Arial"/>
              </a:rPr>
              <a:t>CE¥</a:t>
            </a:r>
            <a:r>
              <a:rPr sz="750" spc="-180">
                <a:latin typeface="Arial"/>
                <a:cs typeface="Arial"/>
              </a:rPr>
              <a:t>By</a:t>
            </a:r>
            <a:r>
              <a:rPr sz="750">
                <a:latin typeface="Arial"/>
                <a:cs typeface="Arial"/>
              </a:rPr>
              <a:t>@  T7/"0-.&amp;</a:t>
            </a:r>
            <a:r>
              <a:rPr sz="750" spc="-135">
                <a:latin typeface="Arial"/>
                <a:cs typeface="Arial"/>
              </a:rPr>
              <a:t>#"</a:t>
            </a:r>
            <a:r>
              <a:rPr sz="750">
                <a:latin typeface="Arial"/>
                <a:cs typeface="Arial"/>
              </a:rPr>
              <a:t>1&amp;'-.3"3&amp;"PR6&amp;'&amp;1</a:t>
            </a:r>
            <a:r>
              <a:rPr sz="750" spc="-135">
                <a:latin typeface="Arial"/>
                <a:cs typeface="Arial"/>
              </a:rPr>
              <a:t>#5</a:t>
            </a:r>
            <a:r>
              <a:rPr sz="750">
                <a:latin typeface="Arial"/>
                <a:cs typeface="Arial"/>
              </a:rPr>
              <a:t>3&amp;'-&amp;'"'.% 30</a:t>
            </a:r>
            <a:r>
              <a:rPr sz="750" spc="-135">
                <a:latin typeface="Arial"/>
                <a:cs typeface="Arial"/>
              </a:rPr>
              <a:t>#P</a:t>
            </a:r>
            <a:r>
              <a:rPr sz="750">
                <a:latin typeface="Arial"/>
                <a:cs typeface="Arial"/>
              </a:rPr>
              <a:t>&amp;1"7.%%"4.32&amp;,/"0.1&amp;&amp;3'5'%&amp;6'"2%.5</a:t>
            </a:r>
            <a:r>
              <a:rPr sz="750" spc="-135">
                <a:latin typeface="Arial"/>
                <a:cs typeface="Arial"/>
              </a:rPr>
              <a:t>#</a:t>
            </a:r>
            <a:r>
              <a:rPr sz="750" spc="-135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"3.%%"P,0,53V"3&amp;H"1</a:t>
            </a:r>
            <a:r>
              <a:rPr sz="750" spc="-135">
                <a:latin typeface="Arial"/>
                <a:cs typeface="Arial"/>
              </a:rPr>
              <a:t># </a:t>
            </a:r>
            <a:r>
              <a:rPr sz="750">
                <a:latin typeface="Arial"/>
                <a:cs typeface="Arial"/>
              </a:rPr>
              <a:t>I!JN%%"4.32&amp;</a:t>
            </a:r>
            <a:r>
              <a:rPr sz="750" spc="-45">
                <a:latin typeface="Arial"/>
                <a:cs typeface="Arial"/>
              </a:rPr>
              <a:t>¡"</a:t>
            </a:r>
            <a:r>
              <a:rPr sz="750">
                <a:latin typeface="Arial"/>
                <a:cs typeface="Arial"/>
              </a:rPr>
              <a:t>1,-&amp;&amp;':G"0145'--"%653V45%%0,0.%%/P&amp;</a:t>
            </a:r>
            <a:r>
              <a:rPr sz="750" spc="-135">
                <a:latin typeface="Arial"/>
                <a:cs typeface="Arial"/>
              </a:rPr>
              <a:t>#"</a:t>
            </a:r>
            <a:r>
              <a:rPr sz="750">
                <a:latin typeface="Arial"/>
                <a:cs typeface="Arial"/>
              </a:rPr>
              <a:t>,'.2201.'&amp;</a:t>
            </a:r>
            <a:endParaRPr/>
          </a:p>
          <a:p>
            <a:pPr marL="2896235" algn="just">
              <a:lnSpc>
                <a:spcPts val="820"/>
              </a:lnSpc>
              <a:tabLst>
                <a:tab pos="3222625" algn="l"/>
              </a:tabLst>
            </a:pPr>
            <a:r>
              <a:rPr sz="750">
                <a:latin typeface="Arial"/>
                <a:cs typeface="Arial"/>
              </a:rPr>
              <a:t>¦</a:t>
            </a:r>
            <a:r>
              <a:rPr sz="75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§¨</a:t>
            </a:r>
            <a:endParaRPr/>
          </a:p>
          <a:p>
            <a:pPr marL="12700" algn="just">
              <a:lnSpc>
                <a:spcPts val="795"/>
              </a:lnSpc>
            </a:pPr>
            <a:r>
              <a:rPr sz="750">
                <a:latin typeface="Arial"/>
                <a:cs typeface="Arial"/>
              </a:rPr>
              <a:t>.36X&amp;1".%%"4.32&amp;,.1&amp;2%.5</a:t>
            </a:r>
            <a:r>
              <a:rPr sz="750" spc="-135">
                <a:latin typeface="Arial"/>
                <a:cs typeface="Arial"/>
              </a:rPr>
              <a:t>#&amp;</a:t>
            </a:r>
            <a:r>
              <a:rPr sz="750">
                <a:latin typeface="Arial"/>
                <a:cs typeface="Arial"/>
              </a:rPr>
              <a:t>67"1'-&amp;"'-&amp;1:G"0,-"0%6.%,"1&amp;7&amp;1'"'-&amp;</a:t>
            </a:r>
            <a:endParaRPr/>
          </a:p>
          <a:p>
            <a:pPr marL="12700" algn="just">
              <a:lnSpc>
                <a:spcPts val="800"/>
              </a:lnSpc>
            </a:pPr>
            <a:r>
              <a:rPr sz="750">
                <a:latin typeface="Arial"/>
                <a:cs typeface="Arial"/>
              </a:rPr>
              <a:t>¢</a:t>
            </a:r>
            <a:r>
              <a:rPr sz="750" spc="-135">
                <a:latin typeface="Arial"/>
                <a:cs typeface="Arial"/>
              </a:rPr>
              <a:t>©0</a:t>
            </a:r>
            <a:r>
              <a:rPr sz="750">
                <a:latin typeface="Arial"/>
                <a:cs typeface="Arial"/>
              </a:rPr>
              <a:t>%'5$%&amp;ª"P,~.P%&amp;£'"6&amp;'&amp;1</a:t>
            </a:r>
            <a:r>
              <a:rPr sz="750" spc="-135">
                <a:latin typeface="Arial"/>
                <a:cs typeface="Arial"/>
              </a:rPr>
              <a:t>#5</a:t>
            </a:r>
            <a:r>
              <a:rPr sz="750">
                <a:latin typeface="Arial"/>
                <a:cs typeface="Arial"/>
              </a:rPr>
              <a:t>3&amp;'-&amp;.665'5"3.%.</a:t>
            </a:r>
            <a:r>
              <a:rPr sz="750" spc="-135">
                <a:latin typeface="Arial"/>
                <a:cs typeface="Arial"/>
              </a:rPr>
              <a:t>#"</a:t>
            </a:r>
            <a:r>
              <a:rPr sz="750">
                <a:latin typeface="Arial"/>
                <a:cs typeface="Arial"/>
              </a:rPr>
              <a:t>03''"P&amp;45'--&amp;%6"3</a:t>
            </a:r>
            <a:endParaRPr/>
          </a:p>
          <a:p>
            <a:pPr marL="12700" algn="just">
              <a:lnSpc>
                <a:spcPts val="800"/>
              </a:lnSpc>
              <a:tabLst>
                <a:tab pos="695960" algn="l"/>
              </a:tabLst>
            </a:pPr>
            <a:r>
              <a:rPr sz="750">
                <a:latin typeface="Arial"/>
                <a:cs typeface="Arial"/>
              </a:rPr>
              <a:t>«53&amp;¬"7H"1</a:t>
            </a:r>
            <a:r>
              <a:rPr sz="750" spc="-135">
                <a:latin typeface="Arial"/>
                <a:cs typeface="Arial"/>
              </a:rPr>
              <a:t>#</a:t>
            </a:r>
            <a:r>
              <a:rPr sz="750" spc="-135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I!JYZ[[wbv[­x:</a:t>
            </a:r>
            <a:endParaRPr/>
          </a:p>
        </p:txBody>
      </p:sp>
      <p:sp>
        <p:nvSpPr>
          <p:cNvPr id="143" name="shape 143"/>
          <p:cNvSpPr txBox="1"/>
          <p:nvPr/>
        </p:nvSpPr>
        <p:spPr>
          <a:xfrm>
            <a:off x="3954145" y="3144683"/>
            <a:ext cx="3441700" cy="18389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41300"/>
            <a:r>
              <a:rPr sz="750">
                <a:latin typeface="Arial"/>
                <a:cs typeface="Arial"/>
              </a:rPr>
              <a:t>/"01,$"0,&amp;¯,6&amp;.'-:</a:t>
            </a:r>
            <a:endParaRPr/>
          </a:p>
          <a:p>
            <a:pPr marL="12700" marR="34925" algn="just">
              <a:lnSpc>
                <a:spcPct val="94129"/>
              </a:lnSpc>
              <a:spcBef>
                <a:spcPts val="800"/>
              </a:spcBef>
            </a:pPr>
            <a:r>
              <a:rPr sz="750" spc="-135">
                <a:latin typeface="Arial"/>
                <a:cs typeface="Arial"/>
              </a:rPr>
              <a:t>DS</a:t>
            </a:r>
            <a:r>
              <a:rPr sz="750">
                <a:latin typeface="Arial"/>
                <a:cs typeface="Arial"/>
              </a:rPr>
              <a:t>CC;E±zSÂ¸SÃEC@ H"1</a:t>
            </a:r>
            <a:r>
              <a:rPr sz="750" spc="-135">
                <a:latin typeface="Arial"/>
                <a:cs typeface="Arial"/>
              </a:rPr>
              <a:t>#.</a:t>
            </a:r>
            <a:r>
              <a:rPr sz="750">
                <a:latin typeface="Arial"/>
                <a:cs typeface="Arial"/>
              </a:rPr>
              <a:t>115&amp;6'.9$./&amp;1,RP"'-,$"0,&amp;,</a:t>
            </a:r>
            <a:r>
              <a:rPr sz="750" spc="-135">
                <a:latin typeface="Arial"/>
                <a:cs typeface="Arial"/>
              </a:rPr>
              <a:t>#0</a:t>
            </a:r>
            <a:r>
              <a:rPr sz="750">
                <a:latin typeface="Arial"/>
                <a:cs typeface="Arial"/>
              </a:rPr>
              <a:t>,'.V1&amp;&amp; .,'"4-&amp;'-&amp;1'-&amp;/45%%2"</a:t>
            </a:r>
            <a:r>
              <a:rPr sz="750" spc="-135">
                <a:latin typeface="Arial"/>
                <a:cs typeface="Arial"/>
              </a:rPr>
              <a:t>#$</a:t>
            </a:r>
            <a:r>
              <a:rPr sz="750">
                <a:latin typeface="Arial"/>
                <a:cs typeface="Arial"/>
              </a:rPr>
              <a:t>%&amp;'&amp;'-&amp;I!JN%%"4.32&amp;</a:t>
            </a:r>
            <a:r>
              <a:rPr sz="750" spc="-45">
                <a:latin typeface="Arial"/>
                <a:cs typeface="Arial"/>
              </a:rPr>
              <a:t>¡"</a:t>
            </a:r>
            <a:r>
              <a:rPr sz="750">
                <a:latin typeface="Arial"/>
                <a:cs typeface="Arial"/>
              </a:rPr>
              <a:t>1,-&amp;&amp;'P.,&amp;6"3</a:t>
            </a:r>
            <a:endParaRPr/>
          </a:p>
          <a:p>
            <a:pPr marL="746760">
              <a:tabLst>
                <a:tab pos="1153795" algn="l"/>
                <a:tab pos="1424940" algn="l"/>
                <a:tab pos="1712595" algn="l"/>
                <a:tab pos="1892935" algn="l"/>
                <a:tab pos="2299335" algn="l"/>
                <a:tab pos="2570480" algn="l"/>
                <a:tab pos="3084195" algn="l"/>
              </a:tabLst>
            </a:pPr>
            <a:r>
              <a:rPr sz="750">
                <a:latin typeface="Arial"/>
                <a:cs typeface="Arial"/>
              </a:rPr>
              <a:t>º</a:t>
            </a:r>
            <a:r>
              <a:rPr sz="750" spc="-135">
                <a:latin typeface="Arial"/>
                <a:cs typeface="Arial"/>
              </a:rPr>
              <a:t>Ä </a:t>
            </a:r>
            <a:r>
              <a:rPr sz="750" spc="-135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Å</a:t>
            </a:r>
            <a:r>
              <a:rPr sz="75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Æ</a:t>
            </a:r>
            <a:r>
              <a:rPr sz="75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½</a:t>
            </a:r>
            <a:r>
              <a:rPr sz="75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º</a:t>
            </a:r>
            <a:r>
              <a:rPr sz="750" spc="-135">
                <a:latin typeface="Arial"/>
                <a:cs typeface="Arial"/>
              </a:rPr>
              <a:t>Ä </a:t>
            </a:r>
            <a:r>
              <a:rPr sz="750" spc="-135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Å</a:t>
            </a:r>
            <a:r>
              <a:rPr sz="75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» ¦</a:t>
            </a:r>
            <a:r>
              <a:rPr sz="75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½</a:t>
            </a:r>
            <a:endParaRPr/>
          </a:p>
          <a:p>
            <a:pPr marL="12700">
              <a:spcBef>
                <a:spcPts val="800"/>
              </a:spcBef>
              <a:tabLst>
                <a:tab pos="1450975" algn="l"/>
                <a:tab pos="2147570" algn="l"/>
              </a:tabLst>
            </a:pPr>
            <a:r>
              <a:rPr sz="750" spc="1000">
                <a:latin typeface="Arial"/>
                <a:cs typeface="Arial"/>
              </a:rPr>
              <a:t>ÇÄ</a:t>
            </a:r>
            <a:r>
              <a:rPr sz="750" spc="735">
                <a:latin typeface="Arial"/>
                <a:cs typeface="Arial"/>
              </a:rPr>
              <a:t> </a:t>
            </a:r>
            <a:r>
              <a:rPr sz="750">
                <a:latin typeface="Arial"/>
                <a:cs typeface="Arial"/>
              </a:rPr>
              <a:t>´¦</a:t>
            </a:r>
            <a:r>
              <a:rPr sz="750">
                <a:latin typeface="Arial"/>
                <a:cs typeface="Arial"/>
              </a:rPr>
              <a:t>	</a:t>
            </a:r>
            <a:r>
              <a:rPr sz="750" spc="-135">
                <a:latin typeface="Arial"/>
                <a:cs typeface="Arial"/>
              </a:rPr>
              <a:t> ¦</a:t>
            </a:r>
            <a:r>
              <a:rPr sz="750" spc="-135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È</a:t>
            </a:r>
            <a:r>
              <a:rPr sz="750" spc="1710">
                <a:latin typeface="Arial"/>
                <a:cs typeface="Arial"/>
              </a:rPr>
              <a:t> </a:t>
            </a:r>
            <a:r>
              <a:rPr sz="750">
                <a:latin typeface="Arial"/>
                <a:cs typeface="Arial"/>
              </a:rPr>
              <a:t>¨</a:t>
            </a:r>
            <a:endParaRPr/>
          </a:p>
          <a:p>
            <a:pPr marL="241300" algn="just">
              <a:lnSpc>
                <a:spcPts val="860"/>
              </a:lnSpc>
              <a:tabLst>
                <a:tab pos="3014345" algn="l"/>
              </a:tabLst>
            </a:pPr>
            <a:r>
              <a:rPr sz="750">
                <a:latin typeface="Arial"/>
                <a:cs typeface="Arial"/>
              </a:rPr>
              <a:t>,'.'0,R¢</a:t>
            </a:r>
            <a:r>
              <a:rPr sz="750" spc="-135">
                <a:latin typeface="Arial"/>
                <a:cs typeface="Arial"/>
              </a:rPr>
              <a:t>©.</a:t>
            </a:r>
            <a:r>
              <a:rPr sz="750">
                <a:latin typeface="Arial"/>
                <a:cs typeface="Arial"/>
              </a:rPr>
              <a:t>115&amp;6H5%53Vª"53'%/£,-"0%62"3,56&amp;1'-&amp;,0</a:t>
            </a:r>
            <a:r>
              <a:rPr sz="750" spc="-135">
                <a:latin typeface="Arial"/>
                <a:cs typeface="Arial"/>
              </a:rPr>
              <a:t>#</a:t>
            </a:r>
            <a:r>
              <a:rPr sz="750" spc="-135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"7P"'-</a:t>
            </a:r>
            <a:endParaRPr/>
          </a:p>
          <a:p>
            <a:pPr marL="241300" algn="just">
              <a:lnSpc>
                <a:spcPts val="845"/>
              </a:lnSpc>
            </a:pPr>
            <a:r>
              <a:rPr sz="750">
                <a:latin typeface="Arial"/>
                <a:cs typeface="Arial"/>
              </a:rPr>
              <a:t>,$"0,&amp;,¯532"</a:t>
            </a:r>
            <a:r>
              <a:rPr sz="750" spc="-135">
                <a:latin typeface="Arial"/>
                <a:cs typeface="Arial"/>
              </a:rPr>
              <a:t>#&amp;</a:t>
            </a:r>
            <a:r>
              <a:rPr sz="750">
                <a:latin typeface="Arial"/>
                <a:cs typeface="Arial"/>
              </a:rPr>
              <a:t>R7&amp;6&amp;1.%.368'.'&amp;.60,'</a:t>
            </a:r>
            <a:r>
              <a:rPr sz="750" spc="-135">
                <a:latin typeface="Arial"/>
                <a:cs typeface="Arial"/>
              </a:rPr>
              <a:t>#&amp;</a:t>
            </a:r>
            <a:r>
              <a:rPr sz="750">
                <a:latin typeface="Arial"/>
                <a:cs typeface="Arial"/>
              </a:rPr>
              <a:t>3','"532"#&amp;R.368'.'&amp;</a:t>
            </a:r>
            <a:endParaRPr/>
          </a:p>
          <a:p>
            <a:pPr marL="241300" algn="just">
              <a:lnSpc>
                <a:spcPts val="845"/>
              </a:lnSpc>
            </a:pPr>
            <a:r>
              <a:rPr sz="750">
                <a:latin typeface="Arial"/>
                <a:cs typeface="Arial"/>
              </a:rPr>
              <a:t>'.921&amp;65','"6&amp;'&amp;1</a:t>
            </a:r>
            <a:r>
              <a:rPr sz="750" spc="-135">
                <a:latin typeface="Arial"/>
                <a:cs typeface="Arial"/>
              </a:rPr>
              <a:t>#5</a:t>
            </a:r>
            <a:r>
              <a:rPr sz="750">
                <a:latin typeface="Arial"/>
                <a:cs typeface="Arial"/>
              </a:rPr>
              <a:t>3&amp;'-&amp;30</a:t>
            </a:r>
            <a:r>
              <a:rPr sz="750" spc="-135">
                <a:latin typeface="Arial"/>
                <a:cs typeface="Arial"/>
              </a:rPr>
              <a:t>#P</a:t>
            </a:r>
            <a:r>
              <a:rPr sz="750">
                <a:latin typeface="Arial"/>
                <a:cs typeface="Arial"/>
              </a:rPr>
              <a:t>&amp;1"7.%%"4.32&amp;,:</a:t>
            </a:r>
            <a:endParaRPr/>
          </a:p>
          <a:p>
            <a:pPr/>
            <a:r>
              <a:rPr sz="1000">
                <a:latin typeface="Arial"/>
                <a:cs typeface="Arial"/>
              </a:rPr>
              <a:t/>
            </a:r>
            <a:endParaRPr sz="1000"/>
          </a:p>
          <a:p>
            <a:pPr marL="241300" marR="12700" algn="just">
              <a:lnSpc>
                <a:spcPct val="94133"/>
              </a:lnSpc>
              <a:spcBef>
                <a:spcPts val="500"/>
              </a:spcBef>
            </a:pPr>
            <a:r>
              <a:rPr sz="750">
                <a:latin typeface="Arial"/>
                <a:cs typeface="Arial"/>
              </a:rPr>
              <a:t>,'.'0,R¢</a:t>
            </a:r>
            <a:r>
              <a:rPr sz="750" spc="-135">
                <a:latin typeface="Arial"/>
                <a:cs typeface="Arial"/>
              </a:rPr>
              <a:t>©.</a:t>
            </a:r>
            <a:r>
              <a:rPr sz="750">
                <a:latin typeface="Arial"/>
                <a:cs typeface="Arial"/>
              </a:rPr>
              <a:t>115&amp;6H5%53V8&amp;$.1.'&amp;%/£,-"0%62"3,56&amp;1"3%/-5,"1-&amp;1 $"1'5"3"7532"</a:t>
            </a:r>
            <a:r>
              <a:rPr sz="750" spc="-135">
                <a:latin typeface="Arial"/>
                <a:cs typeface="Arial"/>
              </a:rPr>
              <a:t>#&amp;</a:t>
            </a:r>
            <a:r>
              <a:rPr sz="750">
                <a:latin typeface="Arial"/>
                <a:cs typeface="Arial"/>
              </a:rPr>
              <a:t>R7&amp;6&amp;1.%.368'.'&amp;.60,'</a:t>
            </a:r>
            <a:r>
              <a:rPr sz="750" spc="-135">
                <a:latin typeface="Arial"/>
                <a:cs typeface="Arial"/>
              </a:rPr>
              <a:t>#&amp;</a:t>
            </a:r>
            <a:r>
              <a:rPr sz="750">
                <a:latin typeface="Arial"/>
                <a:cs typeface="Arial"/>
              </a:rPr>
              <a:t>3','"532"#&amp;R.368'.'&amp; '.921&amp;65','"6&amp;'&amp;1</a:t>
            </a:r>
            <a:r>
              <a:rPr sz="750" spc="-135">
                <a:latin typeface="Arial"/>
                <a:cs typeface="Arial"/>
              </a:rPr>
              <a:t>#5</a:t>
            </a:r>
            <a:r>
              <a:rPr sz="750">
                <a:latin typeface="Arial"/>
                <a:cs typeface="Arial"/>
              </a:rPr>
              <a:t>3&amp;'-&amp;30</a:t>
            </a:r>
            <a:r>
              <a:rPr sz="750" spc="-135">
                <a:latin typeface="Arial"/>
                <a:cs typeface="Arial"/>
              </a:rPr>
              <a:t>#P</a:t>
            </a:r>
            <a:r>
              <a:rPr sz="750">
                <a:latin typeface="Arial"/>
                <a:cs typeface="Arial"/>
              </a:rPr>
              <a:t>&amp;1"7.%%"4.32&amp;,:</a:t>
            </a:r>
            <a:endParaRPr/>
          </a:p>
          <a:p>
            <a:pPr marL="12700">
              <a:spcBef>
                <a:spcPts val="800"/>
              </a:spcBef>
              <a:tabLst>
                <a:tab pos="1029970" algn="l"/>
                <a:tab pos="1648460" algn="l"/>
                <a:tab pos="2070735" algn="l"/>
                <a:tab pos="2796540" algn="l"/>
              </a:tabLst>
            </a:pPr>
            <a:r>
              <a:rPr sz="750">
                <a:latin typeface="Arial"/>
                <a:cs typeface="Arial"/>
              </a:rPr>
              <a:t>S</a:t>
            </a:r>
            <a:r>
              <a:rPr sz="750" spc="225">
                <a:latin typeface="Arial"/>
                <a:cs typeface="Arial"/>
              </a:rPr>
              <a:t> </a:t>
            </a:r>
            <a:r>
              <a:rPr sz="750">
                <a:latin typeface="Arial"/>
                <a:cs typeface="Arial"/>
              </a:rPr>
              <a:t>)</a:t>
            </a:r>
            <a:r>
              <a:rPr sz="750" spc="170">
                <a:latin typeface="Arial"/>
                <a:cs typeface="Arial"/>
              </a:rPr>
              <a:t> </a:t>
            </a:r>
            <a:r>
              <a:rPr sz="750">
                <a:latin typeface="Arial"/>
                <a:cs typeface="Arial"/>
              </a:rPr>
              <a:t>*+</a:t>
            </a:r>
            <a:r>
              <a:rPr sz="75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&lt;É</a:t>
            </a:r>
            <a:r>
              <a:rPr sz="750">
                <a:latin typeface="Arial"/>
                <a:cs typeface="Arial"/>
              </a:rPr>
              <a:t>	</a:t>
            </a:r>
            <a:r>
              <a:rPr sz="750" spc="-180">
                <a:latin typeface="Arial"/>
                <a:cs typeface="Arial"/>
              </a:rPr>
              <a:t>&gt;</a:t>
            </a:r>
            <a:r>
              <a:rPr sz="750" spc="180">
                <a:latin typeface="Arial"/>
                <a:cs typeface="Arial"/>
              </a:rPr>
              <a:t> </a:t>
            </a:r>
            <a:r>
              <a:rPr sz="750">
                <a:latin typeface="Arial"/>
                <a:cs typeface="Arial"/>
              </a:rPr>
              <a:t>&lt;</a:t>
            </a:r>
            <a:r>
              <a:rPr sz="75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)</a:t>
            </a:r>
            <a:r>
              <a:rPr sz="75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±</a:t>
            </a:r>
            <a:endParaRPr/>
          </a:p>
        </p:txBody>
      </p:sp>
      <p:sp>
        <p:nvSpPr>
          <p:cNvPr id="144" name="shape 144"/>
          <p:cNvSpPr txBox="1"/>
          <p:nvPr/>
        </p:nvSpPr>
        <p:spPr>
          <a:xfrm>
            <a:off x="444500" y="4979472"/>
            <a:ext cx="5502275" cy="1143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1116965" algn="l"/>
                <a:tab pos="3649345" algn="l"/>
                <a:tab pos="4163060" algn="l"/>
                <a:tab pos="5142230" algn="l"/>
                <a:tab pos="5387340" algn="l"/>
              </a:tabLst>
            </a:pPr>
            <a:r>
              <a:rPr sz="750">
                <a:latin typeface="Arial"/>
                <a:cs typeface="Arial"/>
              </a:rPr>
              <a:t>)</a:t>
            </a:r>
            <a:r>
              <a:rPr sz="750" spc="-180">
                <a:latin typeface="Arial"/>
                <a:cs typeface="Arial"/>
              </a:rPr>
              <a:t>B)</a:t>
            </a:r>
            <a:r>
              <a:rPr sz="750" spc="-45">
                <a:latin typeface="Arial"/>
                <a:cs typeface="Arial"/>
              </a:rPr>
              <a:t>|S</a:t>
            </a:r>
            <a:r>
              <a:rPr sz="750" spc="-180">
                <a:latin typeface="Arial"/>
                <a:cs typeface="Arial"/>
              </a:rPr>
              <a:t>®E</a:t>
            </a:r>
            <a:r>
              <a:rPr sz="750" spc="220">
                <a:latin typeface="Arial"/>
                <a:cs typeface="Arial"/>
              </a:rPr>
              <a:t> </a:t>
            </a:r>
            <a:r>
              <a:rPr sz="750">
                <a:latin typeface="Arial"/>
                <a:cs typeface="Arial"/>
              </a:rPr>
              <a:t>;)  </a:t>
            </a:r>
            <a:r>
              <a:rPr sz="750" spc="-180">
                <a:latin typeface="Arial"/>
                <a:cs typeface="Arial"/>
              </a:rPr>
              <a:t>BDE</a:t>
            </a:r>
            <a:r>
              <a:rPr sz="750" spc="-18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T7/"0-.&amp;.%.1V&amp;.</a:t>
            </a:r>
            <a:r>
              <a:rPr sz="750" spc="-135">
                <a:latin typeface="Arial"/>
                <a:cs typeface="Arial"/>
              </a:rPr>
              <a:t>#"</a:t>
            </a:r>
            <a:r>
              <a:rPr sz="750">
                <a:latin typeface="Arial"/>
                <a:cs typeface="Arial"/>
              </a:rPr>
              <a:t>03'"73"34.V&amp;532"</a:t>
            </a:r>
            <a:r>
              <a:rPr sz="750" spc="-135">
                <a:latin typeface="Arial"/>
                <a:cs typeface="Arial"/>
              </a:rPr>
              <a:t>#&amp;</a:t>
            </a:r>
            <a:r>
              <a:rPr sz="750">
                <a:latin typeface="Arial"/>
                <a:cs typeface="Arial"/>
              </a:rPr>
              <a:t>R</a:t>
            </a:r>
            <a:r>
              <a:rPr sz="750">
                <a:latin typeface="Arial"/>
                <a:cs typeface="Arial"/>
              </a:rPr>
              <a:t>	</a:t>
            </a:r>
            <a:r>
              <a:rPr sz="1125" baseline="3703">
                <a:latin typeface="Arial"/>
                <a:cs typeface="Arial"/>
              </a:rPr>
              <a:t>C</a:t>
            </a:r>
            <a:r>
              <a:rPr sz="1125" baseline="3703">
                <a:latin typeface="Arial"/>
                <a:cs typeface="Arial"/>
              </a:rPr>
              <a:t>	</a:t>
            </a:r>
            <a:r>
              <a:rPr sz="1125" baseline="3703">
                <a:latin typeface="Arial"/>
                <a:cs typeface="Arial"/>
              </a:rPr>
              <a:t>Ã</a:t>
            </a:r>
            <a:r>
              <a:rPr sz="1125" baseline="3703">
                <a:latin typeface="Arial"/>
                <a:cs typeface="Arial"/>
              </a:rPr>
              <a:t>	</a:t>
            </a:r>
            <a:r>
              <a:rPr sz="1125" baseline="3703">
                <a:latin typeface="Arial"/>
                <a:cs typeface="Arial"/>
              </a:rPr>
              <a:t>&lt;</a:t>
            </a:r>
            <a:r>
              <a:rPr sz="1125" baseline="3703">
                <a:latin typeface="Arial"/>
                <a:cs typeface="Arial"/>
              </a:rPr>
              <a:t>	</a:t>
            </a:r>
            <a:r>
              <a:rPr sz="1125" baseline="3703">
                <a:latin typeface="Arial"/>
                <a:cs typeface="Arial"/>
              </a:rPr>
              <a:t>Ê</a:t>
            </a:r>
            <a:endParaRPr/>
          </a:p>
        </p:txBody>
      </p:sp>
      <p:sp>
        <p:nvSpPr>
          <p:cNvPr id="145" name="shape 145"/>
          <p:cNvSpPr txBox="1"/>
          <p:nvPr/>
        </p:nvSpPr>
        <p:spPr>
          <a:xfrm>
            <a:off x="444500" y="5081062"/>
            <a:ext cx="5088255" cy="1143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3522980" algn="l"/>
                <a:tab pos="4256405" algn="l"/>
                <a:tab pos="4973320" algn="l"/>
              </a:tabLst>
            </a:pPr>
            <a:r>
              <a:rPr sz="750">
                <a:latin typeface="Arial"/>
                <a:cs typeface="Arial"/>
              </a:rPr>
              <a:t>,02-.,53'&amp;1&amp;,'"16556&amp;36,R/"0,-"0%62"3,56&amp;1</a:t>
            </a:r>
            <a:r>
              <a:rPr sz="750" spc="-135">
                <a:latin typeface="Arial"/>
                <a:cs typeface="Arial"/>
              </a:rPr>
              <a:t>#.</a:t>
            </a:r>
            <a:r>
              <a:rPr sz="750" spc="125">
                <a:latin typeface="Arial"/>
                <a:cs typeface="Arial"/>
              </a:rPr>
              <a:t> </a:t>
            </a:r>
            <a:r>
              <a:rPr sz="750">
                <a:latin typeface="Arial"/>
                <a:cs typeface="Arial"/>
              </a:rPr>
              <a:t>53V&amp;,'5</a:t>
            </a:r>
            <a:r>
              <a:rPr sz="750" spc="-135">
                <a:latin typeface="Arial"/>
                <a:cs typeface="Arial"/>
              </a:rPr>
              <a:t>#.</a:t>
            </a:r>
            <a:r>
              <a:rPr sz="750">
                <a:latin typeface="Arial"/>
                <a:cs typeface="Arial"/>
              </a:rPr>
              <a:t>'&amp;6532"</a:t>
            </a:r>
            <a:r>
              <a:rPr sz="750" spc="-135">
                <a:latin typeface="Arial"/>
                <a:cs typeface="Arial"/>
              </a:rPr>
              <a:t>#&amp;</a:t>
            </a:r>
            <a:r>
              <a:rPr sz="750" spc="-135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)</a:t>
            </a:r>
            <a:r>
              <a:rPr sz="75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±</a:t>
            </a:r>
            <a:r>
              <a:rPr sz="75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C</a:t>
            </a:r>
            <a:endParaRPr/>
          </a:p>
        </p:txBody>
      </p:sp>
      <p:sp>
        <p:nvSpPr>
          <p:cNvPr id="146" name="shape 146"/>
          <p:cNvSpPr txBox="1"/>
          <p:nvPr/>
        </p:nvSpPr>
        <p:spPr>
          <a:xfrm>
            <a:off x="7041515" y="7446995"/>
            <a:ext cx="330835" cy="3429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2250">
                <a:latin typeface="Arial"/>
                <a:cs typeface="Arial"/>
              </a:rPr>
              <a:t>:</a:t>
            </a:r>
            <a:endParaRPr/>
          </a:p>
        </p:txBody>
      </p:sp>
      <p:sp>
        <p:nvSpPr>
          <p:cNvPr id="147" name="shape 147"/>
          <p:cNvSpPr txBox="1"/>
          <p:nvPr/>
        </p:nvSpPr>
        <p:spPr>
          <a:xfrm>
            <a:off x="444500" y="9391208"/>
            <a:ext cx="4994910" cy="1143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750">
                <a:latin typeface="Arial"/>
                <a:cs typeface="Arial"/>
              </a:rPr>
              <a:t>K</a:t>
            </a:r>
            <a:r>
              <a:rPr sz="750" spc="-135">
                <a:latin typeface="Arial"/>
                <a:cs typeface="Arial"/>
              </a:rPr>
              <a:t>#$</a:t>
            </a:r>
            <a:r>
              <a:rPr sz="750">
                <a:latin typeface="Arial"/>
                <a:cs typeface="Arial"/>
              </a:rPr>
              <a:t>%"/&amp;&amp;¯,85V3.'01&amp;</a:t>
            </a:r>
            <a:endParaRPr/>
          </a:p>
        </p:txBody>
      </p:sp>
      <p:sp>
        <p:nvSpPr>
          <p:cNvPr id="148" name="shape 148"/>
          <p:cNvSpPr txBox="1"/>
          <p:nvPr/>
        </p:nvSpPr>
        <p:spPr>
          <a:xfrm>
            <a:off x="444500" y="9529745"/>
            <a:ext cx="4994910" cy="990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7145">
              <a:tabLst>
                <a:tab pos="2012315" algn="l"/>
                <a:tab pos="4650740" algn="l"/>
              </a:tabLst>
            </a:pPr>
            <a:r>
              <a:rPr sz="650">
                <a:latin typeface="Arial"/>
                <a:cs typeface="Arial"/>
              </a:rPr>
              <a:t>T2&amp;1'57/R036&amp;1$&amp;3.%'5&amp;,$1"56&amp;6P/%.4R'-.'T.</a:t>
            </a:r>
            <a:r>
              <a:rPr sz="650" spc="-115">
                <a:latin typeface="Arial"/>
                <a:cs typeface="Arial"/>
              </a:rPr>
              <a:t>#</a:t>
            </a:r>
            <a:r>
              <a:rPr sz="650" spc="-115">
                <a:latin typeface="Arial"/>
                <a:cs typeface="Arial"/>
              </a:rPr>
              <a:t>	</a:t>
            </a:r>
            <a:r>
              <a:rPr sz="650">
                <a:latin typeface="Arial"/>
                <a:cs typeface="Arial"/>
              </a:rPr>
              <a:t>&amp;3'5'%&amp;6'"'-&amp;30</a:t>
            </a:r>
            <a:r>
              <a:rPr sz="650" spc="-115">
                <a:latin typeface="Arial"/>
                <a:cs typeface="Arial"/>
              </a:rPr>
              <a:t>#P</a:t>
            </a:r>
            <a:r>
              <a:rPr sz="650">
                <a:latin typeface="Arial"/>
                <a:cs typeface="Arial"/>
              </a:rPr>
              <a:t>&amp;1"745'--"%653V.%%"4.32&amp;,2%.5</a:t>
            </a:r>
            <a:r>
              <a:rPr sz="650" spc="-115">
                <a:latin typeface="Arial"/>
                <a:cs typeface="Arial"/>
              </a:rPr>
              <a:t>#&amp;</a:t>
            </a:r>
            <a:r>
              <a:rPr sz="650">
                <a:latin typeface="Arial"/>
                <a:cs typeface="Arial"/>
              </a:rPr>
              <a:t>6"3«53&amp;</a:t>
            </a:r>
            <a:r>
              <a:rPr sz="650">
                <a:latin typeface="Arial"/>
                <a:cs typeface="Arial"/>
              </a:rPr>
              <a:t>	</a:t>
            </a:r>
            <a:r>
              <a:rPr sz="650">
                <a:latin typeface="Arial"/>
                <a:cs typeface="Arial"/>
              </a:rPr>
              <a:t>.P"&amp;:</a:t>
            </a:r>
            <a:endParaRPr/>
          </a:p>
        </p:txBody>
      </p:sp>
      <p:sp>
        <p:nvSpPr>
          <p:cNvPr id="149" name="shape 149"/>
          <p:cNvSpPr txBox="1"/>
          <p:nvPr/>
        </p:nvSpPr>
        <p:spPr>
          <a:xfrm>
            <a:off x="5543550" y="9391208"/>
            <a:ext cx="285750" cy="1143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750">
                <a:latin typeface="Arial"/>
                <a:cs typeface="Arial"/>
              </a:rPr>
              <a:t>M.'&amp;</a:t>
            </a:r>
            <a:endParaRPr/>
          </a:p>
        </p:txBody>
      </p:sp>
      <p:sp>
        <p:nvSpPr>
          <p:cNvPr id="150" name="shape 150"/>
          <p:cNvSpPr txBox="1"/>
          <p:nvPr/>
        </p:nvSpPr>
        <p:spPr>
          <a:xfrm>
            <a:off x="850900" y="866601"/>
            <a:ext cx="266065" cy="2108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650">
                <a:latin typeface="Arial"/>
                <a:cs typeface="Arial"/>
              </a:rPr>
              <a:t>¡&amp;P</a:t>
            </a:r>
            <a:endParaRPr/>
          </a:p>
          <a:p>
            <a:pPr marL="114300">
              <a:spcBef>
                <a:spcPts val="100"/>
              </a:spcBef>
            </a:pPr>
            <a:r>
              <a:rPr sz="650">
                <a:latin typeface="Arial"/>
                <a:cs typeface="Arial"/>
              </a:rPr>
              <a:t>¬¬</a:t>
            </a:r>
            <a:endParaRPr/>
          </a:p>
        </p:txBody>
      </p:sp>
      <p:sp>
        <p:nvSpPr>
          <p:cNvPr id="151" name="shape 151"/>
          <p:cNvSpPr txBox="1"/>
          <p:nvPr/>
        </p:nvSpPr>
        <p:spPr>
          <a:xfrm>
            <a:off x="1809115" y="389954"/>
            <a:ext cx="814071" cy="748665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2050">
                <a:latin typeface="Arial"/>
                <a:cs typeface="Arial"/>
              </a:rPr>
              <a:t>)  *+</a:t>
            </a:r>
            <a:endParaRPr/>
          </a:p>
          <a:p>
            <a:pPr marL="12700">
              <a:lnSpc>
                <a:spcPts val="1580"/>
              </a:lnSpc>
            </a:pPr>
            <a:r>
              <a:rPr sz="1700">
                <a:latin typeface="Arial"/>
                <a:cs typeface="Arial"/>
              </a:rPr>
              <a:t>E</a:t>
            </a:r>
            <a:endParaRPr/>
          </a:p>
          <a:p>
            <a:pPr marL="12700">
              <a:lnSpc>
                <a:spcPts val="1854"/>
              </a:lnSpc>
              <a:tabLst>
                <a:tab pos="445135" algn="l"/>
              </a:tabLst>
            </a:pPr>
            <a:r>
              <a:rPr sz="1700">
                <a:latin typeface="Arial"/>
                <a:cs typeface="Arial"/>
              </a:rPr>
              <a:t>S</a:t>
            </a:r>
            <a:r>
              <a:rPr sz="1700">
                <a:latin typeface="Arial"/>
                <a:cs typeface="Arial"/>
              </a:rPr>
              <a:t>	</a:t>
            </a:r>
            <a:r>
              <a:rPr sz="1700" spc="-400">
                <a:latin typeface="Arial"/>
                <a:cs typeface="Arial"/>
              </a:rPr>
              <a:t>&gt; </a:t>
            </a:r>
            <a:endParaRPr/>
          </a:p>
        </p:txBody>
      </p:sp>
      <p:sp>
        <p:nvSpPr>
          <p:cNvPr id="152" name="shape 152"/>
          <p:cNvSpPr txBox="1"/>
          <p:nvPr/>
        </p:nvSpPr>
        <p:spPr>
          <a:xfrm>
            <a:off x="2889250" y="647245"/>
            <a:ext cx="699135" cy="25908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1700">
                <a:latin typeface="Arial"/>
                <a:cs typeface="Arial"/>
              </a:rPr>
              <a:t>Ï</a:t>
            </a:r>
            <a:r>
              <a:rPr sz="1700" spc="-115">
                <a:latin typeface="Arial"/>
                <a:cs typeface="Arial"/>
              </a:rPr>
              <a:t>| </a:t>
            </a:r>
            <a:endParaRPr/>
          </a:p>
        </p:txBody>
      </p:sp>
      <p:sp>
        <p:nvSpPr>
          <p:cNvPr id="153" name="shape 153"/>
          <p:cNvSpPr txBox="1"/>
          <p:nvPr/>
        </p:nvSpPr>
        <p:spPr>
          <a:xfrm>
            <a:off x="1032510" y="1423470"/>
            <a:ext cx="6369050" cy="1143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760095" algn="l"/>
                <a:tab pos="2934970" algn="l"/>
                <a:tab pos="4500880" algn="l"/>
              </a:tabLst>
            </a:pPr>
            <a:r>
              <a:rPr sz="750">
                <a:latin typeface="Arial"/>
                <a:cs typeface="Arial"/>
              </a:rPr>
              <a:t>!"</a:t>
            </a:r>
            <a:r>
              <a:rPr sz="750" spc="-135">
                <a:latin typeface="Arial"/>
                <a:cs typeface="Arial"/>
              </a:rPr>
              <a:t>#$</a:t>
            </a:r>
            <a:r>
              <a:rPr sz="750">
                <a:latin typeface="Arial"/>
                <a:cs typeface="Arial"/>
              </a:rPr>
              <a:t>%&amp;'&amp;(</a:t>
            </a:r>
            <a:r>
              <a:rPr sz="75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)</a:t>
            </a:r>
            <a:r>
              <a:rPr sz="750" spc="170">
                <a:latin typeface="Arial"/>
                <a:cs typeface="Arial"/>
              </a:rPr>
              <a:t> </a:t>
            </a:r>
            <a:r>
              <a:rPr sz="750">
                <a:latin typeface="Arial"/>
                <a:cs typeface="Arial"/>
              </a:rPr>
              <a:t>*+,"'-.'/"01&amp;</a:t>
            </a:r>
            <a:r>
              <a:rPr sz="750" spc="-135">
                <a:latin typeface="Arial"/>
                <a:cs typeface="Arial"/>
              </a:rPr>
              <a:t>#$</a:t>
            </a:r>
            <a:r>
              <a:rPr sz="750">
                <a:latin typeface="Arial"/>
                <a:cs typeface="Arial"/>
              </a:rPr>
              <a:t>%"/&amp;12.345'--"%6'-&amp;</a:t>
            </a:r>
            <a:r>
              <a:rPr sz="75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'.9$./</a:t>
            </a:r>
            <a:r>
              <a:rPr sz="750" spc="-135">
                <a:latin typeface="Arial"/>
                <a:cs typeface="Arial"/>
              </a:rPr>
              <a:t>#&amp;</a:t>
            </a:r>
            <a:r>
              <a:rPr sz="750">
                <a:latin typeface="Arial"/>
                <a:cs typeface="Arial"/>
              </a:rPr>
              <a:t>3',0,53VH"1</a:t>
            </a:r>
            <a:r>
              <a:rPr sz="750" spc="-135">
                <a:latin typeface="Arial"/>
                <a:cs typeface="Arial"/>
              </a:rPr>
              <a:t>#</a:t>
            </a:r>
            <a:r>
              <a:rPr sz="750" spc="290">
                <a:latin typeface="Arial"/>
                <a:cs typeface="Arial"/>
              </a:rPr>
              <a:t> </a:t>
            </a:r>
            <a:r>
              <a:rPr sz="750">
                <a:latin typeface="Arial"/>
                <a:cs typeface="Arial"/>
              </a:rPr>
              <a:t>I!J</a:t>
            </a:r>
            <a:r>
              <a:rPr sz="750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'"."5653'&amp;1&amp;,'"3'-&amp;036&amp;1$./</a:t>
            </a:r>
            <a:r>
              <a:rPr sz="750" spc="-135">
                <a:latin typeface="Arial"/>
                <a:cs typeface="Arial"/>
              </a:rPr>
              <a:t>#&amp;</a:t>
            </a:r>
            <a:r>
              <a:rPr sz="750">
                <a:latin typeface="Arial"/>
                <a:cs typeface="Arial"/>
              </a:rPr>
              <a:t>3'</a:t>
            </a:r>
            <a:endParaRPr/>
          </a:p>
        </p:txBody>
      </p:sp>
      <p:sp>
        <p:nvSpPr>
          <p:cNvPr id="154" name="shape 154"/>
          <p:cNvSpPr txBox="1"/>
          <p:nvPr/>
        </p:nvSpPr>
        <p:spPr>
          <a:xfrm>
            <a:off x="444500" y="1531417"/>
            <a:ext cx="6934835" cy="1143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3143885" algn="l"/>
                <a:tab pos="3522980" algn="l"/>
                <a:tab pos="5011420" algn="l"/>
              </a:tabLst>
            </a:pPr>
            <a:r>
              <a:rPr sz="1125" baseline="3703">
                <a:latin typeface="Arial"/>
                <a:cs typeface="Arial"/>
              </a:rPr>
              <a:t>2"11&amp;2'.</a:t>
            </a:r>
            <a:r>
              <a:rPr sz="1125" spc="-202" baseline="3703">
                <a:latin typeface="Arial"/>
                <a:cs typeface="Arial"/>
              </a:rPr>
              <a:t>#"</a:t>
            </a:r>
            <a:r>
              <a:rPr sz="1125" baseline="3703">
                <a:latin typeface="Arial"/>
                <a:cs typeface="Arial"/>
              </a:rPr>
              <a:t>03'"78'.'&amp;532"</a:t>
            </a:r>
            <a:r>
              <a:rPr sz="1125" spc="-202" baseline="3703">
                <a:latin typeface="Arial"/>
                <a:cs typeface="Arial"/>
              </a:rPr>
              <a:t>#&amp;</a:t>
            </a:r>
            <a:r>
              <a:rPr sz="1125" baseline="3703">
                <a:latin typeface="Arial"/>
                <a:cs typeface="Arial"/>
              </a:rPr>
              <a:t>'.971"</a:t>
            </a:r>
            <a:r>
              <a:rPr sz="1125" spc="-202" baseline="3703">
                <a:latin typeface="Arial"/>
                <a:cs typeface="Arial"/>
              </a:rPr>
              <a:t>#</a:t>
            </a:r>
            <a:r>
              <a:rPr sz="1125" spc="307" baseline="3703">
                <a:latin typeface="Arial"/>
                <a:cs typeface="Arial"/>
              </a:rPr>
              <a:t> </a:t>
            </a:r>
            <a:r>
              <a:rPr sz="1125" baseline="3703">
                <a:latin typeface="Arial"/>
                <a:cs typeface="Arial"/>
              </a:rPr>
              <a:t>/"01$./:;</a:t>
            </a:r>
            <a:r>
              <a:rPr sz="1125" baseline="3703">
                <a:latin typeface="Arial"/>
                <a:cs typeface="Arial"/>
              </a:rPr>
              <a:t>	</a:t>
            </a:r>
            <a:r>
              <a:rPr sz="1125" baseline="3703">
                <a:latin typeface="Arial"/>
                <a:cs typeface="Arial"/>
              </a:rPr>
              <a:t>&lt;</a:t>
            </a:r>
            <a:r>
              <a:rPr sz="1125" baseline="3703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"7&amp;,'5</a:t>
            </a:r>
            <a:r>
              <a:rPr sz="750" spc="-135">
                <a:latin typeface="Arial"/>
                <a:cs typeface="Arial"/>
              </a:rPr>
              <a:t>#.</a:t>
            </a:r>
            <a:r>
              <a:rPr sz="750">
                <a:latin typeface="Arial"/>
                <a:cs typeface="Arial"/>
              </a:rPr>
              <a:t>'&amp;6532"</a:t>
            </a:r>
            <a:r>
              <a:rPr sz="750" spc="-135">
                <a:latin typeface="Arial"/>
                <a:cs typeface="Arial"/>
              </a:rPr>
              <a:t>#&amp;</a:t>
            </a:r>
            <a:r>
              <a:rPr sz="750">
                <a:latin typeface="Arial"/>
                <a:cs typeface="Arial"/>
              </a:rPr>
              <a:t>'.9:H"1</a:t>
            </a:r>
            <a:r>
              <a:rPr sz="750" spc="-135">
                <a:latin typeface="Arial"/>
                <a:cs typeface="Arial"/>
              </a:rPr>
              <a:t>#</a:t>
            </a:r>
            <a:r>
              <a:rPr sz="750" spc="-135">
                <a:latin typeface="Arial"/>
                <a:cs typeface="Arial"/>
              </a:rPr>
              <a:t>	</a:t>
            </a:r>
            <a:r>
              <a:rPr sz="750">
                <a:latin typeface="Arial"/>
                <a:cs typeface="Arial"/>
              </a:rPr>
              <a:t>I!J</a:t>
            </a:r>
            <a:r>
              <a:rPr sz="750" spc="275">
                <a:latin typeface="Arial"/>
                <a:cs typeface="Arial"/>
              </a:rPr>
              <a:t> </a:t>
            </a:r>
            <a:r>
              <a:rPr sz="750">
                <a:latin typeface="Arial"/>
                <a:cs typeface="Arial"/>
              </a:rPr>
              <a:t>5,..5%.P%&amp;"3'-&amp;M&amp;$.1'</a:t>
            </a:r>
            <a:r>
              <a:rPr sz="750" spc="-135">
                <a:latin typeface="Arial"/>
                <a:cs typeface="Arial"/>
              </a:rPr>
              <a:t>#&amp;</a:t>
            </a:r>
            <a:r>
              <a:rPr sz="750">
                <a:latin typeface="Arial"/>
                <a:cs typeface="Arial"/>
              </a:rPr>
              <a:t>3'¯,</a:t>
            </a:r>
            <a:endParaRPr/>
          </a:p>
        </p:txBody>
      </p:sp>
      <p:sp>
        <p:nvSpPr>
          <p:cNvPr id="155" name="shape 155"/>
          <p:cNvSpPr txBox="1"/>
          <p:nvPr/>
        </p:nvSpPr>
        <p:spPr>
          <a:xfrm>
            <a:off x="444500" y="1626672"/>
            <a:ext cx="127000" cy="1143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750">
                <a:latin typeface="Arial"/>
                <a:cs typeface="Arial"/>
              </a:rPr>
              <a:t>(</a:t>
            </a:r>
            <a:endParaRPr/>
          </a:p>
        </p:txBody>
      </p:sp>
      <p:sp>
        <p:nvSpPr>
          <p:cNvPr id="156" name="shape 156"/>
          <p:cNvSpPr txBox="1"/>
          <p:nvPr/>
        </p:nvSpPr>
        <p:spPr>
          <a:xfrm>
            <a:off x="463550" y="5425186"/>
            <a:ext cx="6845300" cy="618490"/>
          </a:xfrm>
          <a:prstGeom prst="rect"/>
          <a:noFill/>
          <a:ln w="12700">
            <a:solidFill>
              <a:srgbClr val="000000"/>
            </a:solidFill>
          </a:ln>
        </p:spPr>
        <p:txBody>
          <a:bodyPr vertOverflow="overflow" horzOverflow="overflow" numCol="1" wrap="square" lIns="0" tIns="88900" rIns="0" bIns="0">
            <a:spAutoFit/>
          </a:bodyPr>
          <a:p>
            <a:pPr marL="115570" marR="104140" indent="82550">
              <a:lnSpc>
                <a:spcPct val="105882"/>
              </a:lnSpc>
              <a:spcBef>
                <a:spcPts val="700"/>
              </a:spcBef>
              <a:tabLst>
                <a:tab pos="1614170" algn="l"/>
                <a:tab pos="2430780" algn="l"/>
                <a:tab pos="3671570" algn="l"/>
              </a:tabLst>
            </a:pPr>
            <a:r>
              <a:rPr sz="850">
                <a:latin typeface="Arial"/>
                <a:cs typeface="Arial"/>
              </a:rPr>
              <a:t>S{z;</a:t>
            </a:r>
            <a:r>
              <a:rPr sz="850" spc="-200">
                <a:latin typeface="Arial"/>
                <a:cs typeface="Arial"/>
              </a:rPr>
              <a:t>B)</a:t>
            </a:r>
            <a:r>
              <a:rPr sz="850">
                <a:latin typeface="Arial"/>
                <a:cs typeface="Arial"/>
              </a:rPr>
              <a:t> </a:t>
            </a:r>
            <a:r>
              <a:rPr sz="850">
                <a:latin typeface="Arial"/>
                <a:cs typeface="Arial"/>
              </a:rPr>
              <a:t>	</a:t>
            </a:r>
            <a:r>
              <a:rPr sz="850" spc="-150">
                <a:latin typeface="Arial"/>
                <a:cs typeface="Arial"/>
              </a:rPr>
              <a:t> ¦</a:t>
            </a:r>
            <a:r>
              <a:rPr sz="850" spc="-150">
                <a:latin typeface="Arial"/>
                <a:cs typeface="Arial"/>
              </a:rPr>
              <a:t>	</a:t>
            </a:r>
            <a:r>
              <a:rPr sz="850">
                <a:latin typeface="Arial"/>
                <a:cs typeface="Arial"/>
              </a:rPr>
              <a:t>Ë</a:t>
            </a:r>
            <a:r>
              <a:rPr sz="850" spc="-150">
                <a:latin typeface="Arial"/>
                <a:cs typeface="Arial"/>
              </a:rPr>
              <a:t> ¦</a:t>
            </a:r>
            <a:r>
              <a:rPr sz="850" spc="1840">
                <a:latin typeface="Arial"/>
                <a:cs typeface="Arial"/>
              </a:rPr>
              <a:t> </a:t>
            </a:r>
            <a:r>
              <a:rPr sz="850">
                <a:latin typeface="Arial"/>
                <a:cs typeface="Arial"/>
              </a:rPr>
              <a:t>Ì</a:t>
            </a:r>
            <a:r>
              <a:rPr sz="850" spc="-50">
                <a:latin typeface="Arial"/>
                <a:cs typeface="Arial"/>
              </a:rPr>
              <a:t>Í </a:t>
            </a:r>
            <a:r>
              <a:rPr sz="850" spc="-50">
                <a:latin typeface="Arial"/>
                <a:cs typeface="Arial"/>
              </a:rPr>
              <a:t>	</a:t>
            </a:r>
            <a:r>
              <a:rPr sz="850">
                <a:latin typeface="Arial"/>
                <a:cs typeface="Arial"/>
              </a:rPr>
              <a:t>Î 1&amp;.,"3.P%&amp;P.,5,.361&amp;,0%',53.%&amp;,,&amp;1.</a:t>
            </a:r>
            <a:r>
              <a:rPr sz="850" spc="-150">
                <a:latin typeface="Arial"/>
                <a:cs typeface="Arial"/>
              </a:rPr>
              <a:t>#"</a:t>
            </a:r>
            <a:r>
              <a:rPr sz="850">
                <a:latin typeface="Arial"/>
                <a:cs typeface="Arial"/>
              </a:rPr>
              <a:t>03'"7'.9P&amp;53V45'--&amp;%6'-.34"0%6-.&amp;P&amp;&amp;345'--&amp;%6-.6/"070135,-&amp;61&amp;.,"3.P%&amp; 537"1</a:t>
            </a:r>
            <a:r>
              <a:rPr sz="850" spc="-150">
                <a:latin typeface="Arial"/>
                <a:cs typeface="Arial"/>
              </a:rPr>
              <a:t>#.</a:t>
            </a:r>
            <a:r>
              <a:rPr sz="850">
                <a:latin typeface="Arial"/>
                <a:cs typeface="Arial"/>
              </a:rPr>
              <a:t>'5"3R/"0.1&amp;,0P&amp;2''".$&amp;3.%'/"7µ</a:t>
            </a:r>
            <a:r>
              <a:rPr sz="850" spc="-100">
                <a:latin typeface="Arial"/>
                <a:cs typeface="Arial"/>
              </a:rPr>
              <a:t>¶  </a:t>
            </a:r>
            <a:r>
              <a:rPr sz="850">
                <a:latin typeface="Arial"/>
                <a:cs typeface="Arial"/>
              </a:rPr>
              <a:t>"7'-&amp;.</a:t>
            </a:r>
            <a:r>
              <a:rPr sz="850" spc="-150">
                <a:latin typeface="Arial"/>
                <a:cs typeface="Arial"/>
              </a:rPr>
              <a:t>#"</a:t>
            </a:r>
            <a:r>
              <a:rPr sz="850">
                <a:latin typeface="Arial"/>
                <a:cs typeface="Arial"/>
              </a:rPr>
              <a:t>03'3"'$1"$&amp;1%/45'--&amp;%6:</a:t>
            </a:r>
            <a:endParaRPr/>
          </a:p>
        </p:txBody>
      </p:sp>
      <p:graphicFrame>
        <p:nvGraphicFramePr>
          <p:cNvPr id="157" name="shape 157"/>
          <p:cNvGraphicFramePr>
            <a:graphicFrameLocks noGrp="1"/>
          </p:cNvGraphicFramePr>
          <p:nvPr/>
        </p:nvGraphicFramePr>
        <p:xfrm>
          <a:off x="538569" y="8268189"/>
          <a:ext cx="6726340" cy="2210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7320"/>
                <a:gridCol w="147320"/>
                <a:gridCol w="147955"/>
                <a:gridCol w="147955"/>
                <a:gridCol w="148590"/>
                <a:gridCol w="148590"/>
                <a:gridCol w="147320"/>
                <a:gridCol w="147320"/>
                <a:gridCol w="147955"/>
                <a:gridCol w="147320"/>
                <a:gridCol w="147320"/>
                <a:gridCol w="147320"/>
                <a:gridCol w="147955"/>
                <a:gridCol w="148590"/>
                <a:gridCol w="146685"/>
                <a:gridCol w="146685"/>
                <a:gridCol w="148590"/>
                <a:gridCol w="148590"/>
                <a:gridCol w="315595"/>
                <a:gridCol w="147955"/>
                <a:gridCol w="311785"/>
                <a:gridCol w="147320"/>
                <a:gridCol w="147320"/>
                <a:gridCol w="147955"/>
                <a:gridCol w="147955"/>
                <a:gridCol w="148590"/>
                <a:gridCol w="148590"/>
                <a:gridCol w="147320"/>
                <a:gridCol w="147320"/>
                <a:gridCol w="147955"/>
                <a:gridCol w="147320"/>
                <a:gridCol w="147320"/>
                <a:gridCol w="147955"/>
                <a:gridCol w="146685"/>
                <a:gridCol w="146685"/>
                <a:gridCol w="147320"/>
                <a:gridCol w="147320"/>
                <a:gridCol w="146685"/>
                <a:gridCol w="146685"/>
                <a:gridCol w="148590"/>
                <a:gridCol w="147955"/>
                <a:gridCol w="147320"/>
                <a:gridCol w="147955"/>
                <a:gridCol w="34290"/>
              </a:tblGrid>
              <a:tr h="23622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270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949494"/>
                      </a:solidFill>
                    </a:lnL>
                    <a:lnR w="12700" cmpd="sng">
                      <a:solidFill>
                        <a:srgbClr val="949494"/>
                      </a:solidFill>
                    </a:lnR>
                    <a:lnT/>
                    <a:lnB/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949494"/>
                      </a:solidFill>
                    </a:lnL>
                    <a:lnR w="1270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949494"/>
                      </a:solidFill>
                    </a:lnL>
                    <a:lnR w="12700" cmpd="sng">
                      <a:solidFill>
                        <a:srgbClr val="949494"/>
                      </a:solidFill>
                    </a:lnR>
                    <a:lnT/>
                    <a:lnB/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270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949494"/>
                      </a:solidFill>
                    </a:lnL>
                    <a:lnR/>
                    <a:lnT/>
                    <a:lnB/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8" name="shape 158"/>
          <p:cNvGraphicFramePr>
            <a:graphicFrameLocks noGrp="1"/>
          </p:cNvGraphicFramePr>
          <p:nvPr/>
        </p:nvGraphicFramePr>
        <p:xfrm>
          <a:off x="538569" y="8612950"/>
          <a:ext cx="6721767" cy="21976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7320"/>
                <a:gridCol w="147320"/>
                <a:gridCol w="147955"/>
                <a:gridCol w="147955"/>
                <a:gridCol w="148590"/>
                <a:gridCol w="148590"/>
                <a:gridCol w="147320"/>
                <a:gridCol w="147320"/>
                <a:gridCol w="147955"/>
                <a:gridCol w="147320"/>
                <a:gridCol w="147320"/>
                <a:gridCol w="147955"/>
                <a:gridCol w="146685"/>
                <a:gridCol w="146685"/>
                <a:gridCol w="147320"/>
                <a:gridCol w="147320"/>
                <a:gridCol w="146685"/>
                <a:gridCol w="146685"/>
                <a:gridCol w="148590"/>
                <a:gridCol w="148590"/>
                <a:gridCol w="147955"/>
                <a:gridCol w="147955"/>
                <a:gridCol w="146685"/>
                <a:gridCol w="146685"/>
                <a:gridCol w="147320"/>
                <a:gridCol w="146685"/>
                <a:gridCol w="146685"/>
                <a:gridCol w="147320"/>
                <a:gridCol w="146050"/>
                <a:gridCol w="144145"/>
                <a:gridCol w="144780"/>
                <a:gridCol w="146685"/>
                <a:gridCol w="146685"/>
                <a:gridCol w="145415"/>
                <a:gridCol w="143510"/>
                <a:gridCol w="144145"/>
                <a:gridCol w="146050"/>
                <a:gridCol w="476250"/>
                <a:gridCol w="146050"/>
                <a:gridCol w="146050"/>
                <a:gridCol w="146050"/>
                <a:gridCol w="146050"/>
                <a:gridCol w="146050"/>
                <a:gridCol w="26670"/>
              </a:tblGrid>
              <a:tr h="23622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270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949494"/>
                      </a:solidFill>
                    </a:lnL>
                    <a:lnR w="12700" cmpd="sng">
                      <a:solidFill>
                        <a:srgbClr val="949494"/>
                      </a:solidFill>
                    </a:lnR>
                    <a:lnT/>
                    <a:lnB/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270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949494"/>
                      </a:solidFill>
                    </a:lnL>
                    <a:lnR/>
                    <a:lnT/>
                    <a:lnB/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9" name="shape 159"/>
          <p:cNvGraphicFramePr>
            <a:graphicFrameLocks noGrp="1"/>
          </p:cNvGraphicFramePr>
          <p:nvPr/>
        </p:nvGraphicFramePr>
        <p:xfrm>
          <a:off x="538569" y="8957666"/>
          <a:ext cx="6719482" cy="21977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7320"/>
                <a:gridCol w="147320"/>
                <a:gridCol w="147955"/>
                <a:gridCol w="147955"/>
                <a:gridCol w="148590"/>
                <a:gridCol w="148590"/>
                <a:gridCol w="147320"/>
                <a:gridCol w="147320"/>
                <a:gridCol w="147955"/>
                <a:gridCol w="147320"/>
                <a:gridCol w="147320"/>
                <a:gridCol w="147955"/>
                <a:gridCol w="146685"/>
                <a:gridCol w="146685"/>
                <a:gridCol w="146050"/>
                <a:gridCol w="146050"/>
                <a:gridCol w="147955"/>
                <a:gridCol w="147955"/>
                <a:gridCol w="149225"/>
                <a:gridCol w="148590"/>
                <a:gridCol w="302260"/>
                <a:gridCol w="147320"/>
                <a:gridCol w="147320"/>
                <a:gridCol w="302260"/>
                <a:gridCol w="146685"/>
                <a:gridCol w="146685"/>
                <a:gridCol w="146685"/>
                <a:gridCol w="146685"/>
                <a:gridCol w="146685"/>
                <a:gridCol w="304165"/>
                <a:gridCol w="146685"/>
                <a:gridCol w="146685"/>
                <a:gridCol w="145415"/>
                <a:gridCol w="145415"/>
                <a:gridCol w="146050"/>
                <a:gridCol w="146050"/>
                <a:gridCol w="145415"/>
                <a:gridCol w="145415"/>
                <a:gridCol w="147320"/>
                <a:gridCol w="146685"/>
                <a:gridCol w="146050"/>
                <a:gridCol w="146685"/>
                <a:gridCol w="26035"/>
              </a:tblGrid>
              <a:tr h="23622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9050" cmpd="sng">
                      <a:solidFill>
                        <a:srgbClr val="949494"/>
                      </a:solidFill>
                    </a:lnT>
                    <a:lnB w="1905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905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905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905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905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905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9050" cmpd="sng">
                      <a:solidFill>
                        <a:srgbClr val="949494"/>
                      </a:solidFill>
                    </a:lnT>
                    <a:lnB w="1905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905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9050" cmpd="sng">
                      <a:solidFill>
                        <a:srgbClr val="949494"/>
                      </a:solidFill>
                    </a:lnT>
                    <a:lnB w="1905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905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905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905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9050" cmpd="sng">
                      <a:solidFill>
                        <a:srgbClr val="949494"/>
                      </a:solidFill>
                    </a:lnT>
                    <a:lnB w="1905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905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9050" cmpd="sng">
                      <a:solidFill>
                        <a:srgbClr val="949494"/>
                      </a:solidFill>
                    </a:lnT>
                    <a:lnB w="1905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905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905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9050" cmpd="sng">
                      <a:solidFill>
                        <a:srgbClr val="949494"/>
                      </a:solidFill>
                    </a:lnT>
                    <a:lnB w="1905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905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2700" cmpd="sng">
                      <a:solidFill>
                        <a:srgbClr val="949494"/>
                      </a:solidFill>
                    </a:lnR>
                    <a:lnT w="1905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949494"/>
                      </a:solidFill>
                    </a:lnL>
                    <a:lnR w="12700" cmpd="sng">
                      <a:solidFill>
                        <a:srgbClr val="949494"/>
                      </a:solidFill>
                    </a:lnR>
                    <a:lnT/>
                    <a:lnB/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270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949494"/>
                      </a:solidFill>
                    </a:lnL>
                    <a:lnR w="12700" cmpd="sng">
                      <a:solidFill>
                        <a:srgbClr val="949494"/>
                      </a:solidFill>
                    </a:lnR>
                    <a:lnT/>
                    <a:lnB/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270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949494"/>
                      </a:solidFill>
                    </a:lnL>
                    <a:lnR w="12700" cmpd="sng">
                      <a:solidFill>
                        <a:srgbClr val="949494"/>
                      </a:solidFill>
                    </a:lnR>
                    <a:lnT/>
                    <a:lnB/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905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381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9050" cmpd="sng">
                      <a:solidFill>
                        <a:srgbClr val="949494"/>
                      </a:solidFill>
                    </a:lnL>
                    <a:lnR w="12700" cmpd="sng">
                      <a:solidFill>
                        <a:srgbClr val="949494"/>
                      </a:solidFill>
                    </a:lnR>
                    <a:lnT w="12700" cmpd="sng">
                      <a:solidFill>
                        <a:srgbClr val="949494"/>
                      </a:solidFill>
                    </a:lnT>
                    <a:lnB w="12700" cmpd="sng">
                      <a:solidFill>
                        <a:srgbClr val="94949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949494"/>
                      </a:solidFill>
                    </a:lnL>
                    <a:lnR/>
                    <a:lnT/>
                    <a:lnB/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8838" y="457200"/>
            <a:ext cx="6858000" cy="12700"/>
          </a:xfrm>
          <a:custGeom>
            <a:pathLst>
              <a:path w="6858000" h="12700">
                <a:moveTo>
                  <a:pt x="0" y="6350"/>
                </a:moveTo>
                <a:lnTo>
                  <a:pt x="6858000" y="6350"/>
                </a:lnTo>
              </a:path>
            </a:pathLst>
          </a:custGeom>
          <a:ln w="12700" cap="flat">
            <a:solidFill>
              <a:srgbClr val="000000"/>
            </a:solidFill>
            <a:prstDash val="solid"/>
            <a:miter lim="4"/>
          </a:ln>
        </p:spPr>
      </p:sp>
      <p:sp>
        <p:nvSpPr>
          <p:cNvPr id="3" name="shape 3"/>
          <p:cNvSpPr/>
          <p:nvPr/>
        </p:nvSpPr>
        <p:spPr>
          <a:xfrm>
            <a:off x="458838" y="750583"/>
            <a:ext cx="6858000" cy="12700"/>
          </a:xfrm>
          <a:custGeom>
            <a:pathLst>
              <a:path w="6858000" h="12700">
                <a:moveTo>
                  <a:pt x="0" y="6350"/>
                </a:moveTo>
                <a:lnTo>
                  <a:pt x="6858000" y="6350"/>
                </a:lnTo>
              </a:path>
            </a:pathLst>
          </a:custGeom>
          <a:ln w="12700" cap="flat">
            <a:solidFill>
              <a:srgbClr val="000000"/>
            </a:solidFill>
            <a:prstDash val="solid"/>
            <a:miter lim="4"/>
          </a:ln>
        </p:spPr>
      </p:sp>
      <p:sp>
        <p:nvSpPr>
          <p:cNvPr id="4" name="shape 4"/>
          <p:cNvSpPr/>
          <p:nvPr/>
        </p:nvSpPr>
        <p:spPr>
          <a:xfrm>
            <a:off x="7172707" y="9476740"/>
            <a:ext cx="12700" cy="187960"/>
          </a:xfrm>
          <a:custGeom>
            <a:pathLst>
              <a:path w="12700" h="187959">
                <a:moveTo>
                  <a:pt x="6350" y="0"/>
                </a:moveTo>
                <a:lnTo>
                  <a:pt x="6350" y="187960"/>
                </a:lnTo>
              </a:path>
            </a:pathLst>
          </a:custGeom>
          <a:ln w="12700" cap="flat">
            <a:solidFill>
              <a:srgbClr val="000000"/>
            </a:solidFill>
            <a:prstDash val="solid"/>
            <a:miter lim="4"/>
          </a:ln>
        </p:spPr>
      </p:sp>
      <p:graphicFrame>
        <p:nvGraphicFramePr>
          <p:cNvPr id="5" name="shape 5"/>
          <p:cNvGraphicFramePr>
            <a:graphicFrameLocks noGrp="1"/>
          </p:cNvGraphicFramePr>
          <p:nvPr/>
        </p:nvGraphicFramePr>
        <p:xfrm>
          <a:off x="768096" y="4634293"/>
          <a:ext cx="6201994" cy="153485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69900"/>
                <a:gridCol w="376555"/>
                <a:gridCol w="358140"/>
                <a:gridCol w="611505"/>
                <a:gridCol w="180975"/>
                <a:gridCol w="483870"/>
                <a:gridCol w="368300"/>
                <a:gridCol w="180975"/>
                <a:gridCol w="637540"/>
                <a:gridCol w="392430"/>
                <a:gridCol w="600075"/>
                <a:gridCol w="244475"/>
                <a:gridCol w="327660"/>
                <a:gridCol w="544195"/>
                <a:gridCol w="170815"/>
                <a:gridCol w="250190"/>
              </a:tblGrid>
              <a:tr h="297815">
                <a:tc gridSpan="3">
                  <a:txBody>
                    <a:bodyPr/>
                    <a:p>
                      <a:pPr marL="148590" marR="177165">
                        <a:tabLst>
                          <a:tab pos="391795" algn="l"/>
                        </a:tabLst>
                      </a:pPr>
                      <a:r>
                        <a:rPr sz="900" spc="-160">
                          <a:latin typeface="Arial"/>
                          <a:cs typeface="Arial"/>
                        </a:rPr>
                        <a:t>W </a:t>
                      </a:r>
                      <a:r>
                        <a:rPr sz="900" spc="-16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'XY''(*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13">
                  <a:txBody>
                    <a:bodyPr/>
                    <a:p>
                      <a:pPr marL="212090" marR="4665980"/>
                      <a:r>
                        <a:rPr sz="900">
                          <a:latin typeface="Arial"/>
                          <a:cs typeface="Arial"/>
                        </a:rPr>
                        <a:t>$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207009">
                <a:tc gridSpan="2">
                  <a:txBody>
                    <a:bodyPr/>
                    <a:p>
                      <a:pPr marL="148590" marR="33655" algn="ctr">
                        <a:lnSpc>
                          <a:spcPct val="82682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+)  </a:t>
                      </a:r>
                      <a:r>
                        <a:rPr sz="900" spc="-70">
                          <a:latin typeface="Arial"/>
                          <a:cs typeface="Arial"/>
                        </a:rPr>
                        <a:t>, </a:t>
                      </a:r>
                      <a:r>
                        <a:rPr sz="900">
                          <a:latin typeface="Arial"/>
                          <a:cs typeface="Arial"/>
                        </a:rPr>
                        <a:t>-"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gridSpan="3">
                  <a:txBody>
                    <a:bodyPr/>
                    <a:p>
                      <a:pPr marL="102870" marR="128270">
                        <a:lnSpc>
                          <a:spcPct val="82682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.)/)  </a:t>
                      </a:r>
                      <a:r>
                        <a:rPr sz="900" spc="-170">
                          <a:latin typeface="Arial"/>
                          <a:cs typeface="Arial"/>
                        </a:rPr>
                        <a:t>0 </a:t>
                      </a:r>
                      <a:r>
                        <a:rPr sz="900">
                          <a:latin typeface="Arial"/>
                          <a:cs typeface="Arial"/>
                        </a:rPr>
                        <a:t>1222"3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198120" marR="40005">
                        <a:lnSpc>
                          <a:spcPct val="82682"/>
                        </a:lnSpc>
                        <a:tabLst>
                          <a:tab pos="320675" algn="l"/>
                        </a:tabLst>
                      </a:pPr>
                      <a:r>
                        <a:rPr sz="900" spc="-170">
                          <a:latin typeface="Arial"/>
                          <a:cs typeface="Arial"/>
                        </a:rPr>
                        <a:t>0</a:t>
                      </a:r>
                      <a:r>
                        <a:rPr sz="900" spc="-17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45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58420" marR="31115" algn="ctr">
                        <a:lnSpc>
                          <a:spcPct val="82682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6783  2"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28575" marR="41910" algn="ctr">
                        <a:lnSpc>
                          <a:spcPct val="82682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+  93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 gridSpan="2">
                  <a:txBody>
                    <a:bodyPr/>
                    <a:p>
                      <a:pPr marL="20320" marR="67310">
                        <a:lnSpc>
                          <a:spcPct val="82682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2:+;7&lt;=&gt;?  </a:t>
                      </a:r>
                      <a:r>
                        <a:rPr sz="900" spc="-85">
                          <a:latin typeface="Arial"/>
                          <a:cs typeface="Arial"/>
                        </a:rPr>
                        <a:t>@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120650" marR="93980" algn="ctr">
                        <a:lnSpc>
                          <a:spcPct val="82682"/>
                        </a:lnSpc>
                      </a:pPr>
                      <a:r>
                        <a:rPr sz="900" spc="-1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64490" marR="66675" algn="r">
                        <a:lnSpc>
                          <a:spcPct val="82682"/>
                        </a:lnSpc>
                      </a:pPr>
                      <a:r>
                        <a:rPr sz="900" spc="-15">
                          <a:latin typeface="Arial"/>
                          <a:cs typeface="Arial"/>
                        </a:rPr>
                        <a:t>.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 gridSpan="2">
                  <a:txBody>
                    <a:bodyPr/>
                    <a:p>
                      <a:pPr marL="61595" marR="259080">
                        <a:lnSpc>
                          <a:spcPct val="82682"/>
                        </a:lnSpc>
                      </a:pPr>
                      <a:r>
                        <a:rPr sz="900" spc="-11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37160">
                <a:tc gridSpan="4">
                  <a:txBody>
                    <a:bodyPr/>
                    <a:p>
                      <a:pPr marL="148590" marR="28575">
                        <a:lnSpc>
                          <a:spcPct val="91341"/>
                        </a:lnSpc>
                        <a:tabLst>
                          <a:tab pos="1304290" algn="l"/>
                        </a:tabLst>
                      </a:pPr>
                      <a:r>
                        <a:rPr sz="900">
                          <a:latin typeface="Arial"/>
                          <a:cs typeface="Arial"/>
                        </a:rPr>
                        <a:t>&lt;)  </a:t>
                      </a:r>
                      <a:r>
                        <a:rPr sz="900" spc="-50">
                          <a:latin typeface="Arial"/>
                          <a:cs typeface="Arial"/>
                        </a:rPr>
                        <a:t>, </a:t>
                      </a:r>
                      <a:r>
                        <a:rPr sz="900">
                          <a:latin typeface="Arial"/>
                          <a:cs typeface="Arial"/>
                        </a:rPr>
                        <a:t>-".)/)/</a:t>
                      </a:r>
                      <a:r>
                        <a:rPr sz="90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2B 2"3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9050" marR="191135" algn="r">
                        <a:lnSpc>
                          <a:spcPct val="91341"/>
                        </a:lnSpc>
                      </a:pPr>
                      <a:r>
                        <a:rPr sz="900" spc="-150">
                          <a:latin typeface="Arial"/>
                          <a:cs typeface="Arial"/>
                        </a:rPr>
                        <a:t>0 </a:t>
                      </a:r>
                      <a:r>
                        <a:rPr sz="900">
                          <a:latin typeface="Arial"/>
                          <a:cs typeface="Arial"/>
                        </a:rPr>
                        <a:t>"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7780" marR="32385" algn="ctr">
                        <a:lnSpc>
                          <a:spcPct val="91341"/>
                        </a:lnSpc>
                        <a:tabLst>
                          <a:tab pos="144780" algn="l"/>
                        </a:tabLst>
                      </a:pPr>
                      <a:r>
                        <a:rPr sz="900" spc="-150">
                          <a:latin typeface="Arial"/>
                          <a:cs typeface="Arial"/>
                        </a:rPr>
                        <a:t>0</a:t>
                      </a:r>
                      <a:r>
                        <a:rPr sz="900" spc="-15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45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gridSpan="4">
                  <a:txBody>
                    <a:bodyPr/>
                    <a:p>
                      <a:pPr marL="74930" marR="140335">
                        <a:lnSpc>
                          <a:spcPct val="91341"/>
                        </a:lnSpc>
                        <a:tabLst>
                          <a:tab pos="462915" algn="l"/>
                          <a:tab pos="710565" algn="l"/>
                          <a:tab pos="1111250" algn="l"/>
                        </a:tabLst>
                      </a:pPr>
                      <a:r>
                        <a:rPr sz="900">
                          <a:latin typeface="Arial"/>
                          <a:cs typeface="Arial"/>
                        </a:rPr>
                        <a:t>6783</a:t>
                      </a:r>
                      <a:r>
                        <a:rPr sz="90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2"</a:t>
                      </a:r>
                      <a:r>
                        <a:rPr sz="90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&lt;</a:t>
                      </a:r>
                      <a:r>
                        <a:rPr sz="900" spc="125">
                          <a:latin typeface="Arial"/>
                          <a:cs typeface="Arial"/>
                        </a:rPr>
                        <a:t> </a:t>
                      </a:r>
                      <a:r>
                        <a:rPr sz="900">
                          <a:latin typeface="Arial"/>
                          <a:cs typeface="Arial"/>
                        </a:rPr>
                        <a:t>93</a:t>
                      </a:r>
                      <a:r>
                        <a:rPr sz="90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2:&lt;7=&gt;&gt;?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73025" marR="100965">
                        <a:lnSpc>
                          <a:spcPct val="91341"/>
                        </a:lnSpc>
                      </a:pPr>
                      <a:r>
                        <a:rPr sz="900" spc="935">
                          <a:latin typeface="Arial"/>
                          <a:cs typeface="Arial"/>
                        </a:rPr>
                        <a:t>@</a:t>
                      </a:r>
                      <a:r>
                        <a:rPr sz="900" spc="-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364490" marR="73660" algn="r">
                        <a:lnSpc>
                          <a:spcPct val="91341"/>
                        </a:lnSpc>
                      </a:pPr>
                      <a:r>
                        <a:rPr sz="900" spc="-65">
                          <a:latin typeface="Arial"/>
                          <a:cs typeface="Arial"/>
                        </a:rPr>
                        <a:t>.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gridSpan="2">
                  <a:txBody>
                    <a:bodyPr/>
                    <a:p>
                      <a:pPr marL="61595" marR="263525">
                        <a:lnSpc>
                          <a:spcPct val="91341"/>
                        </a:lnSpc>
                      </a:pPr>
                      <a:r>
                        <a:rPr sz="900" spc="-150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37160">
                <a:tc gridSpan="5">
                  <a:txBody>
                    <a:bodyPr/>
                    <a:p>
                      <a:pPr marL="377190" marR="31115" indent="-228600">
                        <a:lnSpc>
                          <a:spcPct val="91341"/>
                        </a:lnSpc>
                        <a:tabLst>
                          <a:tab pos="377190" algn="l"/>
                          <a:tab pos="1184275" algn="l"/>
                        </a:tabLst>
                      </a:pPr>
                      <a:r>
                        <a:rPr sz="900">
                          <a:latin typeface="Arial"/>
                          <a:cs typeface="Arial"/>
                        </a:rPr>
                        <a:t>6)</a:t>
                      </a:r>
                      <a:r>
                        <a:rPr sz="900">
                          <a:latin typeface="Arial"/>
                          <a:cs typeface="Arial"/>
                        </a:rPr>
                        <a:t>	</a:t>
                      </a:r>
                      <a:r>
                        <a:rPr sz="900" spc="-50">
                          <a:latin typeface="Arial"/>
                          <a:cs typeface="Arial"/>
                        </a:rPr>
                        <a:t>, </a:t>
                      </a:r>
                      <a:r>
                        <a:rPr sz="900">
                          <a:latin typeface="Arial"/>
                          <a:cs typeface="Arial"/>
                        </a:rPr>
                        <a:t>-"</a:t>
                      </a:r>
                      <a:r>
                        <a:rPr sz="900" spc="125">
                          <a:latin typeface="Arial"/>
                          <a:cs typeface="Arial"/>
                        </a:rPr>
                        <a:t> </a:t>
                      </a:r>
                      <a:r>
                        <a:rPr sz="900">
                          <a:latin typeface="Arial"/>
                          <a:cs typeface="Arial"/>
                        </a:rPr>
                        <a:t>5C</a:t>
                      </a:r>
                      <a:r>
                        <a:rPr sz="90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2  552D"</a:t>
                      </a:r>
                      <a:r>
                        <a:rPr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50">
                          <a:latin typeface="Arial"/>
                          <a:cs typeface="Arial"/>
                        </a:rPr>
                        <a:t>0 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254000" marR="6985" algn="r">
                        <a:lnSpc>
                          <a:spcPct val="91341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85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gridSpan="2">
                  <a:txBody>
                    <a:bodyPr/>
                    <a:p>
                      <a:pPr marL="68580" marR="111125">
                        <a:lnSpc>
                          <a:spcPct val="91341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22"3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237490" marR="182245">
                        <a:lnSpc>
                          <a:spcPct val="91341"/>
                        </a:lnSpc>
                        <a:tabLst>
                          <a:tab pos="453390" algn="l"/>
                        </a:tabLst>
                      </a:pPr>
                      <a:r>
                        <a:rPr sz="900" spc="-150">
                          <a:latin typeface="Arial"/>
                          <a:cs typeface="Arial"/>
                        </a:rPr>
                        <a:t>0</a:t>
                      </a:r>
                      <a:r>
                        <a:rPr sz="900" spc="-15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3</a:t>
                      </a:r>
                      <a:r>
                        <a:rPr sz="900" spc="-150">
                          <a:latin typeface="Arial"/>
                          <a:cs typeface="Arial"/>
                        </a:rPr>
                        <a:t>0 </a:t>
                      </a:r>
                      <a:r>
                        <a:rPr sz="900">
                          <a:latin typeface="Arial"/>
                          <a:cs typeface="Arial"/>
                        </a:rPr>
                        <a:t>?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row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gridSpan="3" vMerge="1">
                  <a:txBody>
                    <a:bodyPr/>
                    <a:p>
                      <a:pPr marL="73025" marR="73660">
                        <a:lnSpc>
                          <a:spcPct val="91341"/>
                        </a:lnSpc>
                        <a:tabLst>
                          <a:tab pos="936625" algn="l"/>
                        </a:tabLst>
                      </a:pPr>
                      <a:r>
                        <a:rPr sz="900" spc="5795">
                          <a:latin typeface="Arial"/>
                          <a:cs typeface="Arial"/>
                        </a:rPr>
                        <a:t>@</a:t>
                      </a:r>
                      <a:r>
                        <a:rPr sz="900" spc="-51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65">
                          <a:latin typeface="Arial"/>
                          <a:cs typeface="Arial"/>
                        </a:rPr>
                        <a:t>	</a:t>
                      </a:r>
                      <a:r>
                        <a:rPr sz="900" spc="-65">
                          <a:latin typeface="Arial"/>
                          <a:cs typeface="Arial"/>
                        </a:rPr>
                        <a:t>.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 vMerge="1">
                  <a:txBody>
                    <a:bodyPr/>
                    <a:p>
                      <a:pPr marL="61595" marR="263525">
                        <a:lnSpc>
                          <a:spcPct val="91341"/>
                        </a:lnSpc>
                      </a:pPr>
                      <a:r>
                        <a:rPr sz="900" spc="-150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205740">
                <a:tc gridSpan="3">
                  <a:txBody>
                    <a:bodyPr/>
                    <a:p>
                      <a:pPr marL="148590" marR="58420">
                        <a:lnSpc>
                          <a:spcPts val="995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=)  </a:t>
                      </a:r>
                      <a:r>
                        <a:rPr sz="900" spc="-50">
                          <a:latin typeface="Arial"/>
                          <a:cs typeface="Arial"/>
                        </a:rPr>
                        <a:t>, </a:t>
                      </a:r>
                      <a:r>
                        <a:rPr sz="900">
                          <a:latin typeface="Arial"/>
                          <a:cs typeface="Arial"/>
                        </a:rPr>
                        <a:t>-"E  5E</a:t>
                      </a:r>
                      <a:endParaRPr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7">
                  <a:txBody>
                    <a:bodyPr/>
                    <a:p>
                      <a:pPr marL="138430" marR="113030">
                        <a:lnSpc>
                          <a:spcPts val="995"/>
                        </a:lnSpc>
                        <a:tabLst>
                          <a:tab pos="1631315" algn="l"/>
                          <a:tab pos="2628265" algn="l"/>
                        </a:tabLst>
                      </a:pPr>
                      <a:r>
                        <a:rPr sz="900">
                          <a:latin typeface="Arial"/>
                          <a:cs typeface="Arial"/>
                        </a:rPr>
                        <a:t>35</a:t>
                      </a:r>
                      <a:r>
                        <a:rPr sz="900" spc="-150">
                          <a:latin typeface="Arial"/>
                          <a:cs typeface="Arial"/>
                        </a:rPr>
                        <a:t>0</a:t>
                      </a:r>
                      <a:r>
                        <a:rPr sz="900" spc="175">
                          <a:latin typeface="Arial"/>
                          <a:cs typeface="Arial"/>
                        </a:rPr>
                        <a:t> </a:t>
                      </a:r>
                      <a:r>
                        <a:rPr sz="900">
                          <a:latin typeface="Arial"/>
                          <a:cs typeface="Arial"/>
                        </a:rPr>
                        <a:t>5-.)/)593  2</a:t>
                      </a:r>
                      <a:r>
                        <a:rPr sz="90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593  2</a:t>
                      </a:r>
                      <a:r>
                        <a:rPr sz="900" spc="75">
                          <a:latin typeface="Arial"/>
                          <a:cs typeface="Arial"/>
                        </a:rPr>
                        <a:t> </a:t>
                      </a:r>
                      <a:r>
                        <a:rPr sz="900">
                          <a:latin typeface="Arial"/>
                          <a:cs typeface="Arial"/>
                        </a:rPr>
                        <a:t>35-C</a:t>
                      </a:r>
                      <a:r>
                        <a:rPr sz="90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?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row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gridSpan="3" vMerge="1">
                  <a:txBody>
                    <a:bodyPr/>
                    <a:p>
                      <a:pPr marL="73025" marR="70485">
                        <a:lnSpc>
                          <a:spcPts val="995"/>
                        </a:lnSpc>
                        <a:tabLst>
                          <a:tab pos="936625" algn="l"/>
                        </a:tabLst>
                      </a:pPr>
                      <a:r>
                        <a:rPr sz="900" spc="5505">
                          <a:latin typeface="Arial"/>
                          <a:cs typeface="Arial"/>
                        </a:rPr>
                        <a:t>@</a:t>
                      </a:r>
                      <a:r>
                        <a:rPr sz="900" spc="-225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40">
                          <a:latin typeface="Arial"/>
                          <a:cs typeface="Arial"/>
                        </a:rPr>
                        <a:t>	</a:t>
                      </a:r>
                      <a:r>
                        <a:rPr sz="900" spc="-40">
                          <a:latin typeface="Arial"/>
                          <a:cs typeface="Arial"/>
                        </a:rPr>
                        <a:t>.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 vMerge="1">
                  <a:txBody>
                    <a:bodyPr/>
                    <a:p>
                      <a:pPr marL="61595" marR="261620">
                        <a:lnSpc>
                          <a:spcPts val="995"/>
                        </a:lnSpc>
                      </a:pPr>
                      <a:r>
                        <a:rPr sz="900" spc="-130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205740">
                <a:tc gridSpan="2">
                  <a:txBody>
                    <a:bodyPr/>
                    <a:p>
                      <a:pPr marL="148590" marR="271780" algn="ctr">
                        <a:lnSpc>
                          <a:spcPct val="82682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F-"5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5085" marR="333375">
                        <a:lnSpc>
                          <a:spcPct val="82682"/>
                        </a:lnSpc>
                        <a:tabLst>
                          <a:tab pos="521970" algn="l"/>
                        </a:tabLst>
                      </a:pPr>
                      <a:r>
                        <a:rPr sz="900">
                          <a:latin typeface="Arial"/>
                          <a:cs typeface="Arial"/>
                        </a:rPr>
                        <a:t>2G. H</a:t>
                      </a:r>
                      <a:r>
                        <a:rPr sz="90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5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6">
                  <a:txBody>
                    <a:bodyPr/>
                    <a:p>
                      <a:pPr marL="15875" marR="14605">
                        <a:lnSpc>
                          <a:spcPct val="82682"/>
                        </a:lnSpc>
                        <a:tabLst>
                          <a:tab pos="1593850" algn="l"/>
                          <a:tab pos="1943100" algn="l"/>
                        </a:tabLst>
                      </a:pPr>
                      <a:r>
                        <a:rPr sz="900">
                          <a:latin typeface="Arial"/>
                          <a:cs typeface="Arial"/>
                        </a:rPr>
                        <a:t>5EC7*I</a:t>
                      </a:r>
                      <a:r>
                        <a:rPr sz="900" spc="-200">
                          <a:latin typeface="Arial"/>
                          <a:cs typeface="Arial"/>
                        </a:rPr>
                        <a:t>JK</a:t>
                      </a:r>
                      <a:r>
                        <a:rPr sz="900">
                          <a:latin typeface="Arial"/>
                          <a:cs typeface="Arial"/>
                        </a:rPr>
                        <a:t>LMNM52</a:t>
                      </a:r>
                      <a:r>
                        <a:rPr sz="90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OMN</a:t>
                      </a:r>
                      <a:r>
                        <a:rPr sz="900" spc="-200">
                          <a:latin typeface="Arial"/>
                          <a:cs typeface="Arial"/>
                        </a:rPr>
                        <a:t>J</a:t>
                      </a:r>
                      <a:r>
                        <a:rPr sz="900" spc="-200">
                          <a:latin typeface="Arial"/>
                          <a:cs typeface="Arial"/>
                        </a:rPr>
                        <a:t>	</a:t>
                      </a:r>
                      <a:r>
                        <a:rPr sz="900" spc="-55">
                          <a:latin typeface="Arial"/>
                          <a:cs typeface="Arial"/>
                        </a:rPr>
                        <a:t>PQR5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149860" marR="71755">
                        <a:lnSpc>
                          <a:spcPct val="82682"/>
                        </a:lnSpc>
                        <a:tabLst>
                          <a:tab pos="531495" algn="l"/>
                        </a:tabLst>
                      </a:pPr>
                      <a:r>
                        <a:rPr sz="900">
                          <a:latin typeface="Arial"/>
                          <a:cs typeface="Arial"/>
                        </a:rPr>
                        <a:t>55</a:t>
                      </a:r>
                      <a:r>
                        <a:rPr sz="90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53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182245" marR="30480" algn="ctr">
                        <a:lnSpc>
                          <a:spcPct val="82682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S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 gridSpan="2">
                  <a:txBody>
                    <a:bodyPr/>
                    <a:p>
                      <a:pPr marL="26035" marR="116840">
                        <a:lnSpc>
                          <a:spcPct val="82682"/>
                        </a:lnSpc>
                        <a:tabLst>
                          <a:tab pos="153035" algn="l"/>
                        </a:tabLst>
                      </a:pPr>
                      <a:r>
                        <a:rPr sz="900" spc="-150">
                          <a:latin typeface="Arial"/>
                          <a:cs typeface="Arial"/>
                        </a:rPr>
                        <a:t>0</a:t>
                      </a:r>
                      <a:r>
                        <a:rPr sz="900" spc="-15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./T=7U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15875" marR="55880">
                        <a:lnSpc>
                          <a:spcPct val="82682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+)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140335">
                <a:tc gridSpan="2">
                  <a:txBody>
                    <a:bodyPr/>
                    <a:p>
                      <a:pPr marL="148590" marR="249555" algn="ctr">
                        <a:lnSpc>
                          <a:spcPct val="92575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F-"5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67310" marR="31115" algn="r">
                        <a:lnSpc>
                          <a:spcPct val="92575"/>
                        </a:lnSpc>
                      </a:pPr>
                      <a:r>
                        <a:rPr sz="900" spc="-30">
                          <a:latin typeface="Arial"/>
                          <a:cs typeface="Arial"/>
                        </a:rPr>
                        <a:t>2G@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40640" marR="109855">
                        <a:lnSpc>
                          <a:spcPct val="92575"/>
                        </a:lnSpc>
                        <a:tabLst>
                          <a:tab pos="259715" algn="l"/>
                        </a:tabLst>
                      </a:pPr>
                      <a:r>
                        <a:rPr sz="900">
                          <a:latin typeface="Arial"/>
                          <a:cs typeface="Arial"/>
                        </a:rPr>
                        <a:t>H</a:t>
                      </a:r>
                      <a:r>
                        <a:rPr sz="90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5-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gridSpan="3">
                  <a:txBody>
                    <a:bodyPr/>
                    <a:p>
                      <a:pPr marL="34290" marR="11430">
                        <a:lnSpc>
                          <a:spcPct val="92575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5EC7-"</a:t>
                      </a:r>
                      <a:r>
                        <a:rPr sz="900" spc="-150">
                          <a:latin typeface="Arial"/>
                          <a:cs typeface="Arial"/>
                        </a:rPr>
                        <a:t>05</a:t>
                      </a:r>
                      <a:r>
                        <a:rPr sz="900">
                          <a:latin typeface="Arial"/>
                          <a:cs typeface="Arial"/>
                        </a:rPr>
                        <a:t>-3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93980" marR="107315" algn="ctr">
                        <a:lnSpc>
                          <a:spcPct val="92575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45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1430" marR="50800">
                        <a:lnSpc>
                          <a:spcPct val="92575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&lt;745  FF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46990" marR="82550" algn="ctr">
                        <a:lnSpc>
                          <a:spcPct val="92575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2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62865" marR="73660" algn="ctr">
                        <a:lnSpc>
                          <a:spcPct val="92575"/>
                        </a:lnSpc>
                      </a:pPr>
                      <a:r>
                        <a:rPr sz="900" spc="-150">
                          <a:latin typeface="Arial"/>
                          <a:cs typeface="Arial"/>
                        </a:rPr>
                        <a:t>0 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gridSpan="3">
                  <a:txBody>
                    <a:bodyPr/>
                    <a:p>
                      <a:pPr marL="125730" marR="224155">
                        <a:lnSpc>
                          <a:spcPct val="92575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-"!"5 -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96850">
                <a:tc>
                  <a:txBody>
                    <a:bodyPr/>
                    <a:p>
                      <a:pPr marL="148590" marR="79375" algn="ctr">
                        <a:lnSpc>
                          <a:spcPts val="964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522</a:t>
                      </a:r>
                      <a:endParaRPr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78740" marR="62230" algn="ctr">
                        <a:lnSpc>
                          <a:spcPts val="964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55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83185" marR="33020" algn="r">
                        <a:lnSpc>
                          <a:spcPts val="964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53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9845" marR="307340">
                        <a:lnSpc>
                          <a:spcPts val="964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)</a:t>
                      </a:r>
                      <a:r>
                        <a:rPr sz="900" spc="-200">
                          <a:latin typeface="Arial"/>
                          <a:cs typeface="Arial"/>
                        </a:rPr>
                        <a:t>V 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8575" marR="37465" algn="ctr">
                        <a:lnSpc>
                          <a:spcPts val="964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7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203200" marR="82550">
                        <a:lnSpc>
                          <a:spcPts val="964"/>
                        </a:lnSpc>
                        <a:tabLst>
                          <a:tab pos="553085" algn="l"/>
                        </a:tabLst>
                      </a:pPr>
                      <a:r>
                        <a:rPr sz="900">
                          <a:latin typeface="Arial"/>
                          <a:cs typeface="Arial"/>
                        </a:rPr>
                        <a:t>OMN</a:t>
                      </a:r>
                      <a:r>
                        <a:rPr sz="900" spc="-200">
                          <a:latin typeface="Arial"/>
                          <a:cs typeface="Arial"/>
                        </a:rPr>
                        <a:t>J</a:t>
                      </a:r>
                      <a:r>
                        <a:rPr sz="900" spc="-200">
                          <a:latin typeface="Arial"/>
                          <a:cs typeface="Arial"/>
                        </a:rPr>
                        <a:t>	</a:t>
                      </a:r>
                      <a:r>
                        <a:rPr sz="900" spc="-90">
                          <a:latin typeface="Arial"/>
                          <a:cs typeface="Arial"/>
                        </a:rPr>
                        <a:t>PQR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31115" marR="34925" algn="ctr">
                        <a:lnSpc>
                          <a:spcPts val="964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S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1590" marR="43815" algn="ctr">
                        <a:lnSpc>
                          <a:spcPts val="964"/>
                        </a:lnSpc>
                        <a:tabLst>
                          <a:tab pos="148590" algn="l"/>
                        </a:tabLst>
                      </a:pPr>
                      <a:r>
                        <a:rPr sz="900" spc="-150">
                          <a:latin typeface="Arial"/>
                          <a:cs typeface="Arial"/>
                        </a:rPr>
                        <a:t>0</a:t>
                      </a:r>
                      <a:r>
                        <a:rPr sz="900" spc="-15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./T=7U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7">
                  <a:txBody>
                    <a:bodyPr/>
                    <a:p>
                      <a:pPr marL="88900" marR="2262505">
                        <a:lnSpc>
                          <a:spcPts val="964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+)</a:t>
                      </a:r>
                      <a:endParaRPr/>
                    </a:p>
                  </a:txBody>
                  <a:tcPr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hape 6"/>
          <p:cNvSpPr txBox="1"/>
          <p:nvPr/>
        </p:nvSpPr>
        <p:spPr>
          <a:xfrm>
            <a:off x="2270125" y="874170"/>
            <a:ext cx="1766571" cy="13716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534035" algn="l"/>
                <a:tab pos="1505585" algn="l"/>
              </a:tabLst>
            </a:pPr>
            <a:r>
              <a:rPr sz="900">
                <a:latin typeface="Arial"/>
                <a:cs typeface="Arial"/>
              </a:rPr>
              <a:t>!"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#</a:t>
            </a:r>
            <a:r>
              <a:rPr sz="900" spc="3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$% &amp;'(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%)</a:t>
            </a:r>
            <a:endParaRPr/>
          </a:p>
        </p:txBody>
      </p:sp>
      <p:sp>
        <p:nvSpPr>
          <p:cNvPr id="7" name="shape 7"/>
          <p:cNvSpPr txBox="1"/>
          <p:nvPr/>
        </p:nvSpPr>
        <p:spPr>
          <a:xfrm>
            <a:off x="6783706" y="9490101"/>
            <a:ext cx="216535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>
                <a:solidFill>
                  <a:srgbClr val="949494"/>
                </a:solidFill>
                <a:latin typeface="Arial"/>
                <a:cs typeface="Arial"/>
              </a:rPr>
              <a:t>45</a:t>
            </a:r>
            <a:endParaRPr/>
          </a:p>
        </p:txBody>
      </p:sp>
      <p:sp>
        <p:nvSpPr>
          <p:cNvPr id="8" name="shape 8"/>
          <p:cNvSpPr txBox="1"/>
          <p:nvPr/>
        </p:nvSpPr>
        <p:spPr>
          <a:xfrm>
            <a:off x="7224395" y="9490101"/>
            <a:ext cx="140336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>
                <a:latin typeface="Arial"/>
                <a:cs typeface="Arial"/>
              </a:rPr>
              <a:t>+</a:t>
            </a:r>
            <a:endParaRPr/>
          </a:p>
        </p:txBody>
      </p:sp>
      <p:sp>
        <p:nvSpPr>
          <p:cNvPr id="9" name="shape 9"/>
          <p:cNvSpPr txBox="1"/>
          <p:nvPr/>
        </p:nvSpPr>
        <p:spPr>
          <a:xfrm>
            <a:off x="774446" y="1090930"/>
            <a:ext cx="6189345" cy="1536700"/>
          </a:xfrm>
          <a:prstGeom prst="rect"/>
          <a:noFill/>
          <a:ln w="12700">
            <a:solidFill>
              <a:srgbClr val="000000"/>
            </a:solidFill>
          </a:ln>
        </p:spPr>
        <p:txBody>
          <a:bodyPr vertOverflow="overflow" horzOverflow="overflow" numCol="1" wrap="square" lIns="0" tIns="50800" rIns="0" bIns="0">
            <a:spAutoFit/>
          </a:bodyPr>
          <a:p>
            <a:pPr marL="135890" algn="just">
              <a:spcBef>
                <a:spcPts val="400"/>
              </a:spcBef>
            </a:pPr>
            <a:r>
              <a:rPr sz="900">
                <a:latin typeface="Arial"/>
                <a:cs typeface="Arial"/>
              </a:rPr>
              <a:t>*'(</a:t>
            </a:r>
            <a:endParaRPr/>
          </a:p>
          <a:p>
            <a:pPr marL="135890" marR="255270" algn="just">
              <a:spcBef>
                <a:spcPts val="1100"/>
              </a:spcBef>
              <a:tabLst>
                <a:tab pos="1292225" algn="l"/>
                <a:tab pos="2270760" algn="l"/>
                <a:tab pos="2486660" algn="l"/>
                <a:tab pos="2912110" algn="l"/>
                <a:tab pos="4721225" algn="l"/>
                <a:tab pos="5584825" algn="l"/>
                <a:tab pos="5826125" algn="l"/>
              </a:tabLst>
            </a:pPr>
            <a:r>
              <a:rPr sz="900" spc="90">
                <a:latin typeface="Arial"/>
                <a:cs typeface="Arial"/>
              </a:rPr>
              <a:t>+)  </a:t>
            </a:r>
            <a:r>
              <a:rPr sz="900" spc="40">
                <a:latin typeface="Arial"/>
                <a:cs typeface="Arial"/>
              </a:rPr>
              <a:t>, </a:t>
            </a:r>
            <a:r>
              <a:rPr sz="900" spc="90">
                <a:latin typeface="Arial"/>
                <a:cs typeface="Arial"/>
              </a:rPr>
              <a:t>-".)/)  </a:t>
            </a:r>
            <a:r>
              <a:rPr sz="900" spc="-60">
                <a:latin typeface="Arial"/>
                <a:cs typeface="Arial"/>
              </a:rPr>
              <a:t>0 </a:t>
            </a:r>
            <a:r>
              <a:rPr sz="900" spc="90">
                <a:latin typeface="Arial"/>
                <a:cs typeface="Arial"/>
              </a:rPr>
              <a:t>1222"3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0 </a:t>
            </a:r>
            <a:r>
              <a:rPr sz="900">
                <a:latin typeface="Arial"/>
                <a:cs typeface="Arial"/>
              </a:rPr>
              <a:t>45   6783  2"  + 93  2:+;7&lt;=&gt;?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2135">
                <a:latin typeface="Arial"/>
                <a:cs typeface="Arial"/>
              </a:rPr>
              <a:t>@</a:t>
            </a:r>
            <a:r>
              <a:rPr sz="900" spc="-70">
                <a:latin typeface="Arial"/>
                <a:cs typeface="Arial"/>
              </a:rPr>
              <a:t>A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70">
                <a:latin typeface="Arial"/>
                <a:cs typeface="Arial"/>
              </a:rPr>
              <a:t>.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A </a:t>
            </a:r>
            <a:r>
              <a:rPr sz="900">
                <a:latin typeface="Arial"/>
                <a:cs typeface="Arial"/>
              </a:rPr>
              <a:t>&lt;)  </a:t>
            </a:r>
            <a:r>
              <a:rPr sz="900" spc="-50">
                <a:latin typeface="Arial"/>
                <a:cs typeface="Arial"/>
              </a:rPr>
              <a:t>, </a:t>
            </a:r>
            <a:r>
              <a:rPr sz="900">
                <a:latin typeface="Arial"/>
                <a:cs typeface="Arial"/>
              </a:rPr>
              <a:t>-".)/)/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135">
                <a:latin typeface="Arial"/>
                <a:cs typeface="Arial"/>
              </a:rPr>
              <a:t>2B 2"3        </a:t>
            </a:r>
            <a:r>
              <a:rPr sz="900" spc="-15">
                <a:latin typeface="Arial"/>
                <a:cs typeface="Arial"/>
              </a:rPr>
              <a:t>0 </a:t>
            </a:r>
            <a:r>
              <a:rPr sz="900" spc="135">
                <a:latin typeface="Arial"/>
                <a:cs typeface="Arial"/>
              </a:rPr>
              <a:t>"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0</a:t>
            </a:r>
            <a:r>
              <a:rPr sz="900" spc="17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45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6783</a:t>
            </a:r>
            <a:r>
              <a:rPr sz="900" spc="3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2"</a:t>
            </a:r>
            <a:r>
              <a:rPr sz="900" spc="3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&lt;  93</a:t>
            </a:r>
            <a:r>
              <a:rPr sz="900" spc="3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2:&lt;7=&gt;&gt;?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935">
                <a:latin typeface="Arial"/>
                <a:cs typeface="Arial"/>
              </a:rPr>
              <a:t>@</a:t>
            </a:r>
            <a:r>
              <a:rPr sz="900" spc="-70">
                <a:latin typeface="Arial"/>
                <a:cs typeface="Arial"/>
              </a:rPr>
              <a:t>A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70">
                <a:latin typeface="Arial"/>
                <a:cs typeface="Arial"/>
              </a:rPr>
              <a:t>.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A</a:t>
            </a:r>
            <a:endParaRPr/>
          </a:p>
          <a:p>
            <a:pPr marL="365125" indent="-228600" algn="just">
              <a:tabLst>
                <a:tab pos="365125" algn="l"/>
                <a:tab pos="1171575" algn="l"/>
                <a:tab pos="2239010" algn="l"/>
                <a:tab pos="3255645" algn="l"/>
                <a:tab pos="3471545" algn="l"/>
                <a:tab pos="4721225" algn="l"/>
                <a:tab pos="5584825" algn="l"/>
                <a:tab pos="5826125" algn="l"/>
              </a:tabLst>
            </a:pPr>
            <a:r>
              <a:rPr sz="900">
                <a:latin typeface="Arial"/>
                <a:cs typeface="Arial"/>
              </a:rPr>
              <a:t>6)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-50">
                <a:latin typeface="Arial"/>
                <a:cs typeface="Arial"/>
              </a:rPr>
              <a:t>, </a:t>
            </a:r>
            <a:r>
              <a:rPr sz="900">
                <a:latin typeface="Arial"/>
                <a:cs typeface="Arial"/>
              </a:rPr>
              <a:t>-"</a:t>
            </a:r>
            <a:r>
              <a:rPr sz="900" spc="1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5C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2  552D"</a:t>
            </a:r>
            <a:r>
              <a:rPr sz="900" spc="75">
                <a:latin typeface="Arial"/>
                <a:cs typeface="Arial"/>
              </a:rPr>
              <a:t> </a:t>
            </a:r>
            <a:r>
              <a:rPr sz="900" spc="-150">
                <a:latin typeface="Arial"/>
                <a:cs typeface="Arial"/>
              </a:rPr>
              <a:t>0 </a:t>
            </a:r>
            <a:r>
              <a:rPr sz="900" spc="-15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85</a:t>
            </a:r>
            <a:r>
              <a:rPr sz="900" spc="37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22"3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0</a:t>
            </a:r>
            <a:r>
              <a:rPr sz="900" spc="-15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3</a:t>
            </a:r>
            <a:r>
              <a:rPr sz="900" spc="-150">
                <a:latin typeface="Arial"/>
                <a:cs typeface="Arial"/>
              </a:rPr>
              <a:t>0 </a:t>
            </a:r>
            <a:r>
              <a:rPr sz="900">
                <a:latin typeface="Arial"/>
                <a:cs typeface="Arial"/>
              </a:rPr>
              <a:t>?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5795">
                <a:latin typeface="Arial"/>
                <a:cs typeface="Arial"/>
              </a:rPr>
              <a:t>@</a:t>
            </a:r>
            <a:r>
              <a:rPr sz="900" spc="-515">
                <a:latin typeface="Arial"/>
                <a:cs typeface="Arial"/>
              </a:rPr>
              <a:t>A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70">
                <a:latin typeface="Arial"/>
                <a:cs typeface="Arial"/>
              </a:rPr>
              <a:t>.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A</a:t>
            </a:r>
            <a:endParaRPr/>
          </a:p>
          <a:p>
            <a:pPr marL="135890" algn="just">
              <a:tabLst>
                <a:tab pos="1330960" algn="l"/>
                <a:tab pos="2823210" algn="l"/>
                <a:tab pos="3820795" algn="l"/>
                <a:tab pos="4721225" algn="l"/>
                <a:tab pos="5584825" algn="l"/>
                <a:tab pos="5826125" algn="l"/>
              </a:tabLst>
            </a:pPr>
            <a:r>
              <a:rPr sz="900">
                <a:latin typeface="Arial"/>
                <a:cs typeface="Arial"/>
              </a:rPr>
              <a:t>=)  </a:t>
            </a:r>
            <a:r>
              <a:rPr sz="900" spc="-50">
                <a:latin typeface="Arial"/>
                <a:cs typeface="Arial"/>
              </a:rPr>
              <a:t>, </a:t>
            </a:r>
            <a:r>
              <a:rPr sz="900">
                <a:latin typeface="Arial"/>
                <a:cs typeface="Arial"/>
              </a:rPr>
              <a:t>-"E  5E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35</a:t>
            </a:r>
            <a:r>
              <a:rPr sz="900" spc="-150">
                <a:latin typeface="Arial"/>
                <a:cs typeface="Arial"/>
              </a:rPr>
              <a:t>0</a:t>
            </a:r>
            <a:r>
              <a:rPr sz="900" spc="17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5-.)/)593  2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593  2</a:t>
            </a:r>
            <a:r>
              <a:rPr sz="900" spc="7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35-C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?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5520">
                <a:latin typeface="Arial"/>
                <a:cs typeface="Arial"/>
              </a:rPr>
              <a:t>@</a:t>
            </a:r>
            <a:r>
              <a:rPr sz="900" spc="-240">
                <a:latin typeface="Arial"/>
                <a:cs typeface="Arial"/>
              </a:rPr>
              <a:t>A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70">
                <a:latin typeface="Arial"/>
                <a:cs typeface="Arial"/>
              </a:rPr>
              <a:t>.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A</a:t>
            </a:r>
            <a:endParaRPr/>
          </a:p>
          <a:p>
            <a:pPr marL="135890">
              <a:spcBef>
                <a:spcPts val="1100"/>
              </a:spcBef>
              <a:tabLst>
                <a:tab pos="880110" algn="l"/>
                <a:tab pos="1356360" algn="l"/>
                <a:tab pos="1819910" algn="l"/>
                <a:tab pos="3397885" algn="l"/>
                <a:tab pos="4197985" algn="l"/>
                <a:tab pos="4579620" algn="l"/>
                <a:tab pos="5074920" algn="l"/>
                <a:tab pos="5951220" algn="l"/>
              </a:tabLst>
            </a:pPr>
            <a:r>
              <a:rPr sz="900">
                <a:latin typeface="Arial"/>
                <a:cs typeface="Arial"/>
              </a:rPr>
              <a:t>F-"5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2G. H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5EC7*I</a:t>
            </a:r>
            <a:r>
              <a:rPr sz="900" spc="-200">
                <a:latin typeface="Arial"/>
                <a:cs typeface="Arial"/>
              </a:rPr>
              <a:t>JK</a:t>
            </a:r>
            <a:r>
              <a:rPr sz="900">
                <a:latin typeface="Arial"/>
                <a:cs typeface="Arial"/>
              </a:rPr>
              <a:t>LMNM52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OMN</a:t>
            </a:r>
            <a:r>
              <a:rPr sz="900" spc="-200">
                <a:latin typeface="Arial"/>
                <a:cs typeface="Arial"/>
              </a:rPr>
              <a:t>J</a:t>
            </a:r>
            <a:r>
              <a:rPr sz="900" spc="2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PQR5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55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53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S</a:t>
            </a:r>
            <a:r>
              <a:rPr sz="900" spc="225">
                <a:latin typeface="Arial"/>
                <a:cs typeface="Arial"/>
              </a:rPr>
              <a:t> </a:t>
            </a:r>
            <a:r>
              <a:rPr sz="900" spc="-150">
                <a:latin typeface="Arial"/>
                <a:cs typeface="Arial"/>
              </a:rPr>
              <a:t>0</a:t>
            </a:r>
            <a:r>
              <a:rPr sz="900" spc="17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./T=7U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+)</a:t>
            </a:r>
            <a:endParaRPr/>
          </a:p>
          <a:p>
            <a:pPr marL="135890" algn="just">
              <a:lnSpc>
                <a:spcPts val="1080"/>
              </a:lnSpc>
              <a:tabLst>
                <a:tab pos="902335" algn="l"/>
                <a:tab pos="1452245" algn="l"/>
                <a:tab pos="2019935" algn="l"/>
                <a:tab pos="3749675" algn="l"/>
                <a:tab pos="4059555" algn="l"/>
                <a:tab pos="4695190" algn="l"/>
                <a:tab pos="4955540" algn="l"/>
                <a:tab pos="5346700" algn="l"/>
              </a:tabLst>
            </a:pPr>
            <a:r>
              <a:rPr sz="900">
                <a:latin typeface="Arial"/>
                <a:cs typeface="Arial"/>
              </a:rPr>
              <a:t>F-"5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2G@</a:t>
            </a:r>
            <a:r>
              <a:rPr sz="900" spc="34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H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5-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5EC7-"</a:t>
            </a:r>
            <a:r>
              <a:rPr sz="900" spc="-150">
                <a:latin typeface="Arial"/>
                <a:cs typeface="Arial"/>
              </a:rPr>
              <a:t>05</a:t>
            </a:r>
            <a:r>
              <a:rPr sz="900">
                <a:latin typeface="Arial"/>
                <a:cs typeface="Arial"/>
              </a:rPr>
              <a:t>-3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45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&lt;745</a:t>
            </a:r>
            <a:r>
              <a:rPr sz="900" spc="26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FF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2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0 </a:t>
            </a:r>
            <a:r>
              <a:rPr sz="900" spc="-15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-"!"5 -</a:t>
            </a:r>
            <a:endParaRPr/>
          </a:p>
          <a:p>
            <a:pPr marL="135890" algn="just">
              <a:lnSpc>
                <a:spcPts val="1080"/>
              </a:lnSpc>
              <a:tabLst>
                <a:tab pos="536575" algn="l"/>
                <a:tab pos="917575" algn="l"/>
                <a:tab pos="1832610" algn="l"/>
                <a:tab pos="2188845" algn="l"/>
                <a:tab pos="2868295" algn="l"/>
                <a:tab pos="3744595" algn="l"/>
              </a:tabLst>
            </a:pPr>
            <a:r>
              <a:rPr sz="900">
                <a:latin typeface="Arial"/>
                <a:cs typeface="Arial"/>
              </a:rPr>
              <a:t>522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55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53</a:t>
            </a:r>
            <a:r>
              <a:rPr sz="900" spc="27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)</a:t>
            </a:r>
            <a:r>
              <a:rPr sz="900" spc="-200">
                <a:latin typeface="Arial"/>
                <a:cs typeface="Arial"/>
              </a:rPr>
              <a:t>V </a:t>
            </a:r>
            <a:r>
              <a:rPr sz="900" spc="-2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7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OMN</a:t>
            </a:r>
            <a:r>
              <a:rPr sz="900" spc="-200">
                <a:latin typeface="Arial"/>
                <a:cs typeface="Arial"/>
              </a:rPr>
              <a:t>J</a:t>
            </a:r>
            <a:r>
              <a:rPr sz="900" spc="2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PQR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S</a:t>
            </a:r>
            <a:r>
              <a:rPr sz="900" spc="225">
                <a:latin typeface="Arial"/>
                <a:cs typeface="Arial"/>
              </a:rPr>
              <a:t> </a:t>
            </a:r>
            <a:r>
              <a:rPr sz="900" spc="-150">
                <a:latin typeface="Arial"/>
                <a:cs typeface="Arial"/>
              </a:rPr>
              <a:t>0</a:t>
            </a:r>
            <a:r>
              <a:rPr sz="900" spc="17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./T=7U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+)</a:t>
            </a:r>
            <a:endParaRPr/>
          </a:p>
        </p:txBody>
      </p:sp>
      <p:sp>
        <p:nvSpPr>
          <p:cNvPr id="10" name="shape 10"/>
          <p:cNvSpPr txBox="1"/>
          <p:nvPr/>
        </p:nvSpPr>
        <p:spPr>
          <a:xfrm>
            <a:off x="774446" y="2755608"/>
            <a:ext cx="6189345" cy="1765300"/>
          </a:xfrm>
          <a:prstGeom prst="rect"/>
          <a:noFill/>
          <a:ln w="12700">
            <a:solidFill>
              <a:srgbClr val="000000"/>
            </a:solidFill>
          </a:ln>
        </p:spPr>
        <p:txBody>
          <a:bodyPr vertOverflow="overflow" horzOverflow="overflow" numCol="1" wrap="square" lIns="0" tIns="38100" rIns="0" bIns="0">
            <a:spAutoFit/>
          </a:bodyPr>
          <a:p>
            <a:pPr marL="135890" algn="just">
              <a:spcBef>
                <a:spcPts val="300"/>
              </a:spcBef>
              <a:tabLst>
                <a:tab pos="379730" algn="l"/>
              </a:tabLst>
            </a:pPr>
            <a:r>
              <a:rPr sz="900" spc="-160">
                <a:latin typeface="Arial"/>
                <a:cs typeface="Arial"/>
              </a:rPr>
              <a:t>W </a:t>
            </a:r>
            <a:r>
              <a:rPr sz="900" spc="-16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'XY''(Z'  $</a:t>
            </a:r>
            <a:endParaRPr/>
          </a:p>
          <a:p>
            <a:pPr marL="135890" marR="255270" algn="just">
              <a:spcBef>
                <a:spcPts val="1000"/>
              </a:spcBef>
              <a:tabLst>
                <a:tab pos="1292225" algn="l"/>
                <a:tab pos="2270760" algn="l"/>
                <a:tab pos="2486660" algn="l"/>
                <a:tab pos="2912110" algn="l"/>
                <a:tab pos="4721225" algn="l"/>
                <a:tab pos="5584825" algn="l"/>
                <a:tab pos="5826125" algn="l"/>
              </a:tabLst>
            </a:pPr>
            <a:r>
              <a:rPr sz="900" spc="90">
                <a:latin typeface="Arial"/>
                <a:cs typeface="Arial"/>
              </a:rPr>
              <a:t>+)  </a:t>
            </a:r>
            <a:r>
              <a:rPr sz="900" spc="40">
                <a:latin typeface="Arial"/>
                <a:cs typeface="Arial"/>
              </a:rPr>
              <a:t>, </a:t>
            </a:r>
            <a:r>
              <a:rPr sz="900" spc="90">
                <a:latin typeface="Arial"/>
                <a:cs typeface="Arial"/>
              </a:rPr>
              <a:t>-".)/)  </a:t>
            </a:r>
            <a:r>
              <a:rPr sz="900" spc="-60">
                <a:latin typeface="Arial"/>
                <a:cs typeface="Arial"/>
              </a:rPr>
              <a:t>0 </a:t>
            </a:r>
            <a:r>
              <a:rPr sz="900" spc="90">
                <a:latin typeface="Arial"/>
                <a:cs typeface="Arial"/>
              </a:rPr>
              <a:t>1222"3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0 </a:t>
            </a:r>
            <a:r>
              <a:rPr sz="900">
                <a:latin typeface="Arial"/>
                <a:cs typeface="Arial"/>
              </a:rPr>
              <a:t>45   6783  2"  + 93  2:&lt;[7&gt;&gt;&gt;?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2385">
                <a:latin typeface="Arial"/>
                <a:cs typeface="Arial"/>
              </a:rPr>
              <a:t>@</a:t>
            </a:r>
            <a:r>
              <a:rPr sz="900" spc="-70">
                <a:latin typeface="Arial"/>
                <a:cs typeface="Arial"/>
              </a:rPr>
              <a:t>A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70">
                <a:latin typeface="Arial"/>
                <a:cs typeface="Arial"/>
              </a:rPr>
              <a:t>.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A </a:t>
            </a:r>
            <a:r>
              <a:rPr sz="900">
                <a:latin typeface="Arial"/>
                <a:cs typeface="Arial"/>
              </a:rPr>
              <a:t>&lt;)  </a:t>
            </a:r>
            <a:r>
              <a:rPr sz="900" spc="-50">
                <a:latin typeface="Arial"/>
                <a:cs typeface="Arial"/>
              </a:rPr>
              <a:t>, </a:t>
            </a:r>
            <a:r>
              <a:rPr sz="900">
                <a:latin typeface="Arial"/>
                <a:cs typeface="Arial"/>
              </a:rPr>
              <a:t>-".)/)/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135">
                <a:latin typeface="Arial"/>
                <a:cs typeface="Arial"/>
              </a:rPr>
              <a:t>2B 2"3        </a:t>
            </a:r>
            <a:r>
              <a:rPr sz="900" spc="-15">
                <a:latin typeface="Arial"/>
                <a:cs typeface="Arial"/>
              </a:rPr>
              <a:t>0 </a:t>
            </a:r>
            <a:r>
              <a:rPr sz="900" spc="135">
                <a:latin typeface="Arial"/>
                <a:cs typeface="Arial"/>
              </a:rPr>
              <a:t>"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0</a:t>
            </a:r>
            <a:r>
              <a:rPr sz="900" spc="17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45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6783</a:t>
            </a:r>
            <a:r>
              <a:rPr sz="900" spc="3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2"</a:t>
            </a:r>
            <a:r>
              <a:rPr sz="900" spc="3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&lt;  93</a:t>
            </a:r>
            <a:r>
              <a:rPr sz="900" spc="3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2:&lt;7=&gt;&gt;?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935">
                <a:latin typeface="Arial"/>
                <a:cs typeface="Arial"/>
              </a:rPr>
              <a:t>@</a:t>
            </a:r>
            <a:r>
              <a:rPr sz="900" spc="-70">
                <a:latin typeface="Arial"/>
                <a:cs typeface="Arial"/>
              </a:rPr>
              <a:t>A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70">
                <a:latin typeface="Arial"/>
                <a:cs typeface="Arial"/>
              </a:rPr>
              <a:t>.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A</a:t>
            </a:r>
            <a:endParaRPr/>
          </a:p>
          <a:p>
            <a:pPr marL="365125" indent="-228600" algn="just">
              <a:tabLst>
                <a:tab pos="365125" algn="l"/>
                <a:tab pos="1171575" algn="l"/>
                <a:tab pos="2239010" algn="l"/>
                <a:tab pos="3255645" algn="l"/>
                <a:tab pos="3471545" algn="l"/>
                <a:tab pos="4721225" algn="l"/>
                <a:tab pos="5584825" algn="l"/>
                <a:tab pos="5826125" algn="l"/>
              </a:tabLst>
            </a:pPr>
            <a:r>
              <a:rPr sz="900">
                <a:latin typeface="Arial"/>
                <a:cs typeface="Arial"/>
              </a:rPr>
              <a:t>6)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-50">
                <a:latin typeface="Arial"/>
                <a:cs typeface="Arial"/>
              </a:rPr>
              <a:t>, </a:t>
            </a:r>
            <a:r>
              <a:rPr sz="900">
                <a:latin typeface="Arial"/>
                <a:cs typeface="Arial"/>
              </a:rPr>
              <a:t>-"</a:t>
            </a:r>
            <a:r>
              <a:rPr sz="900" spc="1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5C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2  552D"</a:t>
            </a:r>
            <a:r>
              <a:rPr sz="900" spc="75">
                <a:latin typeface="Arial"/>
                <a:cs typeface="Arial"/>
              </a:rPr>
              <a:t> </a:t>
            </a:r>
            <a:r>
              <a:rPr sz="900" spc="-150">
                <a:latin typeface="Arial"/>
                <a:cs typeface="Arial"/>
              </a:rPr>
              <a:t>0 </a:t>
            </a:r>
            <a:r>
              <a:rPr sz="900" spc="-15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85</a:t>
            </a:r>
            <a:r>
              <a:rPr sz="900" spc="37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22"3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0</a:t>
            </a:r>
            <a:r>
              <a:rPr sz="900" spc="-15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3</a:t>
            </a:r>
            <a:r>
              <a:rPr sz="900" spc="-150">
                <a:latin typeface="Arial"/>
                <a:cs typeface="Arial"/>
              </a:rPr>
              <a:t>0 </a:t>
            </a:r>
            <a:r>
              <a:rPr sz="900">
                <a:latin typeface="Arial"/>
                <a:cs typeface="Arial"/>
              </a:rPr>
              <a:t>?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5795">
                <a:latin typeface="Arial"/>
                <a:cs typeface="Arial"/>
              </a:rPr>
              <a:t>@</a:t>
            </a:r>
            <a:r>
              <a:rPr sz="900" spc="-515">
                <a:latin typeface="Arial"/>
                <a:cs typeface="Arial"/>
              </a:rPr>
              <a:t>A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70">
                <a:latin typeface="Arial"/>
                <a:cs typeface="Arial"/>
              </a:rPr>
              <a:t>.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A</a:t>
            </a:r>
            <a:endParaRPr/>
          </a:p>
          <a:p>
            <a:pPr marL="135890" algn="just">
              <a:tabLst>
                <a:tab pos="1330960" algn="l"/>
                <a:tab pos="2823210" algn="l"/>
                <a:tab pos="3820795" algn="l"/>
                <a:tab pos="4721225" algn="l"/>
                <a:tab pos="5584825" algn="l"/>
                <a:tab pos="5826125" algn="l"/>
              </a:tabLst>
            </a:pPr>
            <a:r>
              <a:rPr sz="900">
                <a:latin typeface="Arial"/>
                <a:cs typeface="Arial"/>
              </a:rPr>
              <a:t>=)  </a:t>
            </a:r>
            <a:r>
              <a:rPr sz="900" spc="-50">
                <a:latin typeface="Arial"/>
                <a:cs typeface="Arial"/>
              </a:rPr>
              <a:t>, </a:t>
            </a:r>
            <a:r>
              <a:rPr sz="900">
                <a:latin typeface="Arial"/>
                <a:cs typeface="Arial"/>
              </a:rPr>
              <a:t>-"E  5E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35</a:t>
            </a:r>
            <a:r>
              <a:rPr sz="900" spc="-150">
                <a:latin typeface="Arial"/>
                <a:cs typeface="Arial"/>
              </a:rPr>
              <a:t>0</a:t>
            </a:r>
            <a:r>
              <a:rPr sz="900" spc="17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5-.)/)593  2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593  2</a:t>
            </a:r>
            <a:r>
              <a:rPr sz="900" spc="7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35-C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?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5520">
                <a:latin typeface="Arial"/>
                <a:cs typeface="Arial"/>
              </a:rPr>
              <a:t>@</a:t>
            </a:r>
            <a:r>
              <a:rPr sz="900" spc="-240">
                <a:latin typeface="Arial"/>
                <a:cs typeface="Arial"/>
              </a:rPr>
              <a:t>A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70">
                <a:latin typeface="Arial"/>
                <a:cs typeface="Arial"/>
              </a:rPr>
              <a:t>.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A</a:t>
            </a:r>
            <a:endParaRPr/>
          </a:p>
          <a:p>
            <a:pPr marL="135890" algn="just"/>
            <a:r>
              <a:rPr sz="900">
                <a:latin typeface="Arial"/>
                <a:cs typeface="Arial"/>
              </a:rPr>
              <a:t>\]  </a:t>
            </a:r>
            <a:r>
              <a:rPr sz="900" spc="-50">
                <a:latin typeface="Arial"/>
                <a:cs typeface="Arial"/>
              </a:rPr>
              <a:t>^_</a:t>
            </a:r>
            <a:r>
              <a:rPr sz="900">
                <a:latin typeface="Arial"/>
                <a:cs typeface="Arial"/>
              </a:rPr>
              <a:t>``abcdefbcegdghg_ighb</a:t>
            </a:r>
            <a:r>
              <a:rPr sz="900" spc="-150">
                <a:latin typeface="Arial"/>
                <a:cs typeface="Arial"/>
              </a:rPr>
              <a:t>jk</a:t>
            </a:r>
            <a:r>
              <a:rPr sz="900">
                <a:latin typeface="Arial"/>
                <a:cs typeface="Arial"/>
              </a:rPr>
              <a:t>_lgmnopgeolmqorok`gdgq_dg</a:t>
            </a:r>
            <a:r>
              <a:rPr sz="900" spc="-170">
                <a:latin typeface="Arial"/>
                <a:cs typeface="Arial"/>
              </a:rPr>
              <a:t>jg</a:t>
            </a:r>
            <a:r>
              <a:rPr sz="900">
                <a:latin typeface="Arial"/>
                <a:cs typeface="Arial"/>
              </a:rPr>
              <a:t>lqkglgsqebt</a:t>
            </a:r>
            <a:endParaRPr/>
          </a:p>
          <a:p>
            <a:pPr marL="364490">
              <a:tabLst>
                <a:tab pos="4785995" algn="l"/>
                <a:tab pos="5584825" algn="l"/>
                <a:tab pos="5826125" algn="l"/>
              </a:tabLst>
            </a:pPr>
            <a:r>
              <a:rPr sz="900">
                <a:latin typeface="Arial"/>
                <a:cs typeface="Arial"/>
              </a:rPr>
              <a:t>`geequolvwxyz\xbdbl`adgq_dg</a:t>
            </a:r>
            <a:r>
              <a:rPr sz="900" spc="-170">
                <a:latin typeface="Arial"/>
                <a:cs typeface="Arial"/>
              </a:rPr>
              <a:t>jg</a:t>
            </a:r>
            <a:r>
              <a:rPr sz="900">
                <a:latin typeface="Arial"/>
                <a:cs typeface="Arial"/>
              </a:rPr>
              <a:t>lqkglgsqelbqeck{ghqqb|]}]_lhb</a:t>
            </a:r>
            <a:r>
              <a:rPr sz="900" spc="-170">
                <a:latin typeface="Arial"/>
                <a:cs typeface="Arial"/>
              </a:rPr>
              <a:t>jg</a:t>
            </a:r>
            <a:r>
              <a:rPr sz="900">
                <a:latin typeface="Arial"/>
                <a:cs typeface="Arial"/>
              </a:rPr>
              <a:t>qor~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ge</a:t>
            </a:r>
            <a:r>
              <a:rPr sz="900" spc="175">
                <a:latin typeface="Arial"/>
                <a:cs typeface="Arial"/>
              </a:rPr>
              <a:t> </a:t>
            </a:r>
            <a:r>
              <a:rPr sz="900" spc="-40">
                <a:latin typeface="Arial"/>
                <a:cs typeface="Arial"/>
              </a:rPr>
              <a:t>A</a:t>
            </a:r>
            <a:r>
              <a:rPr sz="900" spc="-40">
                <a:latin typeface="Arial"/>
                <a:cs typeface="Arial"/>
              </a:rPr>
              <a:t>	</a:t>
            </a:r>
            <a:r>
              <a:rPr sz="900" spc="-40">
                <a:latin typeface="Arial"/>
                <a:cs typeface="Arial"/>
              </a:rPr>
              <a:t>.</a:t>
            </a:r>
            <a:r>
              <a:rPr sz="900" spc="-40">
                <a:latin typeface="Arial"/>
                <a:cs typeface="Arial"/>
              </a:rPr>
              <a:t>	</a:t>
            </a:r>
            <a:r>
              <a:rPr sz="900" spc="-130">
                <a:latin typeface="Arial"/>
                <a:cs typeface="Arial"/>
              </a:rPr>
              <a:t>A</a:t>
            </a:r>
            <a:endParaRPr/>
          </a:p>
          <a:p>
            <a:pPr marL="135890">
              <a:spcBef>
                <a:spcPts val="1100"/>
              </a:spcBef>
              <a:tabLst>
                <a:tab pos="879475" algn="l"/>
                <a:tab pos="1356360" algn="l"/>
                <a:tab pos="1819910" algn="l"/>
                <a:tab pos="3397885" algn="l"/>
                <a:tab pos="4197985" algn="l"/>
                <a:tab pos="4578985" algn="l"/>
                <a:tab pos="5074920" algn="l"/>
                <a:tab pos="5951220" algn="l"/>
              </a:tabLst>
            </a:pPr>
            <a:r>
              <a:rPr sz="900">
                <a:latin typeface="Arial"/>
                <a:cs typeface="Arial"/>
              </a:rPr>
              <a:t>F-"5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2G. H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5EC7*I</a:t>
            </a:r>
            <a:r>
              <a:rPr sz="900" spc="-200">
                <a:latin typeface="Arial"/>
                <a:cs typeface="Arial"/>
              </a:rPr>
              <a:t>JK</a:t>
            </a:r>
            <a:r>
              <a:rPr sz="900">
                <a:latin typeface="Arial"/>
                <a:cs typeface="Arial"/>
              </a:rPr>
              <a:t>LMNM52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OMN</a:t>
            </a:r>
            <a:r>
              <a:rPr sz="900" spc="-200">
                <a:latin typeface="Arial"/>
                <a:cs typeface="Arial"/>
              </a:rPr>
              <a:t>J</a:t>
            </a:r>
            <a:r>
              <a:rPr sz="900" spc="2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PQR5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55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53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S</a:t>
            </a:r>
            <a:r>
              <a:rPr sz="900" spc="225">
                <a:latin typeface="Arial"/>
                <a:cs typeface="Arial"/>
              </a:rPr>
              <a:t> </a:t>
            </a:r>
            <a:r>
              <a:rPr sz="900" spc="-150">
                <a:latin typeface="Arial"/>
                <a:cs typeface="Arial"/>
              </a:rPr>
              <a:t>0</a:t>
            </a:r>
            <a:r>
              <a:rPr sz="900" spc="17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./T=7U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+)</a:t>
            </a:r>
            <a:endParaRPr/>
          </a:p>
          <a:p>
            <a:pPr marL="135890" marR="215265" algn="just">
              <a:tabLst>
                <a:tab pos="536575" algn="l"/>
                <a:tab pos="901700" algn="l"/>
                <a:tab pos="2019300" algn="l"/>
                <a:tab pos="2868295" algn="l"/>
                <a:tab pos="3749675" algn="l"/>
                <a:tab pos="4059555" algn="l"/>
                <a:tab pos="4955540" algn="l"/>
                <a:tab pos="5346065" algn="l"/>
              </a:tabLst>
            </a:pPr>
            <a:r>
              <a:rPr sz="900" spc="375">
                <a:latin typeface="Arial"/>
                <a:cs typeface="Arial"/>
              </a:rPr>
              <a:t>F-"5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2G@  H   5-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234">
                <a:latin typeface="Arial"/>
                <a:cs typeface="Arial"/>
              </a:rPr>
              <a:t>5EC7-"</a:t>
            </a:r>
            <a:r>
              <a:rPr sz="900" spc="85">
                <a:latin typeface="Arial"/>
                <a:cs typeface="Arial"/>
              </a:rPr>
              <a:t>05</a:t>
            </a:r>
            <a:r>
              <a:rPr sz="900" spc="234">
                <a:latin typeface="Arial"/>
                <a:cs typeface="Arial"/>
              </a:rPr>
              <a:t>-3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45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&lt;745  FF   2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0 </a:t>
            </a:r>
            <a:r>
              <a:rPr sz="900" spc="-150">
                <a:latin typeface="Arial"/>
                <a:cs typeface="Arial"/>
              </a:rPr>
              <a:t>	</a:t>
            </a:r>
            <a:r>
              <a:rPr sz="900" spc="160">
                <a:latin typeface="Arial"/>
                <a:cs typeface="Arial"/>
              </a:rPr>
              <a:t>-"!"5 -</a:t>
            </a:r>
            <a:r>
              <a:rPr sz="900">
                <a:latin typeface="Arial"/>
                <a:cs typeface="Arial"/>
              </a:rPr>
              <a:t>522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55     53</a:t>
            </a:r>
            <a:r>
              <a:rPr sz="900" spc="27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)</a:t>
            </a:r>
            <a:r>
              <a:rPr sz="900" spc="-200">
                <a:latin typeface="Arial"/>
                <a:cs typeface="Arial"/>
              </a:rPr>
              <a:t>V                                                                                                          </a:t>
            </a:r>
            <a:r>
              <a:rPr sz="900">
                <a:latin typeface="Arial"/>
                <a:cs typeface="Arial"/>
              </a:rPr>
              <a:t>7         OMN</a:t>
            </a:r>
            <a:r>
              <a:rPr sz="900" spc="-200">
                <a:latin typeface="Arial"/>
                <a:cs typeface="Arial"/>
              </a:rPr>
              <a:t>J</a:t>
            </a:r>
            <a:r>
              <a:rPr sz="900" spc="2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PQR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S</a:t>
            </a:r>
            <a:r>
              <a:rPr sz="900" spc="225">
                <a:latin typeface="Arial"/>
                <a:cs typeface="Arial"/>
              </a:rPr>
              <a:t> </a:t>
            </a:r>
            <a:r>
              <a:rPr sz="900" spc="-150">
                <a:latin typeface="Arial"/>
                <a:cs typeface="Arial"/>
              </a:rPr>
              <a:t>0</a:t>
            </a:r>
            <a:r>
              <a:rPr sz="900" spc="17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./T=7U     +)</a:t>
            </a:r>
            <a:endParaRPr/>
          </a:p>
        </p:txBody>
      </p:sp>
      <p:sp>
        <p:nvSpPr>
          <p:cNvPr id="11" name="shape 11"/>
          <p:cNvSpPr txBox="1"/>
          <p:nvPr/>
        </p:nvSpPr>
        <p:spPr>
          <a:xfrm>
            <a:off x="774446" y="6272326"/>
            <a:ext cx="6189345" cy="1548765"/>
          </a:xfrm>
          <a:prstGeom prst="rect"/>
          <a:noFill/>
          <a:ln w="12700">
            <a:solidFill>
              <a:srgbClr val="000000"/>
            </a:solidFill>
          </a:ln>
        </p:spPr>
        <p:txBody>
          <a:bodyPr vertOverflow="overflow" horzOverflow="overflow" numCol="1" wrap="square" lIns="0" tIns="76200" rIns="0" bIns="0">
            <a:spAutoFit/>
          </a:bodyPr>
          <a:p>
            <a:pPr marL="135890" algn="just">
              <a:spcBef>
                <a:spcPts val="600"/>
              </a:spcBef>
              <a:tabLst>
                <a:tab pos="342265" algn="l"/>
                <a:tab pos="1089660" algn="l"/>
              </a:tabLst>
            </a:pPr>
            <a:r>
              <a:rPr sz="900">
                <a:latin typeface="Arial"/>
                <a:cs typeface="Arial"/>
              </a:rPr>
              <a:t>L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X  #L</a:t>
            </a:r>
            <a:r>
              <a:rPr sz="900" spc="5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%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X</a:t>
            </a:r>
            <a:endParaRPr/>
          </a:p>
          <a:p>
            <a:pPr marL="135890" marR="255270" algn="just">
              <a:spcBef>
                <a:spcPts val="1100"/>
              </a:spcBef>
              <a:tabLst>
                <a:tab pos="1292225" algn="l"/>
                <a:tab pos="2270125" algn="l"/>
                <a:tab pos="2486660" algn="l"/>
                <a:tab pos="2912110" algn="l"/>
                <a:tab pos="4721225" algn="l"/>
                <a:tab pos="5584825" algn="l"/>
                <a:tab pos="5826125" algn="l"/>
              </a:tabLst>
            </a:pPr>
            <a:r>
              <a:rPr sz="900" spc="90">
                <a:latin typeface="Arial"/>
                <a:cs typeface="Arial"/>
              </a:rPr>
              <a:t>+)  </a:t>
            </a:r>
            <a:r>
              <a:rPr sz="900" spc="40">
                <a:latin typeface="Arial"/>
                <a:cs typeface="Arial"/>
              </a:rPr>
              <a:t>, </a:t>
            </a:r>
            <a:r>
              <a:rPr sz="900" spc="90">
                <a:latin typeface="Arial"/>
                <a:cs typeface="Arial"/>
              </a:rPr>
              <a:t>-".)/)  </a:t>
            </a:r>
            <a:r>
              <a:rPr sz="900" spc="-60">
                <a:latin typeface="Arial"/>
                <a:cs typeface="Arial"/>
              </a:rPr>
              <a:t>0 </a:t>
            </a:r>
            <a:r>
              <a:rPr sz="900" spc="90">
                <a:latin typeface="Arial"/>
                <a:cs typeface="Arial"/>
              </a:rPr>
              <a:t>1222"3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0 </a:t>
            </a:r>
            <a:r>
              <a:rPr sz="900">
                <a:latin typeface="Arial"/>
                <a:cs typeface="Arial"/>
              </a:rPr>
              <a:t>45   6783  2"  + 93  2:&lt;+7&lt;=?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2385">
                <a:latin typeface="Arial"/>
                <a:cs typeface="Arial"/>
              </a:rPr>
              <a:t>@</a:t>
            </a:r>
            <a:r>
              <a:rPr sz="900" spc="-70">
                <a:latin typeface="Arial"/>
                <a:cs typeface="Arial"/>
              </a:rPr>
              <a:t>A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70">
                <a:latin typeface="Arial"/>
                <a:cs typeface="Arial"/>
              </a:rPr>
              <a:t>.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A </a:t>
            </a:r>
            <a:r>
              <a:rPr sz="900">
                <a:latin typeface="Arial"/>
                <a:cs typeface="Arial"/>
              </a:rPr>
              <a:t>&lt;)  </a:t>
            </a:r>
            <a:r>
              <a:rPr sz="900" spc="-50">
                <a:latin typeface="Arial"/>
                <a:cs typeface="Arial"/>
              </a:rPr>
              <a:t>, </a:t>
            </a:r>
            <a:r>
              <a:rPr sz="900">
                <a:latin typeface="Arial"/>
                <a:cs typeface="Arial"/>
              </a:rPr>
              <a:t>-".)/)/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135">
                <a:latin typeface="Arial"/>
                <a:cs typeface="Arial"/>
              </a:rPr>
              <a:t>2B 2"3        </a:t>
            </a:r>
            <a:r>
              <a:rPr sz="900" spc="-15">
                <a:latin typeface="Arial"/>
                <a:cs typeface="Arial"/>
              </a:rPr>
              <a:t>0 </a:t>
            </a:r>
            <a:r>
              <a:rPr sz="900" spc="135">
                <a:latin typeface="Arial"/>
                <a:cs typeface="Arial"/>
              </a:rPr>
              <a:t>"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0</a:t>
            </a:r>
            <a:r>
              <a:rPr sz="900" spc="17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45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6783</a:t>
            </a:r>
            <a:r>
              <a:rPr sz="900" spc="3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2"</a:t>
            </a:r>
            <a:r>
              <a:rPr sz="900" spc="3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&lt;  93</a:t>
            </a:r>
            <a:r>
              <a:rPr sz="900" spc="3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2:&lt;7=&gt;&gt;?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935">
                <a:latin typeface="Arial"/>
                <a:cs typeface="Arial"/>
              </a:rPr>
              <a:t>@</a:t>
            </a:r>
            <a:r>
              <a:rPr sz="900" spc="-70">
                <a:latin typeface="Arial"/>
                <a:cs typeface="Arial"/>
              </a:rPr>
              <a:t>A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70">
                <a:latin typeface="Arial"/>
                <a:cs typeface="Arial"/>
              </a:rPr>
              <a:t>.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A</a:t>
            </a:r>
            <a:endParaRPr/>
          </a:p>
          <a:p>
            <a:pPr marL="365125" indent="-228600" algn="just">
              <a:tabLst>
                <a:tab pos="365125" algn="l"/>
                <a:tab pos="1171575" algn="l"/>
                <a:tab pos="2239010" algn="l"/>
                <a:tab pos="3255645" algn="l"/>
                <a:tab pos="3471545" algn="l"/>
                <a:tab pos="4721225" algn="l"/>
                <a:tab pos="5584825" algn="l"/>
                <a:tab pos="5826125" algn="l"/>
              </a:tabLst>
            </a:pPr>
            <a:r>
              <a:rPr sz="900">
                <a:latin typeface="Arial"/>
                <a:cs typeface="Arial"/>
              </a:rPr>
              <a:t>6)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-50">
                <a:latin typeface="Arial"/>
                <a:cs typeface="Arial"/>
              </a:rPr>
              <a:t>, </a:t>
            </a:r>
            <a:r>
              <a:rPr sz="900">
                <a:latin typeface="Arial"/>
                <a:cs typeface="Arial"/>
              </a:rPr>
              <a:t>-"</a:t>
            </a:r>
            <a:r>
              <a:rPr sz="900" spc="1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5C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2  552D"</a:t>
            </a:r>
            <a:r>
              <a:rPr sz="900" spc="75">
                <a:latin typeface="Arial"/>
                <a:cs typeface="Arial"/>
              </a:rPr>
              <a:t> </a:t>
            </a:r>
            <a:r>
              <a:rPr sz="900" spc="-150">
                <a:latin typeface="Arial"/>
                <a:cs typeface="Arial"/>
              </a:rPr>
              <a:t>0 </a:t>
            </a:r>
            <a:r>
              <a:rPr sz="900" spc="-15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85</a:t>
            </a:r>
            <a:r>
              <a:rPr sz="900" spc="37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22"3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0</a:t>
            </a:r>
            <a:r>
              <a:rPr sz="900" spc="-15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3</a:t>
            </a:r>
            <a:r>
              <a:rPr sz="900" spc="-150">
                <a:latin typeface="Arial"/>
                <a:cs typeface="Arial"/>
              </a:rPr>
              <a:t>0 </a:t>
            </a:r>
            <a:r>
              <a:rPr sz="900">
                <a:latin typeface="Arial"/>
                <a:cs typeface="Arial"/>
              </a:rPr>
              <a:t>?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5795">
                <a:latin typeface="Arial"/>
                <a:cs typeface="Arial"/>
              </a:rPr>
              <a:t>@</a:t>
            </a:r>
            <a:r>
              <a:rPr sz="900" spc="-515">
                <a:latin typeface="Arial"/>
                <a:cs typeface="Arial"/>
              </a:rPr>
              <a:t>A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70">
                <a:latin typeface="Arial"/>
                <a:cs typeface="Arial"/>
              </a:rPr>
              <a:t>.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A</a:t>
            </a:r>
            <a:endParaRPr/>
          </a:p>
          <a:p>
            <a:pPr marL="135890">
              <a:tabLst>
                <a:tab pos="1330325" algn="l"/>
                <a:tab pos="2823210" algn="l"/>
                <a:tab pos="3820160" algn="l"/>
                <a:tab pos="4721225" algn="l"/>
                <a:tab pos="5584825" algn="l"/>
                <a:tab pos="5825490" algn="l"/>
              </a:tabLst>
            </a:pPr>
            <a:r>
              <a:rPr sz="900">
                <a:latin typeface="Arial"/>
                <a:cs typeface="Arial"/>
              </a:rPr>
              <a:t>=)  </a:t>
            </a:r>
            <a:r>
              <a:rPr sz="900" spc="-50">
                <a:latin typeface="Arial"/>
                <a:cs typeface="Arial"/>
              </a:rPr>
              <a:t>, </a:t>
            </a:r>
            <a:r>
              <a:rPr sz="900">
                <a:latin typeface="Arial"/>
                <a:cs typeface="Arial"/>
              </a:rPr>
              <a:t>-"E  5E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35</a:t>
            </a:r>
            <a:r>
              <a:rPr sz="900" spc="-150">
                <a:latin typeface="Arial"/>
                <a:cs typeface="Arial"/>
              </a:rPr>
              <a:t>0</a:t>
            </a:r>
            <a:r>
              <a:rPr sz="900" spc="17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5-.)/)593  2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593  2</a:t>
            </a:r>
            <a:r>
              <a:rPr sz="900" spc="7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35-C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?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5505">
                <a:latin typeface="Arial"/>
                <a:cs typeface="Arial"/>
              </a:rPr>
              <a:t>@</a:t>
            </a:r>
            <a:r>
              <a:rPr sz="900" spc="-225">
                <a:latin typeface="Arial"/>
                <a:cs typeface="Arial"/>
              </a:rPr>
              <a:t>A</a:t>
            </a:r>
            <a:r>
              <a:rPr sz="900" spc="-40">
                <a:latin typeface="Arial"/>
                <a:cs typeface="Arial"/>
              </a:rPr>
              <a:t>	</a:t>
            </a:r>
            <a:r>
              <a:rPr sz="900" spc="-40">
                <a:latin typeface="Arial"/>
                <a:cs typeface="Arial"/>
              </a:rPr>
              <a:t>.</a:t>
            </a:r>
            <a:r>
              <a:rPr sz="900" spc="-40">
                <a:latin typeface="Arial"/>
                <a:cs typeface="Arial"/>
              </a:rPr>
              <a:t>	</a:t>
            </a:r>
            <a:r>
              <a:rPr sz="900" spc="-130">
                <a:latin typeface="Arial"/>
                <a:cs typeface="Arial"/>
              </a:rPr>
              <a:t>A</a:t>
            </a:r>
            <a:endParaRPr/>
          </a:p>
          <a:p>
            <a:pPr marL="135890">
              <a:spcBef>
                <a:spcPts val="1100"/>
              </a:spcBef>
              <a:tabLst>
                <a:tab pos="879475" algn="l"/>
                <a:tab pos="1355725" algn="l"/>
                <a:tab pos="1819910" algn="l"/>
                <a:tab pos="3397885" algn="l"/>
                <a:tab pos="4197985" algn="l"/>
                <a:tab pos="4578985" algn="l"/>
                <a:tab pos="5074920" algn="l"/>
                <a:tab pos="5951220" algn="l"/>
              </a:tabLst>
            </a:pPr>
            <a:r>
              <a:rPr sz="900">
                <a:latin typeface="Arial"/>
                <a:cs typeface="Arial"/>
              </a:rPr>
              <a:t>F-"5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2G. H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5EC7*I</a:t>
            </a:r>
            <a:r>
              <a:rPr sz="900" spc="-200">
                <a:latin typeface="Arial"/>
                <a:cs typeface="Arial"/>
              </a:rPr>
              <a:t>JK</a:t>
            </a:r>
            <a:r>
              <a:rPr sz="900">
                <a:latin typeface="Arial"/>
                <a:cs typeface="Arial"/>
              </a:rPr>
              <a:t>LMNM52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OMN</a:t>
            </a:r>
            <a:r>
              <a:rPr sz="900" spc="-200">
                <a:latin typeface="Arial"/>
                <a:cs typeface="Arial"/>
              </a:rPr>
              <a:t>J</a:t>
            </a:r>
            <a:r>
              <a:rPr sz="900" spc="2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PQR5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55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53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S</a:t>
            </a:r>
            <a:r>
              <a:rPr sz="900" spc="225">
                <a:latin typeface="Arial"/>
                <a:cs typeface="Arial"/>
              </a:rPr>
              <a:t> </a:t>
            </a:r>
            <a:r>
              <a:rPr sz="900" spc="-150">
                <a:latin typeface="Arial"/>
                <a:cs typeface="Arial"/>
              </a:rPr>
              <a:t>0</a:t>
            </a:r>
            <a:r>
              <a:rPr sz="900" spc="17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./T=7U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+)</a:t>
            </a:r>
            <a:endParaRPr/>
          </a:p>
          <a:p>
            <a:pPr marL="135890" marR="215265" algn="just">
              <a:tabLst>
                <a:tab pos="536575" algn="l"/>
                <a:tab pos="901700" algn="l"/>
                <a:tab pos="2019300" algn="l"/>
                <a:tab pos="2867660" algn="l"/>
                <a:tab pos="3749675" algn="l"/>
                <a:tab pos="4059555" algn="l"/>
                <a:tab pos="4955540" algn="l"/>
                <a:tab pos="5346065" algn="l"/>
              </a:tabLst>
            </a:pPr>
            <a:r>
              <a:rPr sz="900" spc="375">
                <a:latin typeface="Arial"/>
                <a:cs typeface="Arial"/>
              </a:rPr>
              <a:t>F-"5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2G@  H   5-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234">
                <a:latin typeface="Arial"/>
                <a:cs typeface="Arial"/>
              </a:rPr>
              <a:t>5EC7-"</a:t>
            </a:r>
            <a:r>
              <a:rPr sz="900" spc="85">
                <a:latin typeface="Arial"/>
                <a:cs typeface="Arial"/>
              </a:rPr>
              <a:t>05</a:t>
            </a:r>
            <a:r>
              <a:rPr sz="900" spc="234">
                <a:latin typeface="Arial"/>
                <a:cs typeface="Arial"/>
              </a:rPr>
              <a:t>-3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45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&lt;745  FF   2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-150">
                <a:latin typeface="Arial"/>
                <a:cs typeface="Arial"/>
              </a:rPr>
              <a:t>0 </a:t>
            </a:r>
            <a:r>
              <a:rPr sz="900" spc="-150">
                <a:latin typeface="Arial"/>
                <a:cs typeface="Arial"/>
              </a:rPr>
              <a:t>	</a:t>
            </a:r>
            <a:r>
              <a:rPr sz="900" spc="160">
                <a:latin typeface="Arial"/>
                <a:cs typeface="Arial"/>
              </a:rPr>
              <a:t>-"!"5 -</a:t>
            </a:r>
            <a:r>
              <a:rPr sz="900">
                <a:latin typeface="Arial"/>
                <a:cs typeface="Arial"/>
              </a:rPr>
              <a:t>522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55     53</a:t>
            </a:r>
            <a:r>
              <a:rPr sz="900" spc="27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)</a:t>
            </a:r>
            <a:r>
              <a:rPr sz="900" spc="-200">
                <a:latin typeface="Arial"/>
                <a:cs typeface="Arial"/>
              </a:rPr>
              <a:t>V                                                                                                          </a:t>
            </a:r>
            <a:r>
              <a:rPr sz="900">
                <a:latin typeface="Arial"/>
                <a:cs typeface="Arial"/>
              </a:rPr>
              <a:t>7         OMN</a:t>
            </a:r>
            <a:r>
              <a:rPr sz="900" spc="-200">
                <a:latin typeface="Arial"/>
                <a:cs typeface="Arial"/>
              </a:rPr>
              <a:t>J</a:t>
            </a:r>
            <a:r>
              <a:rPr sz="900" spc="2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PQR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S</a:t>
            </a:r>
            <a:r>
              <a:rPr sz="900" spc="225">
                <a:latin typeface="Arial"/>
                <a:cs typeface="Arial"/>
              </a:rPr>
              <a:t> </a:t>
            </a:r>
            <a:r>
              <a:rPr sz="900" spc="-150">
                <a:latin typeface="Arial"/>
                <a:cs typeface="Arial"/>
              </a:rPr>
              <a:t>0</a:t>
            </a:r>
            <a:r>
              <a:rPr sz="900" spc="17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./T=7U     +)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72707" y="696964"/>
            <a:ext cx="6858000" cy="12700"/>
          </a:xfrm>
          <a:custGeom>
            <a:pathLst>
              <a:path w="6858000" h="12700">
                <a:moveTo>
                  <a:pt x="0" y="6350"/>
                </a:moveTo>
                <a:lnTo>
                  <a:pt x="6858000" y="6350"/>
                </a:lnTo>
              </a:path>
            </a:pathLst>
          </a:custGeom>
          <a:ln w="12700" cap="flat">
            <a:solidFill>
              <a:srgbClr val="000000"/>
            </a:solidFill>
            <a:prstDash val="solid"/>
            <a:miter lim="4"/>
          </a:ln>
        </p:spPr>
      </p:sp>
      <p:sp>
        <p:nvSpPr>
          <p:cNvPr id="3" name="shape 3"/>
          <p:cNvSpPr/>
          <p:nvPr/>
        </p:nvSpPr>
        <p:spPr>
          <a:xfrm>
            <a:off x="472707" y="457200"/>
            <a:ext cx="6858000" cy="12700"/>
          </a:xfrm>
          <a:custGeom>
            <a:pathLst>
              <a:path w="6858000" h="12700">
                <a:moveTo>
                  <a:pt x="0" y="6350"/>
                </a:moveTo>
                <a:lnTo>
                  <a:pt x="6858000" y="6350"/>
                </a:lnTo>
              </a:path>
            </a:pathLst>
          </a:custGeom>
          <a:ln w="12700" cap="flat">
            <a:solidFill>
              <a:srgbClr val="000000"/>
            </a:solidFill>
            <a:prstDash val="solid"/>
            <a:miter lim="4"/>
          </a:ln>
        </p:spPr>
      </p:sp>
      <p:sp>
        <p:nvSpPr>
          <p:cNvPr id="4" name="shape 4"/>
          <p:cNvSpPr/>
          <p:nvPr/>
        </p:nvSpPr>
        <p:spPr>
          <a:xfrm>
            <a:off x="7210311" y="9480296"/>
            <a:ext cx="12700" cy="187960"/>
          </a:xfrm>
          <a:custGeom>
            <a:pathLst>
              <a:path w="12700" h="187959">
                <a:moveTo>
                  <a:pt x="6350" y="0"/>
                </a:moveTo>
                <a:lnTo>
                  <a:pt x="6350" y="187960"/>
                </a:lnTo>
              </a:path>
            </a:pathLst>
          </a:custGeom>
          <a:ln w="12700" cap="flat">
            <a:solidFill>
              <a:srgbClr val="000000"/>
            </a:solidFill>
            <a:prstDash val="solid"/>
            <a:miter lim="4"/>
          </a:ln>
        </p:spPr>
      </p:sp>
      <p:sp>
        <p:nvSpPr>
          <p:cNvPr id="5" name="shape 5"/>
          <p:cNvSpPr txBox="1"/>
          <p:nvPr/>
        </p:nvSpPr>
        <p:spPr>
          <a:xfrm>
            <a:off x="733026" y="2767341"/>
            <a:ext cx="1307465" cy="37084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lnSpc>
                <a:spcPts val="905"/>
              </a:lnSpc>
              <a:tabLst>
                <a:tab pos="509905" algn="l"/>
              </a:tabLst>
            </a:pPr>
            <a:r>
              <a:rPr sz="800" spc="200">
                <a:latin typeface="Arial"/>
                <a:cs typeface="Arial"/>
              </a:rPr>
              <a:t>X</a:t>
            </a:r>
            <a:r>
              <a:rPr sz="800">
                <a:latin typeface="Arial"/>
                <a:cs typeface="Arial"/>
              </a:rPr>
              <a:t>/*'*5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ZZ#".B#</a:t>
            </a:r>
            <a:endParaRPr/>
          </a:p>
          <a:p>
            <a:pPr marL="12700" marR="12700"/>
            <a:r>
              <a:rPr sz="800" spc="300">
                <a:latin typeface="Arial"/>
                <a:cs typeface="Arial"/>
              </a:rPr>
              <a:t>(</a:t>
            </a:r>
            <a:r>
              <a:rPr sz="800">
                <a:latin typeface="Arial"/>
                <a:cs typeface="Arial"/>
              </a:rPr>
              <a:t>) 0*/-'---&amp;.*"%/ </a:t>
            </a:r>
            <a:r>
              <a:rPr sz="800" spc="300">
                <a:latin typeface="Arial"/>
                <a:cs typeface="Arial"/>
              </a:rPr>
              <a:t>_</a:t>
            </a:r>
            <a:r>
              <a:rPr sz="800">
                <a:latin typeface="Arial"/>
                <a:cs typeface="Arial"/>
              </a:rPr>
              <a:t>`abcdefdghijkelam`mgan</a:t>
            </a:r>
            <a:endParaRPr/>
          </a:p>
        </p:txBody>
      </p:sp>
      <p:sp>
        <p:nvSpPr>
          <p:cNvPr id="6" name="shape 6"/>
          <p:cNvSpPr txBox="1"/>
          <p:nvPr/>
        </p:nvSpPr>
        <p:spPr>
          <a:xfrm>
            <a:off x="2511026" y="2767341"/>
            <a:ext cx="902336" cy="37084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lnSpc>
                <a:spcPts val="905"/>
              </a:lnSpc>
            </a:pPr>
            <a:r>
              <a:rPr sz="800" spc="6100">
                <a:latin typeface="Arial"/>
                <a:cs typeface="Arial"/>
              </a:rPr>
              <a:t>7</a:t>
            </a:r>
            <a:endParaRPr/>
          </a:p>
          <a:p>
            <a:pPr marL="12700" marR="207010"/>
            <a:r>
              <a:rPr sz="800" spc="2340">
                <a:latin typeface="Arial"/>
                <a:cs typeface="Arial"/>
              </a:rPr>
              <a:t>7 </a:t>
            </a:r>
            <a:r>
              <a:rPr sz="800" spc="3459">
                <a:latin typeface="Arial"/>
                <a:cs typeface="Arial"/>
              </a:rPr>
              <a:t>o</a:t>
            </a:r>
            <a:endParaRPr/>
          </a:p>
        </p:txBody>
      </p:sp>
      <p:sp>
        <p:nvSpPr>
          <p:cNvPr id="7" name="shape 7"/>
          <p:cNvSpPr txBox="1"/>
          <p:nvPr/>
        </p:nvSpPr>
        <p:spPr>
          <a:xfrm>
            <a:off x="2567517" y="2889262"/>
            <a:ext cx="2306955" cy="2489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68580" algn="just">
              <a:lnSpc>
                <a:spcPts val="905"/>
              </a:lnSpc>
            </a:pPr>
            <a:r>
              <a:rPr sz="800">
                <a:latin typeface="Arial"/>
                <a:cs typeface="Arial"/>
              </a:rPr>
              <a:t>[3[\\"1</a:t>
            </a:r>
            <a:r>
              <a:rPr sz="800" spc="-135">
                <a:latin typeface="Arial"/>
                <a:cs typeface="Arial"/>
              </a:rPr>
              <a:t>] </a:t>
            </a:r>
            <a:r>
              <a:rPr sz="800">
                <a:latin typeface="Arial"/>
                <a:cs typeface="Arial"/>
              </a:rPr>
              <a:t>''"-S"#"/  ^%"/*#$%'4&amp;'@"@"/  4Z%&amp;0</a:t>
            </a:r>
            <a:endParaRPr/>
          </a:p>
          <a:p>
            <a:pPr marL="12700" algn="just"/>
            <a:r>
              <a:rPr sz="800">
                <a:latin typeface="Arial"/>
                <a:cs typeface="Arial"/>
              </a:rPr>
              <a:t>pqrstukv</a:t>
            </a:r>
            <a:r>
              <a:rPr sz="800" spc="-135">
                <a:latin typeface="Arial"/>
                <a:cs typeface="Arial"/>
              </a:rPr>
              <a:t>w`</a:t>
            </a:r>
            <a:r>
              <a:rPr sz="800">
                <a:latin typeface="Arial"/>
                <a:cs typeface="Arial"/>
              </a:rPr>
              <a:t>hhkbcxkjkelybz`h`mbjf</a:t>
            </a:r>
            <a:endParaRPr/>
          </a:p>
        </p:txBody>
      </p:sp>
      <p:sp>
        <p:nvSpPr>
          <p:cNvPr id="8" name="shape 8"/>
          <p:cNvSpPr/>
          <p:nvPr/>
        </p:nvSpPr>
        <p:spPr>
          <a:xfrm>
            <a:off x="457200" y="2095500"/>
            <a:ext cx="6860236" cy="25400"/>
          </a:xfrm>
          <a:custGeom>
            <a:pathLst>
              <a:path w="6860235" h="25400">
                <a:moveTo>
                  <a:pt x="0" y="12700"/>
                </a:moveTo>
                <a:lnTo>
                  <a:pt x="6860235" y="1270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 lim="4"/>
          </a:ln>
        </p:spPr>
      </p:sp>
      <p:sp>
        <p:nvSpPr>
          <p:cNvPr id="9" name="shape 9"/>
          <p:cNvSpPr/>
          <p:nvPr/>
        </p:nvSpPr>
        <p:spPr>
          <a:xfrm>
            <a:off x="457200" y="2360168"/>
            <a:ext cx="6857061" cy="25400"/>
          </a:xfrm>
          <a:custGeom>
            <a:pathLst>
              <a:path w="6857060" h="25400">
                <a:moveTo>
                  <a:pt x="0" y="12700"/>
                </a:moveTo>
                <a:lnTo>
                  <a:pt x="6857060" y="1270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 lim="4"/>
          </a:ln>
        </p:spPr>
      </p:sp>
      <p:sp>
        <p:nvSpPr>
          <p:cNvPr id="10" name="shape 10"/>
          <p:cNvSpPr txBox="1"/>
          <p:nvPr/>
        </p:nvSpPr>
        <p:spPr>
          <a:xfrm>
            <a:off x="732790" y="2521646"/>
            <a:ext cx="2572385" cy="772796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800" spc="200">
                <a:latin typeface="Arial"/>
                <a:cs typeface="Arial"/>
              </a:rPr>
              <a:t>X</a:t>
            </a:r>
            <a:r>
              <a:rPr sz="800">
                <a:latin typeface="Arial"/>
                <a:cs typeface="Arial"/>
              </a:rPr>
              <a:t>/*'$%&amp;'*%*#0*"</a:t>
            </a:r>
            <a:r>
              <a:rPr sz="800" spc="-135">
                <a:latin typeface="Arial"/>
                <a:cs typeface="Arial"/>
              </a:rPr>
              <a:t>+ </a:t>
            </a:r>
            <a:r>
              <a:rPr sz="800">
                <a:latin typeface="Arial"/>
                <a:cs typeface="Arial"/>
              </a:rPr>
              <a:t>*-() "*</a:t>
            </a:r>
            <a:r>
              <a:rPr sz="800" spc="-135">
                <a:latin typeface="Arial"/>
                <a:cs typeface="Arial"/>
              </a:rPr>
              <a:t>+"</a:t>
            </a:r>
            <a:r>
              <a:rPr sz="800">
                <a:latin typeface="Arial"/>
                <a:cs typeface="Arial"/>
              </a:rPr>
              <a:t>,---&amp;.*"%/01'%</a:t>
            </a:r>
            <a:r>
              <a:rPr sz="800" spc="-135">
                <a:latin typeface="Arial"/>
                <a:cs typeface="Arial"/>
              </a:rPr>
              <a:t>+</a:t>
            </a:r>
            <a:endParaRPr/>
          </a:p>
          <a:p>
            <a:pPr marL="1441450">
              <a:lnSpc>
                <a:spcPts val="5125"/>
              </a:lnSpc>
            </a:pPr>
            <a:r>
              <a:rPr sz="4800">
                <a:latin typeface="Arial"/>
                <a:cs typeface="Arial"/>
              </a:rPr>
              <a:t>³</a:t>
            </a:r>
            <a:endParaRPr/>
          </a:p>
        </p:txBody>
      </p:sp>
      <p:sp>
        <p:nvSpPr>
          <p:cNvPr id="11" name="shape 11"/>
          <p:cNvSpPr txBox="1"/>
          <p:nvPr/>
        </p:nvSpPr>
        <p:spPr>
          <a:xfrm>
            <a:off x="3573145" y="2111451"/>
            <a:ext cx="1020446" cy="24384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295910">
              <a:tabLst>
                <a:tab pos="747395" algn="l"/>
              </a:tabLst>
            </a:pPr>
            <a:r>
              <a:rPr sz="1600">
                <a:latin typeface="Arial"/>
                <a:cs typeface="Arial"/>
              </a:rPr>
              <a:t>I</a:t>
            </a:r>
            <a:r>
              <a:rPr sz="1600">
                <a:latin typeface="Arial"/>
                <a:cs typeface="Arial"/>
              </a:rPr>
              <a:t>	</a:t>
            </a:r>
            <a:r>
              <a:rPr sz="1600" spc="-90">
                <a:latin typeface="Arial"/>
                <a:cs typeface="Arial"/>
              </a:rPr>
              <a:t>NN</a:t>
            </a:r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3573145" y="2521646"/>
            <a:ext cx="1020446" cy="1219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800">
                <a:latin typeface="Arial"/>
                <a:cs typeface="Arial"/>
              </a:rPr>
              <a:t>234.5-&amp;#</a:t>
            </a:r>
            <a:endParaRPr/>
          </a:p>
        </p:txBody>
      </p:sp>
      <p:sp>
        <p:nvSpPr>
          <p:cNvPr id="13" name="shape 13"/>
          <p:cNvSpPr txBox="1"/>
          <p:nvPr/>
        </p:nvSpPr>
        <p:spPr>
          <a:xfrm>
            <a:off x="5934075" y="2470846"/>
            <a:ext cx="1370966" cy="1828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953770" algn="l"/>
              </a:tabLst>
            </a:pPr>
            <a:r>
              <a:rPr sz="800" spc="-234">
                <a:latin typeface="Arial"/>
                <a:cs typeface="Arial"/>
              </a:rPr>
              <a:t>YYYYYYYYYYYYYYYYYYYYYYY</a:t>
            </a:r>
            <a:r>
              <a:rPr sz="1800" spc="-352" baseline="2314">
                <a:latin typeface="Arial"/>
                <a:cs typeface="Arial"/>
              </a:rPr>
              <a:t>7</a:t>
            </a:r>
            <a:r>
              <a:rPr sz="1800" baseline="2314">
                <a:latin typeface="Arial"/>
                <a:cs typeface="Arial"/>
              </a:rPr>
              <a:t>	</a:t>
            </a:r>
            <a:r>
              <a:rPr sz="1200">
                <a:latin typeface="Arial"/>
                <a:cs typeface="Arial"/>
              </a:rPr>
              <a:t>´</a:t>
            </a:r>
            <a:endParaRPr/>
          </a:p>
        </p:txBody>
      </p:sp>
      <p:sp>
        <p:nvSpPr>
          <p:cNvPr id="14" name="shape 14"/>
          <p:cNvSpPr txBox="1"/>
          <p:nvPr/>
        </p:nvSpPr>
        <p:spPr>
          <a:xfrm>
            <a:off x="520700" y="3347145"/>
            <a:ext cx="1361440" cy="1219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224790" algn="l"/>
                <a:tab pos="936625" algn="l"/>
                <a:tab pos="1167765" algn="l"/>
              </a:tabLst>
            </a:pPr>
            <a:r>
              <a:rPr sz="800">
                <a:latin typeface="Arial"/>
                <a:cs typeface="Arial"/>
              </a:rPr>
              <a:t>2</a:t>
            </a:r>
            <a:r>
              <a:rPr sz="800">
                <a:latin typeface="Arial"/>
                <a:cs typeface="Arial"/>
              </a:rPr>
              <a:t>	</a:t>
            </a:r>
            <a:r>
              <a:rPr sz="800" spc="200">
                <a:latin typeface="Arial"/>
                <a:cs typeface="Arial"/>
              </a:rPr>
              <a:t>4</a:t>
            </a:r>
            <a:r>
              <a:rPr sz="800">
                <a:latin typeface="Arial"/>
                <a:cs typeface="Arial"/>
              </a:rPr>
              <a:t>&amp;B*'.*U"/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1'%</a:t>
            </a:r>
            <a:r>
              <a:rPr sz="800" spc="-135">
                <a:latin typeface="Arial"/>
                <a:cs typeface="Arial"/>
              </a:rPr>
              <a:t>+</a:t>
            </a:r>
            <a:r>
              <a:rPr sz="800" spc="-135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U"/</a:t>
            </a:r>
            <a:endParaRPr/>
          </a:p>
        </p:txBody>
      </p:sp>
      <p:sp>
        <p:nvSpPr>
          <p:cNvPr id="15" name="shape 15"/>
          <p:cNvSpPr txBox="1"/>
          <p:nvPr/>
        </p:nvSpPr>
        <p:spPr>
          <a:xfrm>
            <a:off x="2037080" y="3123626"/>
            <a:ext cx="1991361" cy="345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486410">
              <a:tabLst>
                <a:tab pos="1147445" algn="l"/>
              </a:tabLst>
            </a:pPr>
            <a:r>
              <a:rPr sz="800" spc="4760">
                <a:latin typeface="Arial"/>
                <a:cs typeface="Arial"/>
              </a:rPr>
              <a:t>7</a:t>
            </a:r>
            <a:r>
              <a:rPr sz="800" spc="-1340">
                <a:latin typeface="Arial"/>
                <a:cs typeface="Arial"/>
              </a:rPr>
              <a:t>93  ["1{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-%1{%&amp;05%#-</a:t>
            </a:r>
            <a:endParaRPr/>
          </a:p>
          <a:p>
            <a:pPr marL="12700">
              <a:spcBef>
                <a:spcPts val="800"/>
              </a:spcBef>
              <a:tabLst>
                <a:tab pos="403225" algn="l"/>
                <a:tab pos="1216025" algn="l"/>
                <a:tab pos="1842770" algn="l"/>
              </a:tabLst>
            </a:pPr>
            <a:r>
              <a:rPr sz="800">
                <a:latin typeface="Arial"/>
                <a:cs typeface="Arial"/>
              </a:rPr>
              <a:t>C1U"/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"0#00*5/U"/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3/*'|X}</a:t>
            </a:r>
            <a:r>
              <a:rPr sz="800" spc="-180">
                <a:latin typeface="Arial"/>
                <a:cs typeface="Arial"/>
              </a:rPr>
              <a:t>W</a:t>
            </a:r>
            <a:r>
              <a:rPr sz="800" spc="-18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~\</a:t>
            </a:r>
            <a:endParaRPr/>
          </a:p>
        </p:txBody>
      </p:sp>
      <p:sp>
        <p:nvSpPr>
          <p:cNvPr id="16" name="shape 16"/>
          <p:cNvSpPr txBox="1"/>
          <p:nvPr/>
        </p:nvSpPr>
        <p:spPr>
          <a:xfrm>
            <a:off x="5791200" y="3047323"/>
            <a:ext cx="1513841" cy="446228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142875" algn="just">
              <a:lnSpc>
                <a:spcPct val="122217"/>
              </a:lnSpc>
              <a:tabLst>
                <a:tab pos="156210" algn="l"/>
                <a:tab pos="1096645" algn="l"/>
              </a:tabLst>
            </a:pPr>
            <a:r>
              <a:rPr sz="800" spc="-130">
                <a:latin typeface="Arial"/>
                <a:cs typeface="Arial"/>
              </a:rPr>
              <a:t>YYYYYYYYYYYYYYYYYYYYYYY</a:t>
            </a:r>
            <a:r>
              <a:rPr sz="1800" spc="-195" baseline="2314">
                <a:latin typeface="Arial"/>
                <a:cs typeface="Arial"/>
              </a:rPr>
              <a:t>7 </a:t>
            </a:r>
            <a:r>
              <a:rPr sz="1200" spc="-130">
                <a:latin typeface="Arial"/>
                <a:cs typeface="Arial"/>
              </a:rPr>
              <a:t>´ </a:t>
            </a:r>
            <a:r>
              <a:rPr sz="800" spc="-165">
                <a:latin typeface="Arial"/>
                <a:cs typeface="Arial"/>
              </a:rPr>
              <a:t>2</a:t>
            </a:r>
            <a:r>
              <a:rPr sz="800" spc="-165">
                <a:latin typeface="Arial"/>
                <a:cs typeface="Arial"/>
              </a:rPr>
              <a:t>	</a:t>
            </a:r>
            <a:r>
              <a:rPr sz="800" spc="-234">
                <a:latin typeface="Arial"/>
                <a:cs typeface="Arial"/>
              </a:rPr>
              <a:t>YYYYYYYYYYYYYYYYYYYYYYY</a:t>
            </a:r>
            <a:r>
              <a:rPr sz="1800" spc="-352" baseline="2314">
                <a:latin typeface="Arial"/>
                <a:cs typeface="Arial"/>
              </a:rPr>
              <a:t>7</a:t>
            </a:r>
            <a:r>
              <a:rPr sz="1800" baseline="2314">
                <a:latin typeface="Arial"/>
                <a:cs typeface="Arial"/>
              </a:rPr>
              <a:t>	</a:t>
            </a:r>
            <a:r>
              <a:rPr sz="1200">
                <a:latin typeface="Arial"/>
                <a:cs typeface="Arial"/>
              </a:rPr>
              <a:t>´</a:t>
            </a:r>
            <a:endParaRPr/>
          </a:p>
        </p:txBody>
      </p:sp>
      <p:sp>
        <p:nvSpPr>
          <p:cNvPr id="17" name="shape 17"/>
          <p:cNvSpPr txBox="1"/>
          <p:nvPr/>
        </p:nvSpPr>
        <p:spPr>
          <a:xfrm>
            <a:off x="520700" y="3570661"/>
            <a:ext cx="3174366" cy="1219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224790" algn="l"/>
              </a:tabLst>
            </a:pPr>
            <a:r>
              <a:rPr sz="800">
                <a:latin typeface="Arial"/>
                <a:cs typeface="Arial"/>
              </a:rPr>
              <a:t>?</a:t>
            </a:r>
            <a:r>
              <a:rPr sz="800">
                <a:latin typeface="Arial"/>
                <a:cs typeface="Arial"/>
              </a:rPr>
              <a:t>	</a:t>
            </a:r>
            <a:r>
              <a:rPr sz="800" spc="200">
                <a:latin typeface="Arial"/>
                <a:cs typeface="Arial"/>
              </a:rPr>
              <a:t>X</a:t>
            </a:r>
            <a:r>
              <a:rPr sz="800">
                <a:latin typeface="Arial"/>
                <a:cs typeface="Arial"/>
              </a:rPr>
              <a:t>/*'/  0*"</a:t>
            </a:r>
            <a:r>
              <a:rPr sz="800" spc="-135">
                <a:latin typeface="Arial"/>
                <a:cs typeface="Arial"/>
              </a:rPr>
              <a:t>+ </a:t>
            </a:r>
            <a:r>
              <a:rPr sz="800">
                <a:latin typeface="Arial"/>
                <a:cs typeface="Arial"/>
              </a:rPr>
              <a:t>*%1$%&amp;'*%*#() )5"#-= -&amp;.*"%/&gt;</a:t>
            </a:r>
            <a:r>
              <a:rPr sz="800" spc="-135">
                <a:latin typeface="Arial"/>
                <a:cs typeface="Arial"/>
              </a:rPr>
              <a:t>+%</a:t>
            </a:r>
            <a:r>
              <a:rPr sz="800">
                <a:latin typeface="Arial"/>
                <a:cs typeface="Arial"/>
              </a:rPr>
              <a:t>&amp;/*1'%</a:t>
            </a:r>
            <a:r>
              <a:rPr sz="800" spc="-135">
                <a:latin typeface="Arial"/>
                <a:cs typeface="Arial"/>
              </a:rPr>
              <a:t>+</a:t>
            </a:r>
            <a:endParaRPr/>
          </a:p>
        </p:txBody>
      </p:sp>
      <p:sp>
        <p:nvSpPr>
          <p:cNvPr id="18" name="shape 18"/>
          <p:cNvSpPr txBox="1"/>
          <p:nvPr/>
        </p:nvSpPr>
        <p:spPr>
          <a:xfrm>
            <a:off x="3963035" y="3570661"/>
            <a:ext cx="584836" cy="1219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800">
                <a:latin typeface="Arial"/>
                <a:cs typeface="Arial"/>
              </a:rPr>
              <a:t>234.5-&amp;#</a:t>
            </a:r>
            <a:endParaRPr/>
          </a:p>
        </p:txBody>
      </p:sp>
      <p:sp>
        <p:nvSpPr>
          <p:cNvPr id="19" name="shape 19"/>
          <p:cNvSpPr txBox="1"/>
          <p:nvPr/>
        </p:nvSpPr>
        <p:spPr>
          <a:xfrm>
            <a:off x="5791200" y="3519861"/>
            <a:ext cx="1513841" cy="1828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156210" algn="l"/>
                <a:tab pos="1096645" algn="l"/>
              </a:tabLst>
            </a:pPr>
            <a:r>
              <a:rPr sz="800" spc="-165">
                <a:latin typeface="Arial"/>
                <a:cs typeface="Arial"/>
              </a:rPr>
              <a:t>?</a:t>
            </a:r>
            <a:r>
              <a:rPr sz="800" spc="-165">
                <a:latin typeface="Arial"/>
                <a:cs typeface="Arial"/>
              </a:rPr>
              <a:t>	</a:t>
            </a:r>
            <a:r>
              <a:rPr sz="800" spc="-234">
                <a:latin typeface="Arial"/>
                <a:cs typeface="Arial"/>
              </a:rPr>
              <a:t>YYYYYYYYYYYYYYYYYYYYYYY</a:t>
            </a:r>
            <a:r>
              <a:rPr sz="1200" spc="-234">
                <a:latin typeface="Arial"/>
                <a:cs typeface="Arial"/>
              </a:rPr>
              <a:t>7</a:t>
            </a:r>
            <a:r>
              <a:rPr sz="1200">
                <a:latin typeface="Arial"/>
                <a:cs typeface="Arial"/>
              </a:rPr>
              <a:t>	</a:t>
            </a:r>
            <a:r>
              <a:rPr sz="1200">
                <a:latin typeface="Arial"/>
                <a:cs typeface="Arial"/>
              </a:rPr>
              <a:t>´</a:t>
            </a:r>
            <a:endParaRPr/>
          </a:p>
        </p:txBody>
      </p:sp>
      <p:sp>
        <p:nvSpPr>
          <p:cNvPr id="20" name="shape 20"/>
          <p:cNvSpPr txBox="1"/>
          <p:nvPr/>
        </p:nvSpPr>
        <p:spPr>
          <a:xfrm>
            <a:off x="520700" y="3794181"/>
            <a:ext cx="4191000" cy="46736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224790" algn="l"/>
                <a:tab pos="3048635" algn="l"/>
              </a:tabLst>
            </a:pPr>
            <a:r>
              <a:rPr sz="800">
                <a:latin typeface="Arial"/>
                <a:cs typeface="Arial"/>
              </a:rPr>
              <a:t>[</a:t>
            </a:r>
            <a:r>
              <a:rPr sz="800">
                <a:latin typeface="Arial"/>
                <a:cs typeface="Arial"/>
              </a:rPr>
              <a:t>	</a:t>
            </a:r>
            <a:r>
              <a:rPr sz="800" spc="200">
                <a:latin typeface="Arial"/>
                <a:cs typeface="Arial"/>
              </a:rPr>
              <a:t>X</a:t>
            </a:r>
            <a:r>
              <a:rPr sz="800">
                <a:latin typeface="Arial"/>
                <a:cs typeface="Arial"/>
              </a:rPr>
              <a:t>/*'/  0*"</a:t>
            </a:r>
            <a:r>
              <a:rPr sz="800" spc="-135">
                <a:latin typeface="Arial"/>
                <a:cs typeface="Arial"/>
              </a:rPr>
              <a:t>+ </a:t>
            </a:r>
            <a:r>
              <a:rPr sz="800">
                <a:latin typeface="Arial"/>
                <a:cs typeface="Arial"/>
              </a:rPr>
              <a:t>*%1$%&amp;'*%*#1-'#-A&amp;0*</a:t>
            </a:r>
            <a:r>
              <a:rPr sz="800" spc="-135">
                <a:latin typeface="Arial"/>
                <a:cs typeface="Arial"/>
              </a:rPr>
              <a:t>+ </a:t>
            </a:r>
            <a:r>
              <a:rPr sz="800">
                <a:latin typeface="Arial"/>
                <a:cs typeface="Arial"/>
              </a:rPr>
              <a:t>/*0*%"/.%</a:t>
            </a:r>
            <a:r>
              <a:rPr sz="800" spc="-135">
                <a:latin typeface="Arial"/>
                <a:cs typeface="Arial"/>
              </a:rPr>
              <a:t>+ </a:t>
            </a:r>
            <a:r>
              <a:rPr sz="800" spc="-135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/-4**--&amp;.*"%/01'%</a:t>
            </a:r>
            <a:r>
              <a:rPr sz="800" spc="-135">
                <a:latin typeface="Arial"/>
                <a:cs typeface="Arial"/>
              </a:rPr>
              <a:t>+</a:t>
            </a:r>
            <a:endParaRPr/>
          </a:p>
          <a:p>
            <a:pPr marL="224790"/>
            <a:r>
              <a:rPr sz="800" spc="300">
                <a:latin typeface="Arial"/>
                <a:cs typeface="Arial"/>
              </a:rPr>
              <a:t>1</a:t>
            </a:r>
            <a:r>
              <a:rPr sz="800">
                <a:latin typeface="Arial"/>
                <a:cs typeface="Arial"/>
              </a:rPr>
              <a:t>-'#-A&amp;0*-  '%00"/.%</a:t>
            </a:r>
            <a:r>
              <a:rPr sz="800" spc="-135">
                <a:latin typeface="Arial"/>
                <a:cs typeface="Arial"/>
              </a:rPr>
              <a:t>+ </a:t>
            </a:r>
            <a:endParaRPr/>
          </a:p>
          <a:p>
            <a:pPr marL="224790">
              <a:spcBef>
                <a:spcPts val="800"/>
              </a:spcBef>
            </a:pPr>
            <a:r>
              <a:rPr sz="800" spc="200">
                <a:latin typeface="Arial"/>
                <a:cs typeface="Arial"/>
              </a:rPr>
              <a:t>&gt;</a:t>
            </a:r>
            <a:r>
              <a:rPr sz="800">
                <a:latin typeface="Arial"/>
                <a:cs typeface="Arial"/>
              </a:rPr>
              <a:t>--U"/023?3/-[</a:t>
            </a:r>
            <a:endParaRPr/>
          </a:p>
        </p:txBody>
      </p:sp>
      <p:sp>
        <p:nvSpPr>
          <p:cNvPr id="21" name="shape 21"/>
          <p:cNvSpPr txBox="1"/>
          <p:nvPr/>
        </p:nvSpPr>
        <p:spPr>
          <a:xfrm>
            <a:off x="5791200" y="3841784"/>
            <a:ext cx="1513841" cy="446228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r">
              <a:lnSpc>
                <a:spcPct val="122222"/>
              </a:lnSpc>
              <a:tabLst>
                <a:tab pos="155575" algn="l"/>
                <a:tab pos="1096010" algn="l"/>
              </a:tabLst>
            </a:pPr>
            <a:r>
              <a:rPr sz="800" spc="-165">
                <a:latin typeface="Arial"/>
                <a:cs typeface="Arial"/>
              </a:rPr>
              <a:t>[</a:t>
            </a:r>
            <a:r>
              <a:rPr sz="800" spc="-165">
                <a:latin typeface="Arial"/>
                <a:cs typeface="Arial"/>
              </a:rPr>
              <a:t>	</a:t>
            </a:r>
            <a:r>
              <a:rPr sz="800" spc="-234">
                <a:latin typeface="Arial"/>
                <a:cs typeface="Arial"/>
              </a:rPr>
              <a:t>YYYYYYYYYYYYYYYYYYYYYYY</a:t>
            </a:r>
            <a:r>
              <a:rPr sz="1800" spc="-352" baseline="2314">
                <a:latin typeface="Arial"/>
                <a:cs typeface="Arial"/>
              </a:rPr>
              <a:t>7</a:t>
            </a:r>
            <a:r>
              <a:rPr sz="1800" baseline="2314">
                <a:latin typeface="Arial"/>
                <a:cs typeface="Arial"/>
              </a:rPr>
              <a:t>	</a:t>
            </a:r>
            <a:r>
              <a:rPr sz="1200">
                <a:latin typeface="Arial"/>
                <a:cs typeface="Arial"/>
              </a:rPr>
              <a:t>´ </a:t>
            </a:r>
            <a:r>
              <a:rPr sz="800" spc="-185">
                <a:latin typeface="Arial"/>
                <a:cs typeface="Arial"/>
              </a:rPr>
              <a:t>YYYYYYYYYYYYYYYYYYYYYYY</a:t>
            </a:r>
            <a:r>
              <a:rPr sz="1200" spc="-185">
                <a:latin typeface="Arial"/>
                <a:cs typeface="Arial"/>
              </a:rPr>
              <a:t>7                    ´</a:t>
            </a:r>
            <a:endParaRPr/>
          </a:p>
        </p:txBody>
      </p:sp>
      <p:sp>
        <p:nvSpPr>
          <p:cNvPr id="22" name="shape 22"/>
          <p:cNvSpPr txBox="1"/>
          <p:nvPr/>
        </p:nvSpPr>
        <p:spPr>
          <a:xfrm>
            <a:off x="523240" y="4363141"/>
            <a:ext cx="1640206" cy="1219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222250" algn="l"/>
              </a:tabLst>
            </a:pPr>
            <a:r>
              <a:rPr sz="800">
                <a:latin typeface="Arial"/>
                <a:cs typeface="Arial"/>
              </a:rPr>
              <a:t>8</a:t>
            </a:r>
            <a:r>
              <a:rPr sz="800">
                <a:latin typeface="Arial"/>
                <a:cs typeface="Arial"/>
              </a:rPr>
              <a:t>	</a:t>
            </a:r>
            <a:r>
              <a:rPr sz="800" spc="200">
                <a:latin typeface="Arial"/>
                <a:cs typeface="Arial"/>
              </a:rPr>
              <a:t>X</a:t>
            </a:r>
            <a:r>
              <a:rPr sz="800">
                <a:latin typeface="Arial"/>
                <a:cs typeface="Arial"/>
              </a:rPr>
              <a:t>/*'/  0*"</a:t>
            </a:r>
            <a:r>
              <a:rPr sz="800" spc="-140">
                <a:latin typeface="Arial"/>
                <a:cs typeface="Arial"/>
              </a:rPr>
              <a:t>+ </a:t>
            </a:r>
            <a:r>
              <a:rPr sz="800">
                <a:latin typeface="Arial"/>
                <a:cs typeface="Arial"/>
              </a:rPr>
              <a:t>*%1$%&amp;'/%/D</a:t>
            </a:r>
            <a:endParaRPr/>
          </a:p>
        </p:txBody>
      </p:sp>
      <p:sp>
        <p:nvSpPr>
          <p:cNvPr id="23" name="shape 23"/>
          <p:cNvSpPr txBox="1"/>
          <p:nvPr/>
        </p:nvSpPr>
        <p:spPr>
          <a:xfrm>
            <a:off x="4465320" y="4657786"/>
            <a:ext cx="1313815" cy="1828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951230" algn="l"/>
              </a:tabLst>
            </a:pPr>
            <a:r>
              <a:rPr sz="800" spc="-220">
                <a:latin typeface="Arial"/>
                <a:cs typeface="Arial"/>
              </a:rPr>
              <a:t>YYYYYYYYYYYYYYYYYYYYYY</a:t>
            </a:r>
            <a:r>
              <a:rPr sz="1200" spc="-220">
                <a:latin typeface="Arial"/>
                <a:cs typeface="Arial"/>
              </a:rPr>
              <a:t>7</a:t>
            </a:r>
            <a:r>
              <a:rPr sz="1200">
                <a:latin typeface="Arial"/>
                <a:cs typeface="Arial"/>
              </a:rPr>
              <a:t>	</a:t>
            </a:r>
            <a:r>
              <a:rPr sz="1200">
                <a:latin typeface="Arial"/>
                <a:cs typeface="Arial"/>
              </a:rPr>
              <a:t>´</a:t>
            </a:r>
            <a:endParaRPr/>
          </a:p>
        </p:txBody>
      </p:sp>
      <p:sp>
        <p:nvSpPr>
          <p:cNvPr id="24" name="shape 24"/>
          <p:cNvSpPr txBox="1"/>
          <p:nvPr/>
        </p:nvSpPr>
        <p:spPr>
          <a:xfrm>
            <a:off x="520700" y="4932111"/>
            <a:ext cx="1361440" cy="3454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224790" algn="l"/>
              </a:tabLst>
            </a:pPr>
            <a:r>
              <a:rPr sz="800">
                <a:latin typeface="Arial"/>
                <a:cs typeface="Arial"/>
              </a:rPr>
              <a:t>9</a:t>
            </a:r>
            <a:r>
              <a:rPr sz="800">
                <a:latin typeface="Arial"/>
                <a:cs typeface="Arial"/>
              </a:rPr>
              <a:t>	</a:t>
            </a:r>
            <a:r>
              <a:rPr sz="800" spc="200">
                <a:latin typeface="Arial"/>
                <a:cs typeface="Arial"/>
              </a:rPr>
              <a:t>&gt;</a:t>
            </a:r>
            <a:r>
              <a:rPr sz="800">
                <a:latin typeface="Arial"/>
                <a:cs typeface="Arial"/>
              </a:rPr>
              <a:t>--U"/08  /-</a:t>
            </a:r>
            <a:endParaRPr/>
          </a:p>
          <a:p>
            <a:pPr marL="14605">
              <a:spcBef>
                <a:spcPts val="800"/>
              </a:spcBef>
              <a:tabLst>
                <a:tab pos="224790" algn="l"/>
                <a:tab pos="1167765" algn="l"/>
              </a:tabLst>
            </a:pPr>
            <a:r>
              <a:rPr sz="800">
                <a:latin typeface="Arial"/>
                <a:cs typeface="Arial"/>
              </a:rPr>
              <a:t>\</a:t>
            </a:r>
            <a:r>
              <a:rPr sz="800">
                <a:latin typeface="Arial"/>
                <a:cs typeface="Arial"/>
              </a:rPr>
              <a:t>	</a:t>
            </a:r>
            <a:r>
              <a:rPr sz="800" spc="190">
                <a:latin typeface="Arial"/>
                <a:cs typeface="Arial"/>
              </a:rPr>
              <a:t>4</a:t>
            </a:r>
            <a:r>
              <a:rPr sz="800">
                <a:latin typeface="Arial"/>
                <a:cs typeface="Arial"/>
              </a:rPr>
              <a:t>&amp;B*'.*U"/  91'%</a:t>
            </a:r>
            <a:r>
              <a:rPr sz="800" spc="-135">
                <a:latin typeface="Arial"/>
                <a:cs typeface="Arial"/>
              </a:rPr>
              <a:t>+</a:t>
            </a:r>
            <a:r>
              <a:rPr sz="800" spc="-135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U"/</a:t>
            </a:r>
            <a:endParaRPr/>
          </a:p>
        </p:txBody>
      </p:sp>
      <p:sp>
        <p:nvSpPr>
          <p:cNvPr id="25" name="shape 25"/>
          <p:cNvSpPr txBox="1"/>
          <p:nvPr/>
        </p:nvSpPr>
        <p:spPr>
          <a:xfrm>
            <a:off x="5791200" y="4857834"/>
            <a:ext cx="1513841" cy="446228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just">
              <a:lnSpc>
                <a:spcPct val="122217"/>
              </a:lnSpc>
              <a:tabLst>
                <a:tab pos="1096645" algn="l"/>
              </a:tabLst>
            </a:pPr>
            <a:r>
              <a:rPr sz="800" spc="-355">
                <a:latin typeface="Arial"/>
                <a:cs typeface="Arial"/>
              </a:rPr>
              <a:t>9 </a:t>
            </a:r>
            <a:r>
              <a:rPr sz="800" spc="-190">
                <a:latin typeface="Arial"/>
                <a:cs typeface="Arial"/>
              </a:rPr>
              <a:t>YYYYYYYYYYYYYYYYYYYYYYY</a:t>
            </a:r>
            <a:r>
              <a:rPr sz="1200" spc="-190">
                <a:latin typeface="Arial"/>
                <a:cs typeface="Arial"/>
              </a:rPr>
              <a:t>7</a:t>
            </a:r>
            <a:r>
              <a:rPr sz="1200">
                <a:latin typeface="Arial"/>
                <a:cs typeface="Arial"/>
              </a:rPr>
              <a:t>	</a:t>
            </a:r>
            <a:r>
              <a:rPr sz="1200" spc="1215">
                <a:latin typeface="Arial"/>
                <a:cs typeface="Arial"/>
              </a:rPr>
              <a:t>´ </a:t>
            </a:r>
            <a:r>
              <a:rPr sz="800" spc="-190">
                <a:latin typeface="Arial"/>
                <a:cs typeface="Arial"/>
              </a:rPr>
              <a:t>\  YYYYYYYYYYYYYYYYYYYYYYY</a:t>
            </a:r>
            <a:r>
              <a:rPr sz="1200" spc="-190">
                <a:latin typeface="Arial"/>
                <a:cs typeface="Arial"/>
              </a:rPr>
              <a:t>7</a:t>
            </a:r>
            <a:r>
              <a:rPr sz="1200">
                <a:latin typeface="Arial"/>
                <a:cs typeface="Arial"/>
              </a:rPr>
              <a:t>	</a:t>
            </a:r>
            <a:r>
              <a:rPr sz="1200">
                <a:latin typeface="Arial"/>
                <a:cs typeface="Arial"/>
              </a:rPr>
              <a:t>´</a:t>
            </a:r>
            <a:endParaRPr/>
          </a:p>
        </p:txBody>
      </p:sp>
      <p:sp>
        <p:nvSpPr>
          <p:cNvPr id="26" name="shape 26"/>
          <p:cNvSpPr txBox="1"/>
          <p:nvPr/>
        </p:nvSpPr>
        <p:spPr>
          <a:xfrm>
            <a:off x="732790" y="5367652"/>
            <a:ext cx="6572250" cy="295047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just">
              <a:lnSpc>
                <a:spcPct val="120829"/>
              </a:lnSpc>
              <a:tabLst>
                <a:tab pos="610870" algn="l"/>
                <a:tab pos="1122045" algn="l"/>
                <a:tab pos="5214620" algn="l"/>
              </a:tabLst>
            </a:pPr>
            <a:r>
              <a:rPr sz="800" spc="200">
                <a:latin typeface="Arial"/>
                <a:cs typeface="Arial"/>
              </a:rPr>
              <a:t>=</a:t>
            </a:r>
            <a:r>
              <a:rPr sz="800">
                <a:latin typeface="Arial"/>
                <a:cs typeface="Arial"/>
              </a:rPr>
              <a:t>"@"- *5   </a:t>
            </a:r>
            <a:r>
              <a:rPr sz="800" spc="-135">
                <a:latin typeface="Arial"/>
                <a:cs typeface="Arial"/>
              </a:rPr>
              <a:t>+%</a:t>
            </a:r>
            <a:r>
              <a:rPr sz="800">
                <a:latin typeface="Arial"/>
                <a:cs typeface="Arial"/>
              </a:rPr>
              <a:t>&amp;/*%/U"/   \B$73[\\  }%&amp;/--%D/*%D5%#/&amp;</a:t>
            </a:r>
            <a:r>
              <a:rPr sz="800" spc="-135">
                <a:latin typeface="Arial"/>
                <a:cs typeface="Arial"/>
              </a:rPr>
              <a:t>+B </a:t>
            </a:r>
            <a:r>
              <a:rPr sz="800">
                <a:latin typeface="Arial"/>
                <a:cs typeface="Arial"/>
              </a:rPr>
              <a:t>'</a:t>
            </a:r>
            <a:r>
              <a:rPr sz="800">
                <a:latin typeface="Arial"/>
                <a:cs typeface="Arial"/>
              </a:rPr>
              <a:t>	</a:t>
            </a:r>
            <a:r>
              <a:rPr sz="800" spc="-85">
                <a:latin typeface="Arial"/>
                <a:cs typeface="Arial"/>
              </a:rPr>
              <a:t>YYYYYYYYYYYYYYYYYYYYYYY </a:t>
            </a:r>
            <a:r>
              <a:rPr sz="800" spc="300">
                <a:latin typeface="Arial"/>
                <a:cs typeface="Arial"/>
              </a:rPr>
              <a:t>X</a:t>
            </a:r>
            <a:r>
              <a:rPr sz="800">
                <a:latin typeface="Arial"/>
                <a:cs typeface="Arial"/>
              </a:rPr>
              <a:t>67239\\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73[\\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[  '%&amp;/-0-%D/*%</a:t>
            </a:r>
            <a:endParaRPr/>
          </a:p>
        </p:txBody>
      </p:sp>
      <p:sp>
        <p:nvSpPr>
          <p:cNvPr id="27" name="shape 27"/>
          <p:cNvSpPr txBox="1"/>
          <p:nvPr/>
        </p:nvSpPr>
        <p:spPr>
          <a:xfrm>
            <a:off x="732790" y="5749981"/>
            <a:ext cx="2386330" cy="1219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509905" algn="l"/>
              </a:tabLst>
            </a:pPr>
            <a:r>
              <a:rPr sz="800" spc="190">
                <a:latin typeface="Arial"/>
                <a:cs typeface="Arial"/>
              </a:rPr>
              <a:t>X</a:t>
            </a:r>
            <a:r>
              <a:rPr sz="800">
                <a:latin typeface="Arial"/>
                <a:cs typeface="Arial"/>
              </a:rPr>
              <a:t>/*'*5</a:t>
            </a:r>
            <a:r>
              <a:rPr sz="800">
                <a:latin typeface="Arial"/>
                <a:cs typeface="Arial"/>
              </a:rPr>
              <a:t>	</a:t>
            </a:r>
            <a:r>
              <a:rPr sz="800" spc="-135">
                <a:latin typeface="Arial"/>
                <a:cs typeface="Arial"/>
              </a:rPr>
              <a:t>+%</a:t>
            </a:r>
            <a:r>
              <a:rPr sz="800">
                <a:latin typeface="Arial"/>
                <a:cs typeface="Arial"/>
              </a:rPr>
              <a:t>&amp;/*%1$%&amp;'0*"</a:t>
            </a:r>
            <a:r>
              <a:rPr sz="800" spc="-135">
                <a:latin typeface="Arial"/>
                <a:cs typeface="Arial"/>
              </a:rPr>
              <a:t>+ </a:t>
            </a:r>
            <a:r>
              <a:rPr sz="800">
                <a:latin typeface="Arial"/>
                <a:cs typeface="Arial"/>
              </a:rPr>
              <a:t>*-() *6.'-"*0</a:t>
            </a:r>
            <a:endParaRPr/>
          </a:p>
        </p:txBody>
      </p:sp>
      <p:sp>
        <p:nvSpPr>
          <p:cNvPr id="28" name="shape 28"/>
          <p:cNvSpPr txBox="1"/>
          <p:nvPr/>
        </p:nvSpPr>
        <p:spPr>
          <a:xfrm>
            <a:off x="4465320" y="5699181"/>
            <a:ext cx="1313815" cy="1828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951230" algn="l"/>
              </a:tabLst>
            </a:pPr>
            <a:r>
              <a:rPr sz="800" spc="-220">
                <a:latin typeface="Arial"/>
                <a:cs typeface="Arial"/>
              </a:rPr>
              <a:t>YYYYYYYYYYYYYYYYYYYYYY</a:t>
            </a:r>
            <a:r>
              <a:rPr sz="1800" spc="-330" baseline="2314">
                <a:latin typeface="Arial"/>
                <a:cs typeface="Arial"/>
              </a:rPr>
              <a:t>7</a:t>
            </a:r>
            <a:r>
              <a:rPr sz="1800" baseline="2314">
                <a:latin typeface="Arial"/>
                <a:cs typeface="Arial"/>
              </a:rPr>
              <a:t>	</a:t>
            </a:r>
            <a:r>
              <a:rPr sz="1200">
                <a:latin typeface="Arial"/>
                <a:cs typeface="Arial"/>
              </a:rPr>
              <a:t>´</a:t>
            </a:r>
            <a:endParaRPr/>
          </a:p>
        </p:txBody>
      </p:sp>
      <p:sp>
        <p:nvSpPr>
          <p:cNvPr id="29" name="shape 29"/>
          <p:cNvSpPr txBox="1"/>
          <p:nvPr/>
        </p:nvSpPr>
        <p:spPr>
          <a:xfrm>
            <a:off x="466090" y="5973506"/>
            <a:ext cx="6838950" cy="73660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69215">
              <a:tabLst>
                <a:tab pos="279400" algn="l"/>
                <a:tab pos="815975" algn="l"/>
                <a:tab pos="1629410" algn="l"/>
                <a:tab pos="2075815" algn="l"/>
                <a:tab pos="5338445" algn="l"/>
              </a:tabLst>
            </a:pPr>
            <a:r>
              <a:rPr sz="800">
                <a:latin typeface="Arial"/>
                <a:cs typeface="Arial"/>
              </a:rPr>
              <a:t>2</a:t>
            </a:r>
            <a:r>
              <a:rPr sz="800">
                <a:latin typeface="Arial"/>
                <a:cs typeface="Arial"/>
              </a:rPr>
              <a:t>	</a:t>
            </a:r>
            <a:r>
              <a:rPr sz="800" spc="190">
                <a:latin typeface="Arial"/>
                <a:cs typeface="Arial"/>
              </a:rPr>
              <a:t>=</a:t>
            </a:r>
            <a:r>
              <a:rPr sz="800">
                <a:latin typeface="Arial"/>
                <a:cs typeface="Arial"/>
              </a:rPr>
              <a:t>"@"-  *5</a:t>
            </a:r>
            <a:r>
              <a:rPr sz="800">
                <a:latin typeface="Arial"/>
                <a:cs typeface="Arial"/>
              </a:rPr>
              <a:t>	</a:t>
            </a:r>
            <a:r>
              <a:rPr sz="800" spc="-135">
                <a:latin typeface="Arial"/>
                <a:cs typeface="Arial"/>
              </a:rPr>
              <a:t>+%</a:t>
            </a:r>
            <a:r>
              <a:rPr sz="800">
                <a:latin typeface="Arial"/>
                <a:cs typeface="Arial"/>
              </a:rPr>
              <a:t>&amp;/*%/U"/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B$7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}%&amp;/--%D/*%D5%#/&amp;</a:t>
            </a:r>
            <a:r>
              <a:rPr sz="800" spc="-135">
                <a:latin typeface="Arial"/>
                <a:cs typeface="Arial"/>
              </a:rPr>
              <a:t>+B</a:t>
            </a:r>
            <a:r>
              <a:rPr sz="800" spc="155">
                <a:latin typeface="Arial"/>
                <a:cs typeface="Arial"/>
              </a:rPr>
              <a:t> </a:t>
            </a:r>
            <a:r>
              <a:rPr sz="800">
                <a:latin typeface="Arial"/>
                <a:cs typeface="Arial"/>
              </a:rPr>
              <a:t>'</a:t>
            </a:r>
            <a:r>
              <a:rPr sz="800">
                <a:latin typeface="Arial"/>
                <a:cs typeface="Arial"/>
              </a:rPr>
              <a:t>	</a:t>
            </a:r>
            <a:r>
              <a:rPr sz="800" spc="-55">
                <a:latin typeface="Arial"/>
                <a:cs typeface="Arial"/>
              </a:rPr>
              <a:t>2  YYYYYYYYYYYYYYYYYYYYYYY</a:t>
            </a:r>
            <a:endParaRPr/>
          </a:p>
          <a:p>
            <a:pPr marL="279400">
              <a:spcBef>
                <a:spcPts val="200"/>
              </a:spcBef>
              <a:tabLst>
                <a:tab pos="793115" algn="l"/>
                <a:tab pos="1275715" algn="l"/>
              </a:tabLst>
            </a:pPr>
            <a:r>
              <a:rPr sz="800" spc="300">
                <a:latin typeface="Arial"/>
                <a:cs typeface="Arial"/>
              </a:rPr>
              <a:t>X</a:t>
            </a:r>
            <a:r>
              <a:rPr sz="800">
                <a:latin typeface="Arial"/>
                <a:cs typeface="Arial"/>
              </a:rPr>
              <a:t>67\\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7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?'%&amp;/-0-%D/*%</a:t>
            </a:r>
            <a:endParaRPr/>
          </a:p>
          <a:p>
            <a:pPr marL="12700">
              <a:spcBef>
                <a:spcPts val="800"/>
              </a:spcBef>
              <a:tabLst>
                <a:tab pos="307975" algn="l"/>
              </a:tabLst>
            </a:pPr>
            <a:r>
              <a:rPr sz="800">
                <a:latin typeface="Arial"/>
                <a:cs typeface="Arial"/>
              </a:rPr>
              <a:t>pn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vijkel`aykeljbr b`cdv dgabdjcrdh</a:t>
            </a:r>
            <a:r>
              <a:rPr sz="800" spc="-135">
                <a:latin typeface="Arial"/>
                <a:cs typeface="Arial"/>
              </a:rPr>
              <a:t>w`</a:t>
            </a:r>
            <a:r>
              <a:rPr sz="800">
                <a:latin typeface="Arial"/>
                <a:cs typeface="Arial"/>
              </a:rPr>
              <a:t>hhkbcxkjkelybz`h`mbjfrbembhbhdudemkajkebn</a:t>
            </a:r>
            <a:endParaRPr/>
          </a:p>
          <a:p>
            <a:pPr marL="307340"/>
            <a:r>
              <a:rPr sz="800">
                <a:latin typeface="Arial"/>
                <a:cs typeface="Arial"/>
              </a:rPr>
              <a:t>vijkel`ayghkkelyzdgabrbembhtn</a:t>
            </a:r>
            <a:endParaRPr/>
          </a:p>
          <a:p>
            <a:pPr marL="307340">
              <a:tabLst>
                <a:tab pos="3293110" algn="l"/>
                <a:tab pos="4055110" algn="l"/>
              </a:tabLst>
            </a:pPr>
            <a:r>
              <a:rPr sz="800">
                <a:latin typeface="Arial"/>
                <a:cs typeface="Arial"/>
              </a:rPr>
              <a:t>vijkel`a</a:t>
            </a:r>
            <a:r>
              <a:rPr sz="800" spc="-135">
                <a:latin typeface="Arial"/>
                <a:cs typeface="Arial"/>
              </a:rPr>
              <a:t>w`</a:t>
            </a:r>
            <a:r>
              <a:rPr sz="800">
                <a:latin typeface="Arial"/>
                <a:cs typeface="Arial"/>
              </a:rPr>
              <a:t>hhkbcxkjkel  dkemjfrbembhmb`zzhdzhk`mbeg</a:t>
            </a:r>
            <a:r>
              <a:rPr sz="800" spc="-135">
                <a:latin typeface="Arial"/>
                <a:cs typeface="Arial"/>
              </a:rPr>
              <a:t> _</a:t>
            </a:r>
            <a:r>
              <a:rPr sz="800">
                <a:latin typeface="Arial"/>
                <a:cs typeface="Arial"/>
              </a:rPr>
              <a:t>bhvhd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bkmbh`r_r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rcrbrdhv_bjd n</a:t>
            </a:r>
            <a:endParaRPr/>
          </a:p>
        </p:txBody>
      </p:sp>
      <p:sp>
        <p:nvSpPr>
          <p:cNvPr id="30" name="shape 30"/>
          <p:cNvSpPr txBox="1"/>
          <p:nvPr/>
        </p:nvSpPr>
        <p:spPr>
          <a:xfrm>
            <a:off x="829945" y="6811706"/>
            <a:ext cx="127636" cy="1219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800">
                <a:latin typeface="Arial"/>
                <a:cs typeface="Arial"/>
              </a:rPr>
              <a:t>`</a:t>
            </a:r>
            <a:endParaRPr/>
          </a:p>
        </p:txBody>
      </p:sp>
      <p:sp>
        <p:nvSpPr>
          <p:cNvPr id="31" name="shape 31"/>
          <p:cNvSpPr txBox="1"/>
          <p:nvPr/>
        </p:nvSpPr>
        <p:spPr>
          <a:xfrm>
            <a:off x="829945" y="7177466"/>
            <a:ext cx="127636" cy="1219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800">
                <a:latin typeface="Arial"/>
                <a:cs typeface="Arial"/>
              </a:rPr>
              <a:t>_</a:t>
            </a:r>
            <a:endParaRPr/>
          </a:p>
        </p:txBody>
      </p:sp>
      <p:sp>
        <p:nvSpPr>
          <p:cNvPr id="32" name="shape 32"/>
          <p:cNvSpPr txBox="1"/>
          <p:nvPr/>
        </p:nvSpPr>
        <p:spPr>
          <a:xfrm>
            <a:off x="829945" y="7665146"/>
            <a:ext cx="127636" cy="6070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800">
                <a:latin typeface="Arial"/>
                <a:cs typeface="Arial"/>
              </a:rPr>
              <a:t>c</a:t>
            </a:r>
            <a:endParaRPr/>
          </a:p>
          <a:p>
            <a:pPr marL="12700">
              <a:spcBef>
                <a:spcPts val="1000"/>
              </a:spcBef>
            </a:pPr>
            <a:r>
              <a:rPr sz="800">
                <a:latin typeface="Arial"/>
                <a:cs typeface="Arial"/>
              </a:rPr>
              <a:t>b</a:t>
            </a:r>
            <a:endParaRPr/>
          </a:p>
          <a:p>
            <a:pPr marL="12700">
              <a:spcBef>
                <a:spcPts val="900"/>
              </a:spcBef>
            </a:pPr>
            <a:r>
              <a:rPr sz="800">
                <a:latin typeface="Arial"/>
                <a:cs typeface="Arial"/>
              </a:rPr>
              <a:t>v</a:t>
            </a:r>
            <a:endParaRPr/>
          </a:p>
        </p:txBody>
      </p:sp>
      <p:sp>
        <p:nvSpPr>
          <p:cNvPr id="33" name="shape 33"/>
          <p:cNvSpPr txBox="1"/>
          <p:nvPr/>
        </p:nvSpPr>
        <p:spPr>
          <a:xfrm>
            <a:off x="1062990" y="6811706"/>
            <a:ext cx="6242050" cy="15849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469390" indent="58420" algn="just">
              <a:tabLst>
                <a:tab pos="3726180" algn="l"/>
              </a:tabLst>
            </a:pPr>
            <a:r>
              <a:rPr sz="800">
                <a:latin typeface="Arial"/>
                <a:cs typeface="Arial"/>
              </a:rPr>
              <a:t>dghazdgabbzbmamd `b d</a:t>
            </a:r>
            <a:r>
              <a:rPr sz="800" spc="-135">
                <a:latin typeface="Arial"/>
                <a:cs typeface="Arial"/>
              </a:rPr>
              <a:t> _</a:t>
            </a:r>
            <a:r>
              <a:rPr sz="800">
                <a:latin typeface="Arial"/>
                <a:cs typeface="Arial"/>
              </a:rPr>
              <a:t>kebc  `lba`ecm``_jbhbmkhb</a:t>
            </a:r>
            <a:r>
              <a:rPr sz="800" spc="-135">
                <a:latin typeface="Arial"/>
                <a:cs typeface="Arial"/>
              </a:rPr>
              <a:t> b</a:t>
            </a:r>
            <a:r>
              <a:rPr sz="800">
                <a:latin typeface="Arial"/>
                <a:cs typeface="Arial"/>
              </a:rPr>
              <a:t>em_bebimadvjbaam`edhbg`jmdoqtu vdh n¡nzghzdabarbembhtn¢``_jbhbmkhb</a:t>
            </a:r>
            <a:r>
              <a:rPr sz="800" spc="-135">
                <a:latin typeface="Arial"/>
                <a:cs typeface="Arial"/>
              </a:rPr>
              <a:t> b</a:t>
            </a:r>
            <a:r>
              <a:rPr sz="800">
                <a:latin typeface="Arial"/>
                <a:cs typeface="Arial"/>
              </a:rPr>
              <a:t>em_bebimacdedmkejgcb£¤ ¥¦§¨</a:t>
            </a:r>
            <a:r>
              <a:rPr sz="800">
                <a:latin typeface="Arial"/>
                <a:cs typeface="Arial"/>
              </a:rPr>
              <a:t>	</a:t>
            </a:r>
            <a:r>
              <a:rPr sz="800" spc="60">
                <a:latin typeface="Arial"/>
                <a:cs typeface="Arial"/>
              </a:rPr>
              <a:t>¥</a:t>
            </a:r>
            <a:r>
              <a:rPr sz="800" spc="-75">
                <a:latin typeface="Arial"/>
                <a:cs typeface="Arial"/>
              </a:rPr>
              <a:t>©¥</a:t>
            </a:r>
            <a:r>
              <a:rPr sz="800" spc="60">
                <a:latin typeface="Arial"/>
                <a:cs typeface="Arial"/>
              </a:rPr>
              <a:t>¥  ¦ª  ¥</a:t>
            </a:r>
            <a:r>
              <a:rPr sz="800" spc="-75">
                <a:latin typeface="Arial"/>
                <a:cs typeface="Arial"/>
              </a:rPr>
              <a:t>«   </a:t>
            </a:r>
            <a:r>
              <a:rPr sz="800" spc="60">
                <a:latin typeface="Arial"/>
                <a:cs typeface="Arial"/>
              </a:rPr>
              <a:t>§ </a:t>
            </a:r>
            <a:r>
              <a:rPr sz="800">
                <a:latin typeface="Arial"/>
                <a:cs typeface="Arial"/>
              </a:rPr>
              <a:t>4%."#4 .&amp;'"*$3/-} "#'%-'*"'</a:t>
            </a:r>
            <a:r>
              <a:rPr sz="800" spc="-135">
                <a:latin typeface="Arial"/>
                <a:cs typeface="Arial"/>
              </a:rPr>
              <a:t>+ </a:t>
            </a:r>
            <a:r>
              <a:rPr sz="800">
                <a:latin typeface="Arial"/>
                <a:cs typeface="Arial"/>
              </a:rPr>
              <a:t>/*</a:t>
            </a:r>
            <a:endParaRPr/>
          </a:p>
          <a:p>
            <a:pPr marL="12700" marR="1491615" indent="58420" algn="just"/>
            <a:r>
              <a:rPr sz="800">
                <a:latin typeface="Arial"/>
                <a:cs typeface="Arial"/>
              </a:rPr>
              <a:t>dghazdgabbzbmamd `b d</a:t>
            </a:r>
            <a:r>
              <a:rPr sz="800" spc="-135">
                <a:latin typeface="Arial"/>
                <a:cs typeface="Arial"/>
              </a:rPr>
              <a:t> _</a:t>
            </a:r>
            <a:r>
              <a:rPr sz="800">
                <a:latin typeface="Arial"/>
                <a:cs typeface="Arial"/>
              </a:rPr>
              <a:t>kebc  `lba`ecm``_jbhbmkhb</a:t>
            </a:r>
            <a:r>
              <a:rPr sz="800" spc="-135">
                <a:latin typeface="Arial"/>
                <a:cs typeface="Arial"/>
              </a:rPr>
              <a:t> b</a:t>
            </a:r>
            <a:r>
              <a:rPr sz="800">
                <a:latin typeface="Arial"/>
                <a:cs typeface="Arial"/>
              </a:rPr>
              <a:t>em_bebimadv</a:t>
            </a:r>
            <a:r>
              <a:rPr sz="800" spc="-135">
                <a:latin typeface="Arial"/>
                <a:cs typeface="Arial"/>
              </a:rPr>
              <a:t> d</a:t>
            </a:r>
            <a:r>
              <a:rPr sz="800">
                <a:latin typeface="Arial"/>
                <a:cs typeface="Arial"/>
              </a:rPr>
              <a:t>hbm`eoqtu_gmjbaa *5/%'V&amp;#*%738[\3/*'?</a:t>
            </a:r>
            <a:endParaRPr/>
          </a:p>
          <a:p>
            <a:pPr marL="12700" marR="1469390" indent="58420" algn="just"/>
            <a:r>
              <a:rPr sz="800">
                <a:latin typeface="Arial"/>
                <a:cs typeface="Arial"/>
              </a:rPr>
              <a:t>dghazdgabbzbmamd `b d</a:t>
            </a:r>
            <a:r>
              <a:rPr sz="800" spc="-135">
                <a:latin typeface="Arial"/>
                <a:cs typeface="Arial"/>
              </a:rPr>
              <a:t> _</a:t>
            </a:r>
            <a:r>
              <a:rPr sz="800">
                <a:latin typeface="Arial"/>
                <a:cs typeface="Arial"/>
              </a:rPr>
              <a:t>kebc  `lba`ecm``_jbhbmkhb</a:t>
            </a:r>
            <a:r>
              <a:rPr sz="800" spc="-135">
                <a:latin typeface="Arial"/>
                <a:cs typeface="Arial"/>
              </a:rPr>
              <a:t> b</a:t>
            </a:r>
            <a:r>
              <a:rPr sz="800">
                <a:latin typeface="Arial"/>
                <a:cs typeface="Arial"/>
              </a:rPr>
              <a:t>em_bebimadv</a:t>
            </a:r>
            <a:r>
              <a:rPr sz="800" spc="-135">
                <a:latin typeface="Arial"/>
                <a:cs typeface="Arial"/>
              </a:rPr>
              <a:t> d</a:t>
            </a:r>
            <a:r>
              <a:rPr sz="800">
                <a:latin typeface="Arial"/>
                <a:cs typeface="Arial"/>
              </a:rPr>
              <a:t>hbm`eoqrstu_gm #00*5/%'V&amp;#*%7[3[\3/*'2</a:t>
            </a:r>
            <a:endParaRPr/>
          </a:p>
          <a:p>
            <a:pPr marL="12700" marR="1469390" indent="58420" algn="just"/>
            <a:r>
              <a:rPr sz="800">
                <a:latin typeface="Arial"/>
                <a:cs typeface="Arial"/>
              </a:rPr>
              <a:t>dghazdgabbzbmamd `b d</a:t>
            </a:r>
            <a:r>
              <a:rPr sz="800" spc="-135">
                <a:latin typeface="Arial"/>
                <a:cs typeface="Arial"/>
              </a:rPr>
              <a:t> _</a:t>
            </a:r>
            <a:r>
              <a:rPr sz="800">
                <a:latin typeface="Arial"/>
                <a:cs typeface="Arial"/>
              </a:rPr>
              <a:t>kebc  `lba`ecm``_jbhbmkhb</a:t>
            </a:r>
            <a:r>
              <a:rPr sz="800" spc="-135">
                <a:latin typeface="Arial"/>
                <a:cs typeface="Arial"/>
              </a:rPr>
              <a:t> b</a:t>
            </a:r>
            <a:r>
              <a:rPr sz="800">
                <a:latin typeface="Arial"/>
                <a:cs typeface="Arial"/>
              </a:rPr>
              <a:t>em_bebimadv</a:t>
            </a:r>
            <a:r>
              <a:rPr sz="800" spc="-135">
                <a:latin typeface="Arial"/>
                <a:cs typeface="Arial"/>
              </a:rPr>
              <a:t> d</a:t>
            </a:r>
            <a:r>
              <a:rPr sz="800">
                <a:latin typeface="Arial"/>
                <a:cs typeface="Arial"/>
              </a:rPr>
              <a:t>hbm`eotrqtu_gm #00*5/%'V&amp;#*%7838[\3/*'</a:t>
            </a:r>
            <a:endParaRPr/>
          </a:p>
          <a:p>
            <a:pPr marL="12700" marR="1469390" indent="58420" algn="just"/>
            <a:r>
              <a:rPr sz="800">
                <a:latin typeface="Arial"/>
                <a:cs typeface="Arial"/>
              </a:rPr>
              <a:t>dghazdgabbzbmamd `b d</a:t>
            </a:r>
            <a:r>
              <a:rPr sz="800" spc="-135">
                <a:latin typeface="Arial"/>
                <a:cs typeface="Arial"/>
              </a:rPr>
              <a:t> _</a:t>
            </a:r>
            <a:r>
              <a:rPr sz="800">
                <a:latin typeface="Arial"/>
                <a:cs typeface="Arial"/>
              </a:rPr>
              <a:t>kebc  `lba`ecm``_jbhbmkhb</a:t>
            </a:r>
            <a:r>
              <a:rPr sz="800" spc="-135">
                <a:latin typeface="Arial"/>
                <a:cs typeface="Arial"/>
              </a:rPr>
              <a:t> b</a:t>
            </a:r>
            <a:r>
              <a:rPr sz="800">
                <a:latin typeface="Arial"/>
                <a:cs typeface="Arial"/>
              </a:rPr>
              <a:t>em_bebimadv</a:t>
            </a:r>
            <a:r>
              <a:rPr sz="800" spc="-135">
                <a:latin typeface="Arial"/>
                <a:cs typeface="Arial"/>
              </a:rPr>
              <a:t> d</a:t>
            </a:r>
            <a:r>
              <a:rPr sz="800">
                <a:latin typeface="Arial"/>
                <a:cs typeface="Arial"/>
              </a:rPr>
              <a:t>hbm`eosrstu_gm #00*5/%'V&amp;#*%7\3[\3/*'</a:t>
            </a:r>
            <a:endParaRPr/>
          </a:p>
          <a:p>
            <a:pPr marL="71120" algn="just"/>
            <a:r>
              <a:rPr sz="800">
                <a:latin typeface="Arial"/>
                <a:cs typeface="Arial"/>
              </a:rPr>
              <a:t>dghazdgabbzbmamd  `b  d</a:t>
            </a:r>
            <a:r>
              <a:rPr sz="800" spc="-135">
                <a:latin typeface="Arial"/>
                <a:cs typeface="Arial"/>
              </a:rPr>
              <a:t> _</a:t>
            </a:r>
            <a:r>
              <a:rPr sz="800">
                <a:latin typeface="Arial"/>
                <a:cs typeface="Arial"/>
              </a:rPr>
              <a:t>kebc  `lba`ecm``_jbhbmkhb</a:t>
            </a:r>
            <a:r>
              <a:rPr sz="800" spc="-135">
                <a:latin typeface="Arial"/>
                <a:cs typeface="Arial"/>
              </a:rPr>
              <a:t> b</a:t>
            </a:r>
            <a:r>
              <a:rPr sz="800">
                <a:latin typeface="Arial"/>
                <a:cs typeface="Arial"/>
              </a:rPr>
              <a:t>em_bebimadv</a:t>
            </a:r>
            <a:r>
              <a:rPr sz="800" spc="-135">
                <a:latin typeface="Arial"/>
                <a:cs typeface="Arial"/>
              </a:rPr>
              <a:t> d</a:t>
            </a:r>
            <a:r>
              <a:rPr sz="800">
                <a:latin typeface="Arial"/>
                <a:cs typeface="Arial"/>
              </a:rPr>
              <a:t>hbm`e</a:t>
            </a:r>
            <a:endParaRPr/>
          </a:p>
          <a:p>
            <a:pPr marL="12700">
              <a:tabLst>
                <a:tab pos="4741545" algn="l"/>
              </a:tabLst>
            </a:pPr>
            <a:r>
              <a:rPr sz="800">
                <a:latin typeface="Arial"/>
                <a:cs typeface="Arial"/>
              </a:rPr>
              <a:t>7\3[\3/*'\</a:t>
            </a:r>
            <a:r>
              <a:rPr sz="800">
                <a:latin typeface="Arial"/>
                <a:cs typeface="Arial"/>
              </a:rPr>
              <a:t>	</a:t>
            </a:r>
            <a:r>
              <a:rPr sz="800" spc="-55">
                <a:latin typeface="Arial"/>
                <a:cs typeface="Arial"/>
              </a:rPr>
              <a:t>?  YYYYYYYYYYYYYYYYYYYYYYY</a:t>
            </a:r>
            <a:endParaRPr/>
          </a:p>
        </p:txBody>
      </p:sp>
      <p:sp>
        <p:nvSpPr>
          <p:cNvPr id="34" name="shape 34"/>
          <p:cNvSpPr txBox="1"/>
          <p:nvPr/>
        </p:nvSpPr>
        <p:spPr>
          <a:xfrm>
            <a:off x="522605" y="8498266"/>
            <a:ext cx="6782435" cy="1219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222885" algn="l"/>
                <a:tab pos="5281930" algn="l"/>
              </a:tabLst>
            </a:pPr>
            <a:r>
              <a:rPr sz="800">
                <a:latin typeface="Arial"/>
                <a:cs typeface="Arial"/>
              </a:rPr>
              <a:t>[</a:t>
            </a:r>
            <a:r>
              <a:rPr sz="800">
                <a:latin typeface="Arial"/>
                <a:cs typeface="Arial"/>
              </a:rPr>
              <a:t>	</a:t>
            </a:r>
            <a:r>
              <a:rPr sz="800" spc="190">
                <a:latin typeface="Arial"/>
                <a:cs typeface="Arial"/>
              </a:rPr>
              <a:t>&gt;</a:t>
            </a:r>
            <a:r>
              <a:rPr sz="800">
                <a:latin typeface="Arial"/>
                <a:cs typeface="Arial"/>
              </a:rPr>
              <a:t>--U"/0</a:t>
            </a:r>
            <a:r>
              <a:rPr sz="800" spc="455">
                <a:latin typeface="Arial"/>
                <a:cs typeface="Arial"/>
              </a:rPr>
              <a:t> </a:t>
            </a:r>
            <a:r>
              <a:rPr sz="800">
                <a:latin typeface="Arial"/>
                <a:cs typeface="Arial"/>
              </a:rPr>
              <a:t>323/-</a:t>
            </a:r>
            <a:r>
              <a:rPr sz="800" spc="110">
                <a:latin typeface="Arial"/>
                <a:cs typeface="Arial"/>
              </a:rPr>
              <a:t> </a:t>
            </a:r>
            <a:r>
              <a:rPr sz="800">
                <a:latin typeface="Arial"/>
                <a:cs typeface="Arial"/>
              </a:rPr>
              <a:t>?3/-</a:t>
            </a:r>
            <a:r>
              <a:rPr sz="800" spc="110">
                <a:latin typeface="Arial"/>
                <a:cs typeface="Arial"/>
              </a:rPr>
              <a:t> </a:t>
            </a:r>
            <a:r>
              <a:rPr sz="800">
                <a:latin typeface="Arial"/>
                <a:cs typeface="Arial"/>
              </a:rPr>
              <a:t>/*'*5</a:t>
            </a:r>
            <a:r>
              <a:rPr sz="800" spc="110">
                <a:latin typeface="Arial"/>
                <a:cs typeface="Arial"/>
              </a:rPr>
              <a:t> </a:t>
            </a:r>
            <a:r>
              <a:rPr sz="800">
                <a:latin typeface="Arial"/>
                <a:cs typeface="Arial"/>
              </a:rPr>
              <a:t>*%*#5'</a:t>
            </a:r>
            <a:r>
              <a:rPr sz="800">
                <a:latin typeface="Arial"/>
                <a:cs typeface="Arial"/>
              </a:rPr>
              <a:t>	</a:t>
            </a:r>
            <a:r>
              <a:rPr sz="800" spc="-45">
                <a:latin typeface="Arial"/>
                <a:cs typeface="Arial"/>
              </a:rPr>
              <a:t>[</a:t>
            </a:r>
            <a:r>
              <a:rPr sz="800" spc="80">
                <a:latin typeface="Arial"/>
                <a:cs typeface="Arial"/>
              </a:rPr>
              <a:t> </a:t>
            </a:r>
            <a:r>
              <a:rPr sz="800" spc="-45">
                <a:latin typeface="Arial"/>
                <a:cs typeface="Arial"/>
              </a:rPr>
              <a:t>YYYYYYYYYYYYYYYYYYYYYYY</a:t>
            </a:r>
            <a:endParaRPr/>
          </a:p>
        </p:txBody>
      </p:sp>
      <p:sp>
        <p:nvSpPr>
          <p:cNvPr id="35" name="shape 35"/>
          <p:cNvSpPr txBox="1"/>
          <p:nvPr/>
        </p:nvSpPr>
        <p:spPr>
          <a:xfrm>
            <a:off x="732790" y="8721781"/>
            <a:ext cx="5106670" cy="3657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>
              <a:tabLst>
                <a:tab pos="244475" algn="l"/>
                <a:tab pos="431165" algn="l"/>
                <a:tab pos="1407795" algn="l"/>
                <a:tab pos="3537585" algn="l"/>
              </a:tabLst>
            </a:pPr>
            <a:r>
              <a:rPr sz="800" spc="190">
                <a:latin typeface="Arial"/>
                <a:cs typeface="Arial"/>
              </a:rPr>
              <a:t>C</a:t>
            </a:r>
            <a:r>
              <a:rPr sz="800">
                <a:latin typeface="Arial"/>
                <a:cs typeface="Arial"/>
              </a:rPr>
              <a:t>1$%&amp;.%</a:t>
            </a:r>
            <a:r>
              <a:rPr sz="800" spc="-135">
                <a:latin typeface="Arial"/>
                <a:cs typeface="Arial"/>
              </a:rPr>
              <a:t>+Z</a:t>
            </a:r>
            <a:r>
              <a:rPr sz="800">
                <a:latin typeface="Arial"/>
                <a:cs typeface="Arial"/>
              </a:rPr>
              <a:t>#*-*5"0D%'¬05</a:t>
            </a:r>
            <a:r>
              <a:rPr sz="800">
                <a:latin typeface="Arial"/>
                <a:cs typeface="Arial"/>
              </a:rPr>
              <a:t>	</a:t>
            </a:r>
            <a:r>
              <a:rPr sz="800" spc="60">
                <a:latin typeface="Arial"/>
                <a:cs typeface="Arial"/>
              </a:rPr>
              <a:t>*%/*5  B0"0%1</a:t>
            </a:r>
            <a:r>
              <a:rPr sz="800" spc="-75">
                <a:latin typeface="Arial"/>
                <a:cs typeface="Arial"/>
              </a:rPr>
              <a:t>] </a:t>
            </a:r>
            <a:r>
              <a:rPr sz="800" spc="60">
                <a:latin typeface="Arial"/>
                <a:cs typeface="Arial"/>
              </a:rPr>
              <a:t>''"-S"#"/  ^%"/*#$3*5  *%*#/&amp;</a:t>
            </a:r>
            <a:r>
              <a:rPr sz="800" spc="-75">
                <a:latin typeface="Arial"/>
                <a:cs typeface="Arial"/>
              </a:rPr>
              <a:t>+B</a:t>
            </a:r>
            <a:r>
              <a:rPr sz="800" spc="215">
                <a:latin typeface="Arial"/>
                <a:cs typeface="Arial"/>
              </a:rPr>
              <a:t> </a:t>
            </a:r>
            <a:r>
              <a:rPr sz="800" spc="60">
                <a:latin typeface="Arial"/>
                <a:cs typeface="Arial"/>
              </a:rPr>
              <a:t>'%1##%D /.0-*'</a:t>
            </a:r>
            <a:r>
              <a:rPr sz="800" spc="-75">
                <a:latin typeface="Arial"/>
                <a:cs typeface="Arial"/>
              </a:rPr>
              <a:t>+"</a:t>
            </a:r>
            <a:r>
              <a:rPr sz="800" spc="60">
                <a:latin typeface="Arial"/>
                <a:cs typeface="Arial"/>
              </a:rPr>
              <a:t>/-</a:t>
            </a:r>
            <a:r>
              <a:rPr sz="800" spc="300">
                <a:latin typeface="Arial"/>
                <a:cs typeface="Arial"/>
              </a:rPr>
              <a:t>%</a:t>
            </a:r>
            <a:r>
              <a:rPr sz="800">
                <a:latin typeface="Arial"/>
                <a:cs typeface="Arial"/>
              </a:rPr>
              <a:t>/U"/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[</a:t>
            </a:r>
            <a:r>
              <a:rPr sz="800" spc="-135">
                <a:latin typeface="Arial"/>
                <a:cs typeface="Arial"/>
              </a:rPr>
              <a:t>+ </a:t>
            </a:r>
            <a:r>
              <a:rPr sz="800">
                <a:latin typeface="Arial"/>
                <a:cs typeface="Arial"/>
              </a:rPr>
              <a:t>$B  0Z#"*B*D    /$%&amp;  /-$%&amp;'0Z%&amp;035%D @'3$%&amp;.5%%0</a:t>
            </a:r>
            <a:r>
              <a:rPr sz="800">
                <a:latin typeface="Arial"/>
                <a:cs typeface="Arial"/>
              </a:rPr>
              <a:t>	</a:t>
            </a:r>
            <a:r>
              <a:rPr sz="800" spc="55">
                <a:latin typeface="Arial"/>
                <a:cs typeface="Arial"/>
              </a:rPr>
              <a:t>X/*'*5  /&amp;</a:t>
            </a:r>
            <a:r>
              <a:rPr sz="800" spc="-80">
                <a:latin typeface="Arial"/>
                <a:cs typeface="Arial"/>
              </a:rPr>
              <a:t>+B</a:t>
            </a:r>
            <a:r>
              <a:rPr sz="800" spc="209">
                <a:latin typeface="Arial"/>
                <a:cs typeface="Arial"/>
              </a:rPr>
              <a:t> </a:t>
            </a:r>
            <a:r>
              <a:rPr sz="800" spc="55">
                <a:latin typeface="Arial"/>
                <a:cs typeface="Arial"/>
              </a:rPr>
              <a:t>'%1##%D /.0 </a:t>
            </a:r>
            <a:r>
              <a:rPr sz="800" spc="270">
                <a:latin typeface="Arial"/>
                <a:cs typeface="Arial"/>
              </a:rPr>
              <a:t>1</a:t>
            </a:r>
            <a:r>
              <a:rPr sz="800" spc="-30">
                <a:latin typeface="Arial"/>
                <a:cs typeface="Arial"/>
              </a:rPr>
              <a:t>'%</a:t>
            </a:r>
            <a:r>
              <a:rPr sz="800" spc="-165">
                <a:latin typeface="Arial"/>
                <a:cs typeface="Arial"/>
              </a:rPr>
              <a:t>+</a:t>
            </a:r>
            <a:r>
              <a:rPr sz="800" spc="-135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U"/    [*5*$%&amp;'0Z%&amp;0  Z#/0*%.#"</a:t>
            </a:r>
            <a:r>
              <a:rPr sz="800" spc="-130">
                <a:latin typeface="Arial"/>
                <a:cs typeface="Arial"/>
              </a:rPr>
              <a:t>+</a:t>
            </a:r>
            <a:endParaRPr/>
          </a:p>
        </p:txBody>
      </p:sp>
      <p:sp>
        <p:nvSpPr>
          <p:cNvPr id="36" name="shape 36"/>
          <p:cNvSpPr txBox="1"/>
          <p:nvPr/>
        </p:nvSpPr>
        <p:spPr>
          <a:xfrm>
            <a:off x="5934075" y="8965621"/>
            <a:ext cx="1370966" cy="12192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800" spc="-70">
                <a:latin typeface="Arial"/>
                <a:cs typeface="Arial"/>
              </a:rPr>
              <a:t>YYYYYYYYYYYYYYYYYYYYYYY</a:t>
            </a:r>
            <a:endParaRPr/>
          </a:p>
        </p:txBody>
      </p:sp>
      <p:sp>
        <p:nvSpPr>
          <p:cNvPr id="37" name="shape 37"/>
          <p:cNvSpPr txBox="1"/>
          <p:nvPr/>
        </p:nvSpPr>
        <p:spPr>
          <a:xfrm>
            <a:off x="522605" y="9189141"/>
            <a:ext cx="6782435" cy="24384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222885" algn="l"/>
                <a:tab pos="991235" algn="l"/>
                <a:tab pos="1499235" algn="l"/>
                <a:tab pos="3735705" algn="l"/>
                <a:tab pos="4323080" algn="l"/>
              </a:tabLst>
            </a:pPr>
            <a:r>
              <a:rPr sz="800">
                <a:latin typeface="Arial"/>
                <a:cs typeface="Arial"/>
              </a:rPr>
              <a:t>8</a:t>
            </a:r>
            <a:r>
              <a:rPr sz="800">
                <a:latin typeface="Arial"/>
                <a:cs typeface="Arial"/>
              </a:rPr>
              <a:t>	</a:t>
            </a:r>
            <a:r>
              <a:rPr sz="800" spc="190">
                <a:latin typeface="Arial"/>
                <a:cs typeface="Arial"/>
              </a:rPr>
              <a:t>4</a:t>
            </a:r>
            <a:r>
              <a:rPr sz="800">
                <a:latin typeface="Arial"/>
                <a:cs typeface="Arial"/>
              </a:rPr>
              <a:t>&amp;B*'.*U"/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1'%</a:t>
            </a:r>
            <a:r>
              <a:rPr sz="800" spc="-135">
                <a:latin typeface="Arial"/>
                <a:cs typeface="Arial"/>
              </a:rPr>
              <a:t>+</a:t>
            </a:r>
            <a:r>
              <a:rPr sz="800" spc="155">
                <a:latin typeface="Arial"/>
                <a:cs typeface="Arial"/>
              </a:rPr>
              <a:t> </a:t>
            </a:r>
            <a:r>
              <a:rPr sz="800">
                <a:latin typeface="Arial"/>
                <a:cs typeface="Arial"/>
              </a:rPr>
              <a:t>U"/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[  /-  /*'*5  *%*#/&amp;</a:t>
            </a:r>
            <a:r>
              <a:rPr sz="800" spc="-135">
                <a:latin typeface="Arial"/>
                <a:cs typeface="Arial"/>
              </a:rPr>
              <a:t>+B</a:t>
            </a:r>
            <a:r>
              <a:rPr sz="800" spc="155">
                <a:latin typeface="Arial"/>
                <a:cs typeface="Arial"/>
              </a:rPr>
              <a:t> </a:t>
            </a:r>
            <a:r>
              <a:rPr sz="800">
                <a:latin typeface="Arial"/>
                <a:cs typeface="Arial"/>
              </a:rPr>
              <a:t>'%1##%D /.05'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/-%/U"/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%1$%&amp;'</a:t>
            </a:r>
            <a:endParaRPr/>
          </a:p>
          <a:p>
            <a:pPr marL="222885">
              <a:tabLst>
                <a:tab pos="742315" algn="l"/>
                <a:tab pos="1109345" algn="l"/>
                <a:tab pos="1278890" algn="l"/>
                <a:tab pos="1759585" algn="l"/>
                <a:tab pos="2760345" algn="l"/>
                <a:tab pos="5281930" algn="l"/>
              </a:tabLst>
            </a:pPr>
            <a:r>
              <a:rPr sz="800" spc="300">
                <a:latin typeface="Arial"/>
                <a:cs typeface="Arial"/>
              </a:rPr>
              <a:t>M</a:t>
            </a:r>
            <a:r>
              <a:rPr sz="800" spc="-90">
                <a:latin typeface="Arial"/>
                <a:cs typeface="Arial"/>
              </a:rPr>
              <a:t>­</a:t>
            </a:r>
            <a:r>
              <a:rPr sz="800" spc="-9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®K</a:t>
            </a:r>
            <a:r>
              <a:rPr sz="800" spc="-90">
                <a:latin typeface="Arial"/>
                <a:cs typeface="Arial"/>
              </a:rPr>
              <a:t>­ </a:t>
            </a:r>
            <a:r>
              <a:rPr sz="800" spc="-9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¯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°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±</a:t>
            </a:r>
            <a:r>
              <a:rPr sz="800">
                <a:latin typeface="Arial"/>
                <a:cs typeface="Arial"/>
              </a:rPr>
              <a:t>	</a:t>
            </a:r>
            <a:r>
              <a:rPr sz="800">
                <a:latin typeface="Arial"/>
                <a:cs typeface="Arial"/>
              </a:rPr>
              <a:t>²</a:t>
            </a:r>
            <a:r>
              <a:rPr sz="800">
                <a:latin typeface="Arial"/>
                <a:cs typeface="Arial"/>
              </a:rPr>
              <a:t>	</a:t>
            </a:r>
            <a:r>
              <a:rPr sz="800" spc="-55">
                <a:latin typeface="Arial"/>
                <a:cs typeface="Arial"/>
              </a:rPr>
              <a:t>8</a:t>
            </a:r>
            <a:r>
              <a:rPr sz="800" spc="70">
                <a:latin typeface="Arial"/>
                <a:cs typeface="Arial"/>
              </a:rPr>
              <a:t> </a:t>
            </a:r>
            <a:r>
              <a:rPr sz="800" spc="-55">
                <a:latin typeface="Arial"/>
                <a:cs typeface="Arial"/>
              </a:rPr>
              <a:t>YYYYYYYYYYYYYYYYYYYYYYY</a:t>
            </a:r>
            <a:endParaRPr/>
          </a:p>
        </p:txBody>
      </p:sp>
      <p:sp>
        <p:nvSpPr>
          <p:cNvPr id="38" name="shape 38"/>
          <p:cNvSpPr txBox="1"/>
          <p:nvPr/>
        </p:nvSpPr>
        <p:spPr>
          <a:xfrm>
            <a:off x="4339590" y="4312341"/>
            <a:ext cx="1397635" cy="18288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175260" algn="l"/>
              </a:tabLst>
            </a:pPr>
            <a:r>
              <a:rPr sz="800">
                <a:latin typeface="Arial"/>
                <a:cs typeface="Arial"/>
              </a:rPr>
              <a:t>8</a:t>
            </a:r>
            <a:r>
              <a:rPr sz="800">
                <a:latin typeface="Arial"/>
                <a:cs typeface="Arial"/>
              </a:rPr>
              <a:t>	</a:t>
            </a:r>
            <a:r>
              <a:rPr sz="1200" spc="-115">
                <a:latin typeface="Arial"/>
                <a:cs typeface="Arial"/>
              </a:rPr>
              <a:t>7</a:t>
            </a:r>
            <a:r>
              <a:rPr sz="800" spc="-115">
                <a:latin typeface="Arial"/>
                <a:cs typeface="Arial"/>
              </a:rPr>
              <a:t>YYYYYYYYYYYYYYYYYYYY</a:t>
            </a:r>
            <a:r>
              <a:rPr sz="800" spc="-145">
                <a:latin typeface="Arial"/>
                <a:cs typeface="Arial"/>
              </a:rPr>
              <a:t>Y</a:t>
            </a:r>
            <a:r>
              <a:rPr sz="1800" spc="-172" baseline="2314">
                <a:latin typeface="Arial"/>
                <a:cs typeface="Arial"/>
              </a:rPr>
              <a:t>´</a:t>
            </a:r>
            <a:endParaRPr/>
          </a:p>
        </p:txBody>
      </p:sp>
      <p:sp>
        <p:nvSpPr>
          <p:cNvPr id="39" name="shape 39"/>
          <p:cNvSpPr txBox="1"/>
          <p:nvPr/>
        </p:nvSpPr>
        <p:spPr>
          <a:xfrm>
            <a:off x="2301875" y="4363141"/>
            <a:ext cx="1739900" cy="12192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800">
                <a:latin typeface="Arial"/>
                <a:cs typeface="Arial"/>
              </a:rPr>
              <a:t>"/.%</a:t>
            </a:r>
            <a:r>
              <a:rPr sz="800" spc="-140">
                <a:latin typeface="Arial"/>
                <a:cs typeface="Arial"/>
              </a:rPr>
              <a:t>+ </a:t>
            </a:r>
            <a:r>
              <a:rPr sz="800">
                <a:latin typeface="Arial"/>
                <a:cs typeface="Arial"/>
              </a:rPr>
              <a:t>~0&amp;.5  0-"@"-/-0%'"/*'0*</a:t>
            </a:r>
            <a:endParaRPr/>
          </a:p>
        </p:txBody>
      </p:sp>
      <p:sp>
        <p:nvSpPr>
          <p:cNvPr id="40" name="shape 40"/>
          <p:cNvSpPr txBox="1"/>
          <p:nvPr/>
        </p:nvSpPr>
        <p:spPr>
          <a:xfrm>
            <a:off x="732790" y="4586666"/>
            <a:ext cx="3053080" cy="24384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algn="just"/>
            <a:r>
              <a:rPr sz="800" spc="280">
                <a:latin typeface="Arial"/>
                <a:cs typeface="Arial"/>
              </a:rPr>
              <a:t>X</a:t>
            </a:r>
            <a:r>
              <a:rPr sz="800" spc="80">
                <a:latin typeface="Arial"/>
                <a:cs typeface="Arial"/>
              </a:rPr>
              <a:t>/*'/ 0*"</a:t>
            </a:r>
            <a:r>
              <a:rPr sz="800" spc="-55">
                <a:latin typeface="Arial"/>
                <a:cs typeface="Arial"/>
              </a:rPr>
              <a:t>+ </a:t>
            </a:r>
            <a:r>
              <a:rPr sz="800" spc="80">
                <a:latin typeface="Arial"/>
                <a:cs typeface="Arial"/>
              </a:rPr>
              <a:t>*%1$%&amp;'4**  --"*"%/0*%1-'#-A&amp;0*- '%00 </a:t>
            </a:r>
            <a:r>
              <a:rPr sz="800" spc="300">
                <a:latin typeface="Arial"/>
                <a:cs typeface="Arial"/>
              </a:rPr>
              <a:t>"</a:t>
            </a:r>
            <a:r>
              <a:rPr sz="800">
                <a:latin typeface="Arial"/>
                <a:cs typeface="Arial"/>
              </a:rPr>
              <a:t>/.%+</a:t>
            </a:r>
            <a:endParaRPr/>
          </a:p>
        </p:txBody>
      </p:sp>
      <p:sp>
        <p:nvSpPr>
          <p:cNvPr id="41" name="shape 41"/>
          <p:cNvSpPr txBox="1"/>
          <p:nvPr/>
        </p:nvSpPr>
        <p:spPr>
          <a:xfrm>
            <a:off x="790461" y="750570"/>
            <a:ext cx="6189345" cy="1305560"/>
          </a:xfrm>
          <a:prstGeom prst="rect"/>
          <a:noFill/>
          <a:ln w="12700">
            <a:solidFill>
              <a:srgbClr val="000000"/>
            </a:solidFill>
          </a:ln>
        </p:spPr>
        <p:txBody>
          <a:bodyPr vertOverflow="overflow" horzOverflow="overflow" numCol="1" wrap="square" lIns="0" tIns="0" rIns="0" bIns="0">
            <a:spAutoFit/>
          </a:bodyPr>
          <a:p>
            <a:pPr/>
            <a:r>
              <a:rPr sz="1000">
                <a:latin typeface="Arial"/>
                <a:cs typeface="Arial"/>
              </a:rPr>
              <a:t/>
            </a:r>
            <a:endParaRPr sz="1000"/>
          </a:p>
          <a:p>
            <a:pPr marL="346075" marR="273685" algn="just">
              <a:spcBef>
                <a:spcPts val="500"/>
              </a:spcBef>
              <a:tabLst>
                <a:tab pos="2677160" algn="l"/>
                <a:tab pos="3471545" algn="l"/>
                <a:tab pos="3687445" algn="l"/>
                <a:tab pos="4702175" algn="l"/>
                <a:tab pos="5565775" algn="l"/>
              </a:tabLst>
            </a:pPr>
            <a:r>
              <a:rPr sz="900" spc="-100">
                <a:latin typeface="Arial"/>
                <a:cs typeface="Arial"/>
              </a:rPr>
              <a:t>!"</a:t>
            </a:r>
            <a:r>
              <a:rPr sz="900">
                <a:latin typeface="Arial"/>
                <a:cs typeface="Arial"/>
              </a:rPr>
              <a:t>##$%&amp;'() "*</a:t>
            </a:r>
            <a:r>
              <a:rPr sz="900" spc="-150">
                <a:latin typeface="Arial"/>
                <a:cs typeface="Arial"/>
              </a:rPr>
              <a:t>+"</a:t>
            </a:r>
            <a:r>
              <a:rPr sz="900">
                <a:latin typeface="Arial"/>
                <a:cs typeface="Arial"/>
              </a:rPr>
              <a:t>,---&amp;.*"%/01'%</a:t>
            </a:r>
            <a:r>
              <a:rPr sz="900" spc="-150">
                <a:latin typeface="Arial"/>
                <a:cs typeface="Arial"/>
              </a:rPr>
              <a:t>+</a:t>
            </a:r>
            <a:r>
              <a:rPr sz="900" spc="-15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234.5-&amp;#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6.  -783999: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2385">
                <a:latin typeface="Arial"/>
                <a:cs typeface="Arial"/>
              </a:rPr>
              <a:t>;</a:t>
            </a:r>
            <a:r>
              <a:rPr sz="900">
                <a:latin typeface="Arial"/>
                <a:cs typeface="Arial"/>
              </a:rPr>
              <a:t>0  </a:t>
            </a:r>
            <a:r>
              <a:rPr sz="900" spc="-70">
                <a:latin typeface="Arial"/>
                <a:cs typeface="Arial"/>
              </a:rPr>
              <a:t>&lt;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70">
                <a:latin typeface="Arial"/>
                <a:cs typeface="Arial"/>
              </a:rPr>
              <a:t>(</a:t>
            </a:r>
            <a:r>
              <a:rPr sz="900">
                <a:latin typeface="Arial"/>
                <a:cs typeface="Arial"/>
              </a:rPr>
              <a:t>% </a:t>
            </a:r>
            <a:r>
              <a:rPr sz="900" spc="-150">
                <a:latin typeface="Arial"/>
                <a:cs typeface="Arial"/>
              </a:rPr>
              <a:t>&lt; </a:t>
            </a:r>
            <a:r>
              <a:rPr sz="900" spc="185">
                <a:latin typeface="Arial"/>
                <a:cs typeface="Arial"/>
              </a:rPr>
              <a:t>!</a:t>
            </a:r>
            <a:r>
              <a:rPr sz="900" spc="35">
                <a:latin typeface="Arial"/>
                <a:cs typeface="Arial"/>
              </a:rPr>
              <a:t>"##$%&amp;'() )5"#-= -&amp;.*"%/&gt;</a:t>
            </a:r>
            <a:r>
              <a:rPr sz="900" spc="-115">
                <a:latin typeface="Arial"/>
                <a:cs typeface="Arial"/>
              </a:rPr>
              <a:t>+%</a:t>
            </a:r>
            <a:r>
              <a:rPr sz="900" spc="35">
                <a:latin typeface="Arial"/>
                <a:cs typeface="Arial"/>
              </a:rPr>
              <a:t>&amp;/*1'%</a:t>
            </a:r>
            <a:r>
              <a:rPr sz="900" spc="-115">
                <a:latin typeface="Arial"/>
                <a:cs typeface="Arial"/>
              </a:rPr>
              <a:t>+                                   </a:t>
            </a:r>
            <a:r>
              <a:rPr sz="900" spc="35">
                <a:latin typeface="Arial"/>
                <a:cs typeface="Arial"/>
              </a:rPr>
              <a:t>234.5-&amp;#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6.</a:t>
            </a:r>
            <a:r>
              <a:rPr sz="900" spc="3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-73?99: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935">
                <a:latin typeface="Arial"/>
                <a:cs typeface="Arial"/>
              </a:rPr>
              <a:t>;</a:t>
            </a:r>
            <a:r>
              <a:rPr sz="900">
                <a:latin typeface="Arial"/>
                <a:cs typeface="Arial"/>
              </a:rPr>
              <a:t>0  </a:t>
            </a:r>
            <a:r>
              <a:rPr sz="900" spc="-70">
                <a:latin typeface="Arial"/>
                <a:cs typeface="Arial"/>
              </a:rPr>
              <a:t>&lt;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-70">
                <a:latin typeface="Arial"/>
                <a:cs typeface="Arial"/>
              </a:rPr>
              <a:t>(</a:t>
            </a:r>
            <a:r>
              <a:rPr sz="900">
                <a:latin typeface="Arial"/>
                <a:cs typeface="Arial"/>
              </a:rPr>
              <a:t>%  </a:t>
            </a:r>
            <a:r>
              <a:rPr sz="900" spc="-150">
                <a:latin typeface="Arial"/>
                <a:cs typeface="Arial"/>
              </a:rPr>
              <a:t>&lt;</a:t>
            </a:r>
            <a:endParaRPr/>
          </a:p>
          <a:p>
            <a:pPr marL="117475" marR="271780" algn="just">
              <a:tabLst>
                <a:tab pos="346075" algn="l"/>
                <a:tab pos="1000125" algn="l"/>
                <a:tab pos="1673860" algn="l"/>
                <a:tab pos="4702175" algn="l"/>
                <a:tab pos="5565775" algn="l"/>
              </a:tabLst>
            </a:pPr>
            <a:r>
              <a:rPr sz="900">
                <a:latin typeface="Arial"/>
                <a:cs typeface="Arial"/>
              </a:rPr>
              <a:t>2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150">
                <a:latin typeface="Arial"/>
                <a:cs typeface="Arial"/>
              </a:rPr>
              <a:t>!</a:t>
            </a:r>
            <a:r>
              <a:rPr sz="900">
                <a:latin typeface="Arial"/>
                <a:cs typeface="Arial"/>
              </a:rPr>
              <a:t>"##$%&amp;5@ 1-'#-A&amp;0*</a:t>
            </a:r>
            <a:r>
              <a:rPr sz="900" spc="-150">
                <a:latin typeface="Arial"/>
                <a:cs typeface="Arial"/>
              </a:rPr>
              <a:t>+ </a:t>
            </a:r>
            <a:r>
              <a:rPr sz="900">
                <a:latin typeface="Arial"/>
                <a:cs typeface="Arial"/>
              </a:rPr>
              <a:t>/*0%'4**--&amp;.*"%/01'%</a:t>
            </a:r>
            <a:r>
              <a:rPr sz="900" spc="-150">
                <a:latin typeface="Arial"/>
                <a:cs typeface="Arial"/>
              </a:rPr>
              <a:t>+ </a:t>
            </a:r>
            <a:r>
              <a:rPr sz="900">
                <a:latin typeface="Arial"/>
                <a:cs typeface="Arial"/>
              </a:rPr>
              <a:t>"/.%</a:t>
            </a:r>
            <a:r>
              <a:rPr sz="900" spc="-150">
                <a:latin typeface="Arial"/>
                <a:cs typeface="Arial"/>
              </a:rPr>
              <a:t>+ </a:t>
            </a:r>
            <a:r>
              <a:rPr sz="900">
                <a:latin typeface="Arial"/>
                <a:cs typeface="Arial"/>
              </a:rPr>
              <a:t>: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6010">
                <a:latin typeface="Arial"/>
                <a:cs typeface="Arial"/>
              </a:rPr>
              <a:t>;</a:t>
            </a:r>
            <a:r>
              <a:rPr sz="900" spc="-230">
                <a:latin typeface="Arial"/>
                <a:cs typeface="Arial"/>
              </a:rPr>
              <a:t>0  </a:t>
            </a:r>
            <a:r>
              <a:rPr sz="900" spc="-300">
                <a:latin typeface="Arial"/>
                <a:cs typeface="Arial"/>
              </a:rPr>
              <a:t>&lt;</a:t>
            </a:r>
            <a:r>
              <a:rPr sz="900" spc="-70">
                <a:latin typeface="Arial"/>
                <a:cs typeface="Arial"/>
              </a:rPr>
              <a:t>	</a:t>
            </a:r>
            <a:r>
              <a:rPr sz="900" spc="15">
                <a:latin typeface="Arial"/>
                <a:cs typeface="Arial"/>
              </a:rPr>
              <a:t>(</a:t>
            </a:r>
            <a:r>
              <a:rPr sz="900" spc="85">
                <a:latin typeface="Arial"/>
                <a:cs typeface="Arial"/>
              </a:rPr>
              <a:t>% </a:t>
            </a:r>
            <a:r>
              <a:rPr sz="900" spc="-65">
                <a:latin typeface="Arial"/>
                <a:cs typeface="Arial"/>
              </a:rPr>
              <a:t>&lt; </a:t>
            </a:r>
            <a:r>
              <a:rPr sz="900">
                <a:latin typeface="Arial"/>
                <a:cs typeface="Arial"/>
              </a:rPr>
              <a:t>?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150">
                <a:latin typeface="Arial"/>
                <a:cs typeface="Arial"/>
              </a:rPr>
              <a:t>!</a:t>
            </a:r>
            <a:r>
              <a:rPr sz="900">
                <a:latin typeface="Arial"/>
                <a:cs typeface="Arial"/>
              </a:rPr>
              <a:t>"##$%&amp;B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B#*%.#"</a:t>
            </a:r>
            <a:r>
              <a:rPr sz="900" spc="-150">
                <a:latin typeface="Arial"/>
                <a:cs typeface="Arial"/>
              </a:rPr>
              <a:t>+</a:t>
            </a:r>
            <a:r>
              <a:rPr sz="900" spc="-15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/$() *6.'-"*0%'*6.'-"*.''$%@'0: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5560">
                <a:latin typeface="Arial"/>
                <a:cs typeface="Arial"/>
              </a:rPr>
              <a:t>;</a:t>
            </a:r>
            <a:r>
              <a:rPr sz="900" spc="-130">
                <a:latin typeface="Arial"/>
                <a:cs typeface="Arial"/>
              </a:rPr>
              <a:t>0  </a:t>
            </a:r>
            <a:r>
              <a:rPr sz="900" spc="-170">
                <a:latin typeface="Arial"/>
                <a:cs typeface="Arial"/>
              </a:rPr>
              <a:t>&lt;</a:t>
            </a:r>
            <a:r>
              <a:rPr sz="900" spc="-40">
                <a:latin typeface="Arial"/>
                <a:cs typeface="Arial"/>
              </a:rPr>
              <a:t>	</a:t>
            </a:r>
            <a:r>
              <a:rPr sz="900" spc="-40">
                <a:latin typeface="Arial"/>
                <a:cs typeface="Arial"/>
              </a:rPr>
              <a:t>(</a:t>
            </a:r>
            <a:r>
              <a:rPr sz="900">
                <a:latin typeface="Arial"/>
                <a:cs typeface="Arial"/>
              </a:rPr>
              <a:t>%  </a:t>
            </a:r>
            <a:r>
              <a:rPr sz="900" spc="-130">
                <a:latin typeface="Arial"/>
                <a:cs typeface="Arial"/>
              </a:rPr>
              <a:t>&lt;</a:t>
            </a:r>
            <a:endParaRPr/>
          </a:p>
          <a:p>
            <a:pPr marL="116840" marR="26035">
              <a:spcBef>
                <a:spcPts val="600"/>
              </a:spcBef>
              <a:tabLst>
                <a:tab pos="1864360" algn="l"/>
                <a:tab pos="2035175" algn="l"/>
                <a:tab pos="3815715" algn="l"/>
              </a:tabLst>
            </a:pPr>
            <a:r>
              <a:rPr sz="900">
                <a:latin typeface="Arial"/>
                <a:cs typeface="Arial"/>
              </a:rPr>
              <a:t>C1$%&amp;</a:t>
            </a:r>
            <a:r>
              <a:rPr sz="900" spc="1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/0D '-E(%F*%</a:t>
            </a:r>
            <a:r>
              <a:rPr sz="900" spc="12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##%1*5</a:t>
            </a:r>
            <a:r>
              <a:rPr sz="900">
                <a:latin typeface="Arial"/>
                <a:cs typeface="Arial"/>
              </a:rPr>
              <a:t>	</a:t>
            </a:r>
            <a:r>
              <a:rPr sz="900" spc="70">
                <a:latin typeface="Arial"/>
                <a:cs typeface="Arial"/>
              </a:rPr>
              <a:t>B%@3 G</a:t>
            </a:r>
            <a:r>
              <a:rPr sz="900" spc="-130">
                <a:latin typeface="Arial"/>
                <a:cs typeface="Arial"/>
              </a:rPr>
              <a:t>HI</a:t>
            </a:r>
            <a:r>
              <a:rPr sz="900" spc="70">
                <a:latin typeface="Arial"/>
                <a:cs typeface="Arial"/>
              </a:rPr>
              <a:t>JKLK</a:t>
            </a:r>
            <a:r>
              <a:rPr sz="900" spc="295">
                <a:latin typeface="Arial"/>
                <a:cs typeface="Arial"/>
              </a:rPr>
              <a:t> </a:t>
            </a:r>
            <a:r>
              <a:rPr sz="900" spc="70">
                <a:latin typeface="Arial"/>
                <a:cs typeface="Arial"/>
              </a:rPr>
              <a:t>/-</a:t>
            </a:r>
            <a:r>
              <a:rPr sz="900" spc="195">
                <a:latin typeface="Arial"/>
                <a:cs typeface="Arial"/>
              </a:rPr>
              <a:t> </a:t>
            </a:r>
            <a:r>
              <a:rPr sz="900" spc="70">
                <a:latin typeface="Arial"/>
                <a:cs typeface="Arial"/>
              </a:rPr>
              <a:t>/*'MNOKPQR0*%*###%D /.0%/S%'</a:t>
            </a:r>
            <a:r>
              <a:rPr sz="900" spc="-80">
                <a:latin typeface="Arial"/>
                <a:cs typeface="Arial"/>
              </a:rPr>
              <a:t>+</a:t>
            </a:r>
            <a:r>
              <a:rPr sz="900" spc="245">
                <a:latin typeface="Arial"/>
                <a:cs typeface="Arial"/>
              </a:rPr>
              <a:t> </a:t>
            </a:r>
            <a:r>
              <a:rPr sz="900" spc="70">
                <a:latin typeface="Arial"/>
                <a:cs typeface="Arial"/>
              </a:rPr>
              <a:t>()T?3U"/ </a:t>
            </a:r>
            <a:r>
              <a:rPr sz="900" spc="75">
                <a:latin typeface="Arial"/>
                <a:cs typeface="Arial"/>
              </a:rPr>
              <a:t>C1$%&amp;</a:t>
            </a:r>
            <a:r>
              <a:rPr sz="900" spc="260">
                <a:latin typeface="Arial"/>
                <a:cs typeface="Arial"/>
              </a:rPr>
              <a:t> </a:t>
            </a:r>
            <a:r>
              <a:rPr sz="900" spc="75">
                <a:latin typeface="Arial"/>
                <a:cs typeface="Arial"/>
              </a:rPr>
              <a:t>/0D '-E;0F*%</a:t>
            </a:r>
            <a:r>
              <a:rPr sz="900" spc="260">
                <a:latin typeface="Arial"/>
                <a:cs typeface="Arial"/>
              </a:rPr>
              <a:t> </a:t>
            </a:r>
            <a:r>
              <a:rPr sz="900" spc="75">
                <a:latin typeface="Arial"/>
                <a:cs typeface="Arial"/>
              </a:rPr>
              <a:t>/$%1*5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B%@3$%&amp;</a:t>
            </a:r>
            <a:r>
              <a:rPr sz="900" spc="-150">
                <a:latin typeface="Arial"/>
                <a:cs typeface="Arial"/>
              </a:rPr>
              <a:t>+ </a:t>
            </a:r>
            <a:r>
              <a:rPr sz="900">
                <a:latin typeface="Arial"/>
                <a:cs typeface="Arial"/>
              </a:rPr>
              <a:t>$.5%%0</a:t>
            </a:r>
            <a:r>
              <a:rPr sz="900" spc="13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*%</a:t>
            </a:r>
            <a:r>
              <a:rPr sz="900" spc="18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%*%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'*CC*%-*'</a:t>
            </a:r>
            <a:r>
              <a:rPr sz="900" spc="-150">
                <a:latin typeface="Arial"/>
                <a:cs typeface="Arial"/>
              </a:rPr>
              <a:t>+"</a:t>
            </a:r>
            <a:r>
              <a:rPr sz="900">
                <a:latin typeface="Arial"/>
                <a:cs typeface="Arial"/>
              </a:rPr>
              <a:t>/</a:t>
            </a:r>
            <a:r>
              <a:rPr sz="900" spc="185">
                <a:latin typeface="Arial"/>
                <a:cs typeface="Arial"/>
              </a:rPr>
              <a:t> </a:t>
            </a:r>
            <a:r>
              <a:rPr sz="900">
                <a:latin typeface="Arial"/>
                <a:cs typeface="Arial"/>
              </a:rPr>
              <a:t>"1$%&amp;V&amp;#"1$1%' --"*"%/#</a:t>
            </a:r>
            <a:endParaRPr/>
          </a:p>
          <a:p>
            <a:pPr marL="180975">
              <a:tabLst>
                <a:tab pos="2562860" algn="l"/>
              </a:tabLst>
            </a:pPr>
            <a:r>
              <a:rPr sz="900">
                <a:latin typeface="Arial"/>
                <a:cs typeface="Arial"/>
              </a:rPr>
              <a:t>##%D /.0  </a:t>
            </a:r>
            <a:r>
              <a:rPr sz="900" spc="-200">
                <a:latin typeface="Arial"/>
                <a:cs typeface="Arial"/>
              </a:rPr>
              <a:t>W*</a:t>
            </a:r>
            <a:r>
              <a:rPr sz="900">
                <a:latin typeface="Arial"/>
                <a:cs typeface="Arial"/>
              </a:rPr>
              <a:t>5'D"03/*'MNOKPQR%/S%'</a:t>
            </a:r>
            <a:r>
              <a:rPr sz="900" spc="-150">
                <a:latin typeface="Arial"/>
                <a:cs typeface="Arial"/>
              </a:rPr>
              <a:t>+</a:t>
            </a:r>
            <a:r>
              <a:rPr sz="900" spc="-15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()T?3U"/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57200" y="457200"/>
            <a:ext cx="6858000" cy="12700"/>
          </a:xfrm>
          <a:custGeom>
            <a:pathLst>
              <a:path w="6858000" h="12700">
                <a:moveTo>
                  <a:pt x="0" y="6350"/>
                </a:moveTo>
                <a:lnTo>
                  <a:pt x="6858000" y="6350"/>
                </a:lnTo>
              </a:path>
            </a:pathLst>
          </a:custGeom>
          <a:ln w="12700" cap="flat">
            <a:solidFill>
              <a:srgbClr val="000000"/>
            </a:solidFill>
            <a:prstDash val="solid"/>
            <a:miter lim="4"/>
          </a:ln>
        </p:spPr>
      </p:sp>
      <p:sp>
        <p:nvSpPr>
          <p:cNvPr id="3" name="shape 3"/>
          <p:cNvSpPr/>
          <p:nvPr/>
        </p:nvSpPr>
        <p:spPr>
          <a:xfrm>
            <a:off x="457200" y="747764"/>
            <a:ext cx="6858000" cy="12700"/>
          </a:xfrm>
          <a:custGeom>
            <a:pathLst>
              <a:path w="6858000" h="12700">
                <a:moveTo>
                  <a:pt x="0" y="6350"/>
                </a:moveTo>
                <a:lnTo>
                  <a:pt x="6858000" y="6350"/>
                </a:lnTo>
              </a:path>
            </a:pathLst>
          </a:custGeom>
          <a:ln w="12700" cap="flat">
            <a:solidFill>
              <a:srgbClr val="000000"/>
            </a:solidFill>
            <a:prstDash val="solid"/>
            <a:miter lim="4"/>
          </a:ln>
        </p:spPr>
      </p:sp>
      <p:sp>
        <p:nvSpPr>
          <p:cNvPr id="4" name="shape 4"/>
          <p:cNvSpPr/>
          <p:nvPr/>
        </p:nvSpPr>
        <p:spPr>
          <a:xfrm>
            <a:off x="7197090" y="9480296"/>
            <a:ext cx="12700" cy="187960"/>
          </a:xfrm>
          <a:custGeom>
            <a:pathLst>
              <a:path w="12700" h="187959">
                <a:moveTo>
                  <a:pt x="6350" y="0"/>
                </a:moveTo>
                <a:lnTo>
                  <a:pt x="6350" y="187960"/>
                </a:lnTo>
              </a:path>
            </a:pathLst>
          </a:custGeom>
          <a:ln w="12700" cap="flat">
            <a:solidFill>
              <a:srgbClr val="000000"/>
            </a:solidFill>
            <a:prstDash val="solid"/>
            <a:miter lim="4"/>
          </a:ln>
        </p:spPr>
      </p:sp>
      <p:grpSp>
        <p:nvGrpSpPr>
          <p:cNvPr id="5" name="shape 5"/>
          <p:cNvGrpSpPr/>
          <p:nvPr/>
        </p:nvGrpSpPr>
        <p:grpSpPr>
          <a:xfrm>
            <a:off x="783590" y="978040"/>
            <a:ext cx="6223508" cy="2017383"/>
            <a:chOff x="0" y="0"/>
            <a:chExt cx="6223508" cy="2017382"/>
          </a:xfrm>
        </p:grpSpPr>
        <p:sp>
          <p:nvSpPr>
            <p:cNvPr id="6" name="shape 6"/>
            <p:cNvSpPr txBox="1"/>
            <p:nvPr/>
          </p:nvSpPr>
          <p:spPr>
            <a:xfrm>
              <a:off x="0" y="0"/>
              <a:ext cx="6223635" cy="2017396"/>
            </a:xfrm>
            <a:prstGeom prst="rect"/>
            <a:noFill/>
            <a:ln w="12700">
              <a:solidFill>
                <a:srgbClr val="000000"/>
              </a:solidFill>
            </a:ln>
          </p:spPr>
          <p:txBody>
            <a:bodyPr vertOverflow="overflow" horzOverflow="overflow" numCol="1" wrap="square" lIns="0" tIns="63500" rIns="0" bIns="0">
              <a:spAutoFit/>
            </a:bodyPr>
            <a:p>
              <a:pPr marL="671830">
                <a:spcBef>
                  <a:spcPts val="500"/>
                </a:spcBef>
                <a:tabLst>
                  <a:tab pos="2158365" algn="l"/>
                  <a:tab pos="3241040" algn="l"/>
                  <a:tab pos="3458845" algn="l"/>
                </a:tabLst>
              </a:pPr>
              <a:r>
                <a:rPr sz="900">
                  <a:latin typeface="Arial"/>
                  <a:cs typeface="Arial"/>
                </a:rPr>
                <a:t>(</a:t>
              </a:r>
              <a:r>
                <a:rPr sz="900">
                  <a:latin typeface="Arial"/>
                  <a:cs typeface="Arial"/>
                </a:rPr>
                <a:t>	</a:t>
              </a:r>
              <a:r>
                <a:rPr sz="900" spc="8270">
                  <a:latin typeface="Arial"/>
                  <a:cs typeface="Arial"/>
                </a:rPr>
                <a:t>!</a:t>
              </a:r>
              <a:r>
                <a:rPr sz="900" spc="-2040">
                  <a:latin typeface="Arial"/>
                  <a:cs typeface="Arial"/>
                </a:rPr>
                <a:t>))</a:t>
              </a:r>
              <a:r>
                <a:rPr sz="900">
                  <a:latin typeface="Arial"/>
                  <a:cs typeface="Arial"/>
                </a:rPr>
                <a:t>	</a:t>
              </a:r>
              <a:r>
                <a:rPr sz="900">
                  <a:latin typeface="Arial"/>
                  <a:cs typeface="Arial"/>
                </a:rPr>
                <a:t>/</a:t>
              </a:r>
              <a:r>
                <a:rPr sz="900">
                  <a:latin typeface="Arial"/>
                  <a:cs typeface="Arial"/>
                </a:rPr>
                <a:t>	</a:t>
              </a:r>
              <a:r>
                <a:rPr sz="900">
                  <a:latin typeface="Arial"/>
                  <a:cs typeface="Arial"/>
                </a:rPr>
                <a:t>0</a:t>
              </a:r>
              <a:endParaRPr/>
            </a:p>
            <a:p>
              <a:pPr marL="154940">
                <a:spcBef>
                  <a:spcPts val="1200"/>
                </a:spcBef>
                <a:tabLst>
                  <a:tab pos="3576320" algn="l"/>
                  <a:tab pos="4375785" algn="l"/>
                </a:tabLst>
              </a:pPr>
              <a:r>
                <a:rPr sz="900" spc="-209">
                  <a:latin typeface="Arial"/>
                  <a:cs typeface="Arial"/>
                </a:rPr>
                <a:t>12</a:t>
              </a:r>
              <a:r>
                <a:rPr sz="900">
                  <a:latin typeface="Arial"/>
                  <a:cs typeface="Arial"/>
                </a:rPr>
                <a:t>+345647,</a:t>
              </a:r>
              <a:r>
                <a:rPr sz="900" spc="-160">
                  <a:latin typeface="Arial"/>
                  <a:cs typeface="Arial"/>
                </a:rPr>
                <a:t>89</a:t>
              </a:r>
              <a:r>
                <a:rPr sz="900">
                  <a:latin typeface="Arial"/>
                  <a:cs typeface="Arial"/>
                </a:rPr>
                <a:t>:;,+,-47;-:-&lt;;</a:t>
              </a:r>
              <a:r>
                <a:rPr sz="900">
                  <a:latin typeface="Arial"/>
                  <a:cs typeface="Arial"/>
                </a:rPr>
                <a:t>	</a:t>
              </a:r>
              <a:r>
                <a:rPr sz="900" spc="-195">
                  <a:latin typeface="Arial"/>
                  <a:cs typeface="Arial"/>
                </a:rPr>
                <a:t>=================</a:t>
              </a:r>
              <a:r>
                <a:rPr sz="900" spc="-385">
                  <a:latin typeface="Arial"/>
                  <a:cs typeface="Arial"/>
                </a:rPr>
                <a:t>=</a:t>
              </a:r>
              <a:r>
                <a:rPr sz="1000" spc="-195">
                  <a:latin typeface="Arial"/>
                  <a:cs typeface="Arial"/>
                </a:rPr>
                <a:t>w</a:t>
              </a:r>
              <a:r>
                <a:rPr sz="1000">
                  <a:latin typeface="Arial"/>
                  <a:cs typeface="Arial"/>
                </a:rPr>
                <a:t>	</a:t>
              </a:r>
              <a:r>
                <a:rPr sz="1800" baseline="-2314">
                  <a:latin typeface="Arial"/>
                  <a:cs typeface="Arial"/>
                </a:rPr>
                <a:t>)</a:t>
              </a:r>
              <a:endParaRPr/>
            </a:p>
            <a:p>
              <a:pPr marL="154940">
                <a:lnSpc>
                  <a:spcPts val="1035"/>
                </a:lnSpc>
                <a:tabLst>
                  <a:tab pos="3576320" algn="l"/>
                  <a:tab pos="4375785" algn="l"/>
                </a:tabLst>
              </a:pPr>
              <a:r>
                <a:rPr sz="900">
                  <a:latin typeface="Arial"/>
                  <a:cs typeface="Arial"/>
                </a:rPr>
                <a:t>&gt;-+3-&lt;;+;-?:9?-:;6;+@-&lt;</a:t>
              </a:r>
              <a:r>
                <a:rPr sz="900">
                  <a:latin typeface="Arial"/>
                  <a:cs typeface="Arial"/>
                </a:rPr>
                <a:t>	</a:t>
              </a:r>
              <a:r>
                <a:rPr sz="900" spc="-195">
                  <a:latin typeface="Arial"/>
                  <a:cs typeface="Arial"/>
                </a:rPr>
                <a:t>=================</a:t>
              </a:r>
              <a:r>
                <a:rPr sz="900" spc="-385">
                  <a:latin typeface="Arial"/>
                  <a:cs typeface="Arial"/>
                </a:rPr>
                <a:t>=</a:t>
              </a:r>
              <a:r>
                <a:rPr sz="1000" spc="-195">
                  <a:latin typeface="Arial"/>
                  <a:cs typeface="Arial"/>
                </a:rPr>
                <a:t>w</a:t>
              </a:r>
              <a:r>
                <a:rPr sz="1000">
                  <a:latin typeface="Arial"/>
                  <a:cs typeface="Arial"/>
                </a:rPr>
                <a:t>	</a:t>
              </a:r>
              <a:r>
                <a:rPr sz="1800" baseline="-2314">
                  <a:latin typeface="Arial"/>
                  <a:cs typeface="Arial"/>
                </a:rPr>
                <a:t>)</a:t>
              </a:r>
              <a:endParaRPr/>
            </a:p>
            <a:p>
              <a:pPr marL="154940">
                <a:lnSpc>
                  <a:spcPts val="1051"/>
                </a:lnSpc>
                <a:tabLst>
                  <a:tab pos="4949825" algn="l"/>
                  <a:tab pos="5747385" algn="l"/>
                </a:tabLst>
              </a:pPr>
              <a:r>
                <a:rPr sz="900">
                  <a:latin typeface="Arial"/>
                  <a:cs typeface="Arial"/>
                </a:rPr>
                <a:t>A9;+3B2+345647,</a:t>
              </a:r>
              <a:r>
                <a:rPr sz="900" spc="-160">
                  <a:latin typeface="Arial"/>
                  <a:cs typeface="Arial"/>
                </a:rPr>
                <a:t>89</a:t>
              </a:r>
              <a:r>
                <a:rPr sz="900">
                  <a:latin typeface="Arial"/>
                  <a:cs typeface="Arial"/>
                </a:rPr>
                <a:t>:;,+,-47;-:-&lt;;+7C:-+3-&lt;;+;-?:9?-:;6;+@-&lt;D</a:t>
              </a:r>
              <a:r>
                <a:rPr sz="900">
                  <a:latin typeface="Arial"/>
                  <a:cs typeface="Arial"/>
                </a:rPr>
                <a:t>	</a:t>
              </a:r>
              <a:r>
                <a:rPr sz="900" spc="-209">
                  <a:latin typeface="Arial"/>
                  <a:cs typeface="Arial"/>
                </a:rPr>
                <a:t>==================</a:t>
              </a:r>
              <a:r>
                <a:rPr sz="1000" spc="-209">
                  <a:latin typeface="Arial"/>
                  <a:cs typeface="Arial"/>
                </a:rPr>
                <a:t>w</a:t>
              </a:r>
              <a:r>
                <a:rPr sz="1000">
                  <a:latin typeface="Arial"/>
                  <a:cs typeface="Arial"/>
                </a:rPr>
                <a:t>	</a:t>
              </a:r>
              <a:r>
                <a:rPr sz="1800" baseline="-2314">
                  <a:latin typeface="Arial"/>
                  <a:cs typeface="Arial"/>
                </a:rPr>
                <a:t>)</a:t>
              </a:r>
              <a:endParaRPr/>
            </a:p>
            <a:p>
              <a:pPr marL="154940">
                <a:lnSpc>
                  <a:spcPts val="1079"/>
                </a:lnSpc>
                <a:tabLst>
                  <a:tab pos="4949825" algn="l"/>
                  <a:tab pos="5747385" algn="l"/>
                </a:tabLst>
              </a:pPr>
              <a:r>
                <a:rPr sz="900">
                  <a:latin typeface="Arial"/>
                  <a:cs typeface="Arial"/>
                </a:rPr>
                <a:t>EF+:4;+G3-E97;:4G2;497&lt;HI+</a:t>
              </a:r>
              <a:r>
                <a:rPr sz="900" spc="-160">
                  <a:latin typeface="Arial"/>
                  <a:cs typeface="Arial"/>
                </a:rPr>
                <a:t>8-</a:t>
              </a:r>
              <a:r>
                <a:rPr sz="900">
                  <a:latin typeface="Arial"/>
                  <a:cs typeface="Arial"/>
                </a:rPr>
                <a:t>+&lt;+339J-C59:5-C-:+3?2:?9&lt;-&lt;K</a:t>
              </a:r>
              <a:r>
                <a:rPr sz="900">
                  <a:latin typeface="Arial"/>
                  <a:cs typeface="Arial"/>
                </a:rPr>
                <a:t>	</a:t>
              </a:r>
              <a:r>
                <a:rPr sz="900" spc="-185">
                  <a:latin typeface="Arial"/>
                  <a:cs typeface="Arial"/>
                </a:rPr>
                <a:t>LLLLLLLLLLLLLLLLLL</a:t>
              </a:r>
              <a:r>
                <a:rPr sz="1000" spc="-185">
                  <a:latin typeface="Arial"/>
                  <a:cs typeface="Arial"/>
                </a:rPr>
                <a:t>w</a:t>
              </a:r>
              <a:r>
                <a:rPr sz="1000">
                  <a:latin typeface="Arial"/>
                  <a:cs typeface="Arial"/>
                </a:rPr>
                <a:t>	</a:t>
              </a:r>
              <a:r>
                <a:rPr sz="1800" baseline="-2314">
                  <a:latin typeface="Arial"/>
                  <a:cs typeface="Arial"/>
                </a:rPr>
                <a:t>)</a:t>
              </a:r>
              <a:endParaRPr/>
            </a:p>
            <a:p>
              <a:pPr marL="154940">
                <a:lnSpc>
                  <a:spcPts val="1053"/>
                </a:lnSpc>
                <a:tabLst>
                  <a:tab pos="4949825" algn="l"/>
                  <a:tab pos="5747385" algn="l"/>
                </a:tabLst>
              </a:pPr>
              <a:r>
                <a:rPr sz="900" spc="-160">
                  <a:latin typeface="Arial"/>
                  <a:cs typeface="Arial"/>
                </a:rPr>
                <a:t>M-</a:t>
              </a:r>
              <a:r>
                <a:rPr sz="900">
                  <a:latin typeface="Arial"/>
                  <a:cs typeface="Arial"/>
                </a:rPr>
                <a:t>C4N+3+7CO-7;+3P@?-7&lt;-&lt;HI+</a:t>
              </a:r>
              <a:r>
                <a:rPr sz="900" spc="-160">
                  <a:latin typeface="Arial"/>
                  <a:cs typeface="Arial"/>
                </a:rPr>
                <a:t>8-</a:t>
              </a:r>
              <a:r>
                <a:rPr sz="900">
                  <a:latin typeface="Arial"/>
                  <a:cs typeface="Arial"/>
                </a:rPr>
                <a:t>+&lt;+339J-C59:5-C-:+3?2:?9&lt;-&lt;K</a:t>
              </a:r>
              <a:r>
                <a:rPr sz="900">
                  <a:latin typeface="Arial"/>
                  <a:cs typeface="Arial"/>
                </a:rPr>
                <a:t>	</a:t>
              </a:r>
              <a:r>
                <a:rPr sz="900" spc="-185">
                  <a:latin typeface="Arial"/>
                  <a:cs typeface="Arial"/>
                </a:rPr>
                <a:t>LLLLLLLLLLLLLLLLLL</a:t>
              </a:r>
              <a:r>
                <a:rPr sz="1000" spc="-185">
                  <a:latin typeface="Arial"/>
                  <a:cs typeface="Arial"/>
                </a:rPr>
                <a:t>w</a:t>
              </a:r>
              <a:r>
                <a:rPr sz="1000">
                  <a:latin typeface="Arial"/>
                  <a:cs typeface="Arial"/>
                </a:rPr>
                <a:t>	</a:t>
              </a:r>
              <a:r>
                <a:rPr sz="1800" baseline="-2314">
                  <a:latin typeface="Arial"/>
                  <a:cs typeface="Arial"/>
                </a:rPr>
                <a:t>)</a:t>
              </a:r>
              <a:endParaRPr/>
            </a:p>
            <a:p>
              <a:pPr marL="154940">
                <a:lnSpc>
                  <a:spcPts val="1135"/>
                </a:lnSpc>
                <a:tabLst>
                  <a:tab pos="1200785" algn="l"/>
                  <a:tab pos="4949825" algn="l"/>
                  <a:tab pos="5747385" algn="l"/>
                </a:tabLst>
              </a:pPr>
              <a:r>
                <a:rPr sz="900">
                  <a:latin typeface="Arial"/>
                  <a:cs typeface="Arial"/>
                </a:rPr>
                <a:t>&gt;-?+6</a:t>
              </a:r>
              <a:r>
                <a:rPr sz="900" spc="-160">
                  <a:latin typeface="Arial"/>
                  <a:cs typeface="Arial"/>
                </a:rPr>
                <a:t>8-</a:t>
              </a:r>
              <a:r>
                <a:rPr sz="900">
                  <a:latin typeface="Arial"/>
                  <a:cs typeface="Arial"/>
                </a:rPr>
                <a:t>7;95E3+4</a:t>
              </a:r>
              <a:r>
                <a:rPr sz="900" spc="-160">
                  <a:latin typeface="Arial"/>
                  <a:cs typeface="Arial"/>
                </a:rPr>
                <a:t>8</a:t>
              </a:r>
              <a:r>
                <a:rPr sz="900" spc="-160">
                  <a:latin typeface="Arial"/>
                  <a:cs typeface="Arial"/>
                </a:rPr>
                <a:t>	</a:t>
              </a:r>
              <a:r>
                <a:rPr sz="900">
                  <a:latin typeface="Arial"/>
                  <a:cs typeface="Arial"/>
                </a:rPr>
                <a:t>95&gt;4,F;Q7N9</a:t>
              </a:r>
              <a:r>
                <a:rPr sz="900" spc="-160">
                  <a:latin typeface="Arial"/>
                  <a:cs typeface="Arial"/>
                </a:rPr>
                <a:t>8-</a:t>
              </a:r>
              <a:r>
                <a:rPr sz="900" spc="-160">
                  <a:latin typeface="Arial"/>
                  <a:cs typeface="Arial"/>
                </a:rPr>
                <a:t>	</a:t>
              </a:r>
              <a:r>
                <a:rPr sz="900" spc="-185">
                  <a:latin typeface="Arial"/>
                  <a:cs typeface="Arial"/>
                </a:rPr>
                <a:t>LLLLLLLLLLLLLLLLLL</a:t>
              </a:r>
              <a:r>
                <a:rPr sz="1000" spc="-185">
                  <a:latin typeface="Arial"/>
                  <a:cs typeface="Arial"/>
                </a:rPr>
                <a:t>w</a:t>
              </a:r>
              <a:r>
                <a:rPr sz="1000">
                  <a:latin typeface="Arial"/>
                  <a:cs typeface="Arial"/>
                </a:rPr>
                <a:t>	</a:t>
              </a:r>
              <a:r>
                <a:rPr sz="1200">
                  <a:latin typeface="Arial"/>
                  <a:cs typeface="Arial"/>
                </a:rPr>
                <a:t>)</a:t>
              </a:r>
              <a:endParaRPr/>
            </a:p>
            <a:p>
              <a:pPr marL="154940">
                <a:lnSpc>
                  <a:spcPts val="1090"/>
                </a:lnSpc>
                <a:tabLst>
                  <a:tab pos="4949825" algn="l"/>
                  <a:tab pos="5747385" algn="l"/>
                </a:tabLst>
              </a:pPr>
              <a:r>
                <a:rPr sz="900">
                  <a:latin typeface="Arial"/>
                  <a:cs typeface="Arial"/>
                </a:rPr>
                <a:t>A9;+3-&lt;;4</a:t>
              </a:r>
              <a:r>
                <a:rPr sz="900" spc="-160">
                  <a:latin typeface="Arial"/>
                  <a:cs typeface="Arial"/>
                </a:rPr>
                <a:t>8+</a:t>
              </a:r>
              <a:r>
                <a:rPr sz="900">
                  <a:latin typeface="Arial"/>
                  <a:cs typeface="Arial"/>
                </a:rPr>
                <a:t>;-CRSES4;-</a:t>
              </a:r>
              <a:r>
                <a:rPr sz="900" spc="-160">
                  <a:latin typeface="Arial"/>
                  <a:cs typeface="Arial"/>
                </a:rPr>
                <a:t>84</a:t>
              </a:r>
              <a:r>
                <a:rPr sz="900">
                  <a:latin typeface="Arial"/>
                  <a:cs typeface="Arial"/>
                </a:rPr>
                <a:t>T-CC-C2N;497&lt;SP7;-:97*+,-UV*+:;QQVW47-X</a:t>
              </a:r>
              <a:r>
                <a:rPr sz="900">
                  <a:latin typeface="Arial"/>
                  <a:cs typeface="Arial"/>
                </a:rPr>
                <a:t>	</a:t>
              </a:r>
              <a:r>
                <a:rPr sz="900" spc="-209">
                  <a:latin typeface="Arial"/>
                  <a:cs typeface="Arial"/>
                </a:rPr>
                <a:t>==================</a:t>
              </a:r>
              <a:r>
                <a:rPr sz="1500" spc="-315" baseline="-2777">
                  <a:latin typeface="Arial"/>
                  <a:cs typeface="Arial"/>
                </a:rPr>
                <a:t>w</a:t>
              </a:r>
              <a:r>
                <a:rPr sz="1500" baseline="-2777">
                  <a:latin typeface="Arial"/>
                  <a:cs typeface="Arial"/>
                </a:rPr>
                <a:t>	</a:t>
              </a:r>
              <a:r>
                <a:rPr sz="1800" baseline="-2314">
                  <a:latin typeface="Arial"/>
                  <a:cs typeface="Arial"/>
                </a:rPr>
                <a:t>)</a:t>
              </a:r>
              <a:endParaRPr/>
            </a:p>
            <a:p>
              <a:pPr marL="154940" marR="67945" algn="just">
                <a:spcBef>
                  <a:spcPts val="1000"/>
                </a:spcBef>
              </a:pPr>
              <a:r>
                <a:rPr sz="900">
                  <a:latin typeface="Arial"/>
                  <a:cs typeface="Arial"/>
                </a:rPr>
                <a:t>YZ[\]^</a:t>
              </a:r>
              <a:r>
                <a:rPr sz="900" spc="-160">
                  <a:latin typeface="Arial"/>
                  <a:cs typeface="Arial"/>
                </a:rPr>
                <a:t>_ </a:t>
              </a:r>
              <a:r>
                <a:rPr sz="900">
                  <a:latin typeface="Arial"/>
                  <a:cs typeface="Arial"/>
                </a:rPr>
                <a:t>`ab`^cd^efgh\i</a:t>
              </a:r>
              <a:r>
                <a:rPr sz="900" spc="-160">
                  <a:latin typeface="Arial"/>
                  <a:cs typeface="Arial"/>
                </a:rPr>
                <a:t>_`</a:t>
              </a:r>
              <a:r>
                <a:rPr sz="900">
                  <a:latin typeface="Arial"/>
                  <a:cs typeface="Arial"/>
                </a:rPr>
                <a:t>cjkek\glj\c\]jelic\ef\]jej\mc`m\cjbjen\]</a:t>
              </a:r>
              <a:r>
                <a:rPr sz="900" spc="-160">
                  <a:latin typeface="Arial"/>
                  <a:cs typeface="Arial"/>
                </a:rPr>
                <a:t>_e</a:t>
              </a:r>
              <a:r>
                <a:rPr sz="900">
                  <a:latin typeface="Arial"/>
                  <a:cs typeface="Arial"/>
                </a:rPr>
                <a:t>bl`j\no\\ipqrsrrrtu`c</a:t>
              </a:r>
              <a:r>
                <a:rPr sz="900" spc="-160">
                  <a:latin typeface="Arial"/>
                  <a:cs typeface="Arial"/>
                </a:rPr>
                <a:t>_e</a:t>
              </a:r>
              <a:r>
                <a:rPr sz="900">
                  <a:latin typeface="Arial"/>
                  <a:cs typeface="Arial"/>
                </a:rPr>
                <a:t>ccg\i jenmeb\c]sj[\pqrsrrrfg</a:t>
              </a:r>
              <a:r>
                <a:rPr sz="900" spc="-160">
                  <a:latin typeface="Arial"/>
                  <a:cs typeface="Arial"/>
                </a:rPr>
                <a:t>_g</a:t>
              </a:r>
              <a:r>
                <a:rPr sz="900">
                  <a:latin typeface="Arial"/>
                  <a:cs typeface="Arial"/>
                </a:rPr>
                <a:t>jejg`lemmfg\]j`j[\o`</a:t>
              </a:r>
              <a:r>
                <a:rPr sz="900" spc="-160">
                  <a:latin typeface="Arial"/>
                  <a:cs typeface="Arial"/>
                </a:rPr>
                <a:t>_v</a:t>
              </a:r>
              <a:r>
                <a:rPr sz="900">
                  <a:latin typeface="Arial"/>
                  <a:cs typeface="Arial"/>
                </a:rPr>
                <a:t>gl\ij`jef`ad^efgh\i</a:t>
              </a:r>
              <a:r>
                <a:rPr sz="900" spc="-160">
                  <a:latin typeface="Arial"/>
                  <a:cs typeface="Arial"/>
                </a:rPr>
                <a:t>_`</a:t>
              </a:r>
              <a:r>
                <a:rPr sz="900">
                  <a:latin typeface="Arial"/>
                  <a:cs typeface="Arial"/>
                </a:rPr>
                <a:t>cjkek\glj\c\]jelic\ef\]jej\mc`m\cjb ;+@-&lt;N3+4</a:t>
              </a:r>
              <a:r>
                <a:rPr sz="900" spc="-160">
                  <a:latin typeface="Arial"/>
                  <a:cs typeface="Arial"/>
                </a:rPr>
                <a:t>8-</a:t>
              </a:r>
              <a:r>
                <a:rPr sz="900">
                  <a:latin typeface="Arial"/>
                  <a:cs typeface="Arial"/>
                </a:rPr>
                <a:t>CG6G9;F&lt;?92&lt;-&lt;V:+;F-:;F+7;9-+NF&lt;?92&lt;-&lt;-?+:+;-36S</a:t>
              </a:r>
              <a:endParaRPr/>
            </a:p>
          </p:txBody>
        </p:sp>
        <p:sp>
          <p:nvSpPr>
            <p:cNvPr id="7" name="shape 7"/>
            <p:cNvSpPr/>
            <p:nvPr/>
          </p:nvSpPr>
          <p:spPr>
            <a:xfrm>
              <a:off x="4954270" y="1365365"/>
              <a:ext cx="1128370" cy="9525"/>
            </a:xfrm>
            <a:custGeom>
              <a:pathLst>
                <a:path w="1128369" h="9525">
                  <a:moveTo>
                    <a:pt x="0" y="4762"/>
                  </a:moveTo>
                  <a:lnTo>
                    <a:pt x="1128369" y="4762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 lim="4"/>
            </a:ln>
          </p:spPr>
        </p:sp>
      </p:grpSp>
      <p:graphicFrame>
        <p:nvGraphicFramePr>
          <p:cNvPr id="8" name="shape 8"/>
          <p:cNvGraphicFramePr>
            <a:graphicFrameLocks noGrp="1"/>
          </p:cNvGraphicFramePr>
          <p:nvPr/>
        </p:nvGraphicFramePr>
        <p:xfrm>
          <a:off x="777532" y="3104273"/>
          <a:ext cx="6236208" cy="606055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1655"/>
                <a:gridCol w="503555"/>
                <a:gridCol w="599440"/>
                <a:gridCol w="357505"/>
                <a:gridCol w="644525"/>
                <a:gridCol w="401320"/>
                <a:gridCol w="1092200"/>
                <a:gridCol w="285750"/>
                <a:gridCol w="411480"/>
                <a:gridCol w="1395730"/>
              </a:tblGrid>
              <a:tr h="343535">
                <a:tc gridSpan="2">
                  <a:txBody>
                    <a:bodyPr/>
                    <a:p>
                      <a:pPr marL="697230" marR="233045" algn="r">
                        <a:spcBef>
                          <a:spcPts val="1000"/>
                        </a:spcBef>
                      </a:pPr>
                      <a:r>
                        <a:rPr sz="900">
                          <a:latin typeface="Arial"/>
                          <a:cs typeface="Arial"/>
                        </a:rPr>
                        <a:t>x</a:t>
                      </a:r>
                      <a:endParaRPr/>
                    </a:p>
                  </a:txBody>
                  <a:tcPr marL="0" marR="0" marT="1270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6">
                  <a:txBody>
                    <a:bodyPr/>
                    <a:p>
                      <a:pPr marL="71120" marR="2846070">
                        <a:spcBef>
                          <a:spcPts val="1000"/>
                        </a:spcBef>
                      </a:pPr>
                      <a:r>
                        <a:rPr sz="900" spc="9325">
                          <a:latin typeface="Arial"/>
                          <a:cs typeface="Arial"/>
                        </a:rPr>
                        <a:t>!</a:t>
                      </a:r>
                      <a:r>
                        <a:rPr sz="900" spc="-115">
                          <a:latin typeface="Arial"/>
                          <a:cs typeface="Arial"/>
                        </a:rPr>
                        <a:t>))0</a:t>
                      </a:r>
                      <a:endParaRPr/>
                    </a:p>
                  </a:txBody>
                  <a:tcPr marL="0" marR="0" marT="1270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205740">
                <a:tc gridSpan="10">
                  <a:txBody>
                    <a:bodyPr/>
                    <a:p>
                      <a:pPr marL="180340" marR="53340">
                        <a:lnSpc>
                          <a:spcPct val="82682"/>
                        </a:lnSpc>
                      </a:pPr>
                      <a:r>
                        <a:rPr sz="900" spc="-5">
                          <a:latin typeface="Arial"/>
                          <a:cs typeface="Arial"/>
                        </a:rPr>
                        <a:t>y;+@?+6-:JF94&lt;+339J-C+5-C-:+3NF43C;+@N:-C4;27C-:&lt;-N;497Uz95;F-Q7;-:7+3&gt;-{-72-E9C-4&lt;+339J-C+C-C2N;497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205740">
                <a:tc gridSpan="10">
                  <a:txBody>
                    <a:bodyPr/>
                    <a:p>
                      <a:pPr marL="180340" marR="1065530">
                        <a:lnSpc>
                          <a:spcPts val="995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59:-+NFB2+345647,NF43C273-&lt;&lt;+C|2&lt;;-C,:9&lt;&lt;47N9</a:t>
                      </a:r>
                      <a:r>
                        <a:rPr sz="900" spc="-160">
                          <a:latin typeface="Arial"/>
                          <a:cs typeface="Arial"/>
                        </a:rPr>
                        <a:t>8-</a:t>
                      </a:r>
                      <a:r>
                        <a:rPr sz="900">
                          <a:latin typeface="Arial"/>
                          <a:cs typeface="Arial"/>
                        </a:rPr>
                        <a:t>-@N--C&lt;;F-;F:-&lt;F93C+</a:t>
                      </a:r>
                      <a:r>
                        <a:rPr sz="900" spc="-160">
                          <a:latin typeface="Arial"/>
                          <a:cs typeface="Arial"/>
                        </a:rPr>
                        <a:t>89</a:t>
                      </a:r>
                      <a:r>
                        <a:rPr sz="900">
                          <a:latin typeface="Arial"/>
                          <a:cs typeface="Arial"/>
                        </a:rPr>
                        <a:t>27;&lt;F9J7G-39JS</a:t>
                      </a:r>
                      <a:endParaRPr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276225">
                <a:tc gridSpan="10">
                  <a:txBody>
                    <a:bodyPr/>
                    <a:p>
                      <a:pPr marL="180340" marR="21590"/>
                      <a:r>
                        <a:rPr sz="900">
                          <a:latin typeface="Arial"/>
                          <a:cs typeface="Arial"/>
                        </a:rPr>
                        <a:t>AF-RSESEF43CO-C2N;497y</a:t>
                      </a:r>
                      <a:r>
                        <a:rPr sz="900" spc="-160">
                          <a:latin typeface="Arial"/>
                          <a:cs typeface="Arial"/>
                        </a:rPr>
                        <a:t>89</a:t>
                      </a:r>
                      <a:r>
                        <a:rPr sz="900">
                          <a:latin typeface="Arial"/>
                          <a:cs typeface="Arial"/>
                        </a:rPr>
                        <a:t>27;N+7G-N3+4</a:t>
                      </a:r>
                      <a:r>
                        <a:rPr sz="900" spc="-160">
                          <a:latin typeface="Arial"/>
                          <a:cs typeface="Arial"/>
                        </a:rPr>
                        <a:t>8-</a:t>
                      </a:r>
                      <a:r>
                        <a:rPr sz="900">
                          <a:latin typeface="Arial"/>
                          <a:cs typeface="Arial"/>
                        </a:rPr>
                        <a:t>C973659:+NF43CJF94&lt;27C-:X}6-+:&lt;95+,-97;F-3+&lt;;C+695;F-6-+:S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203200">
                <a:tc gridSpan="10">
                  <a:txBody>
                    <a:bodyPr/>
                    <a:p>
                      <a:pPr marL="4249420" marR="674370">
                        <a:lnSpc>
                          <a:spcPct val="82682"/>
                        </a:lnSpc>
                      </a:pPr>
                      <a:r>
                        <a:rPr sz="900" spc="9400">
                          <a:latin typeface="Arial"/>
                          <a:cs typeface="Arial"/>
                        </a:rPr>
                        <a:t>0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139065">
                <a:tc gridSpan="7">
                  <a:txBody>
                    <a:bodyPr/>
                    <a:p>
                      <a:pPr marL="3562985" marR="462280">
                        <a:lnSpc>
                          <a:spcPct val="92117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)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382905" marR="630555" algn="ctr">
                        <a:lnSpc>
                          <a:spcPct val="92117"/>
                        </a:lnSpc>
                      </a:pPr>
                      <a:r>
                        <a:rPr sz="900" spc="2105">
                          <a:latin typeface="Arial"/>
                          <a:cs typeface="Arial"/>
                        </a:rPr>
                        <a:t>!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201930">
                <a:tc>
                  <a:txBody>
                    <a:bodyPr/>
                    <a:p>
                      <a:pPr marL="340360" marR="40640" algn="r">
                        <a:lnSpc>
                          <a:spcPts val="975"/>
                        </a:lnSpc>
                      </a:pPr>
                      <a:r>
                        <a:rPr sz="900" spc="360">
                          <a:latin typeface="Arial"/>
                          <a:cs typeface="Arial"/>
                        </a:rPr>
                        <a:t>~</a:t>
                      </a:r>
                      <a:endParaRPr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gridSpan="8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376555" marR="756920" algn="ctr">
                        <a:lnSpc>
                          <a:spcPts val="975"/>
                        </a:lnSpc>
                      </a:pPr>
                      <a:r>
                        <a:rPr sz="900" spc="1155">
                          <a:latin typeface="Arial"/>
                          <a:cs typeface="Arial"/>
                        </a:rPr>
                        <a:t>0</a:t>
                      </a:r>
                      <a:endParaRPr/>
                    </a:p>
                  </a:txBody>
                  <a:tcPr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206375">
                <a:tc gridSpan="2">
                  <a:txBody>
                    <a:bodyPr/>
                    <a:p>
                      <a:pPr marL="443865" marR="238125" algn="r">
                        <a:lnSpc>
                          <a:spcPct val="82682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I47,3-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156210" marR="59690" algn="r">
                        <a:lnSpc>
                          <a:spcPct val="82682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4290" marR="83185" algn="r">
                        <a:lnSpc>
                          <a:spcPct val="82682"/>
                        </a:lnSpc>
                      </a:pPr>
                      <a:r>
                        <a:rPr sz="900" spc="255">
                          <a:latin typeface="Arial"/>
                          <a:cs typeface="Arial"/>
                        </a:rPr>
                        <a:t>U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116205" marR="111125" algn="ctr">
                        <a:lnSpc>
                          <a:spcPct val="82682"/>
                        </a:lnSpc>
                      </a:pPr>
                      <a:r>
                        <a:rPr sz="900" spc="8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15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5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36525" marR="33020">
                        <a:lnSpc>
                          <a:spcPct val="82682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3020" marR="200660">
                        <a:lnSpc>
                          <a:spcPct val="82682"/>
                        </a:lnSpc>
                      </a:pPr>
                      <a:r>
                        <a:rPr sz="900" spc="45">
                          <a:latin typeface="Arial"/>
                          <a:cs typeface="Arial"/>
                        </a:rPr>
                        <a:t>.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99390" marR="269875" algn="ctr">
                        <a:lnSpc>
                          <a:spcPct val="82682"/>
                        </a:lnSpc>
                      </a:pPr>
                      <a:r>
                        <a:rPr sz="900" spc="-5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136525">
                <a:tc gridSpan="4">
                  <a:txBody>
                    <a:bodyPr/>
                    <a:p>
                      <a:pPr marL="1207770" marR="83185" algn="r">
                        <a:lnSpc>
                          <a:spcPct val="91341"/>
                        </a:lnSpc>
                        <a:tabLst>
                          <a:tab pos="1678940" algn="l"/>
                        </a:tabLst>
                      </a:pPr>
                      <a:r>
                        <a:rPr sz="900" spc="2960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240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300">
                          <a:latin typeface="Arial"/>
                          <a:cs typeface="Arial"/>
                        </a:rPr>
                        <a:t>w</a:t>
                      </a:r>
                      <a:r>
                        <a:rPr sz="900" spc="-60">
                          <a:latin typeface="Arial"/>
                          <a:cs typeface="Arial"/>
                        </a:rPr>
                        <a:t>	</a:t>
                      </a:r>
                      <a:r>
                        <a:rPr sz="900" spc="255">
                          <a:latin typeface="Arial"/>
                          <a:cs typeface="Arial"/>
                        </a:rPr>
                        <a:t>U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227965" marR="33020" algn="r">
                        <a:lnSpc>
                          <a:spcPct val="91341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5560" marR="125730" algn="ctr">
                        <a:lnSpc>
                          <a:spcPct val="91341"/>
                        </a:lnSpc>
                      </a:pPr>
                      <a:r>
                        <a:rPr sz="900" spc="55">
                          <a:latin typeface="Arial"/>
                          <a:cs typeface="Arial"/>
                        </a:rPr>
                        <a:t>.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16205" marR="111125" algn="ctr">
                        <a:lnSpc>
                          <a:spcPct val="91341"/>
                        </a:lnSpc>
                      </a:pPr>
                      <a:r>
                        <a:rPr sz="900" spc="17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20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10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36525" marR="33655">
                        <a:lnSpc>
                          <a:spcPct val="91341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3020" marR="201295">
                        <a:lnSpc>
                          <a:spcPct val="91341"/>
                        </a:lnSpc>
                      </a:pPr>
                      <a:r>
                        <a:rPr sz="900" spc="45">
                          <a:latin typeface="Arial"/>
                          <a:cs typeface="Arial"/>
                        </a:rPr>
                        <a:t>U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99390" marR="270510" algn="ctr">
                        <a:lnSpc>
                          <a:spcPct val="91341"/>
                        </a:lnSpc>
                      </a:pPr>
                      <a:r>
                        <a:rPr sz="900" spc="-10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136525">
                <a:tc gridSpan="4">
                  <a:txBody>
                    <a:bodyPr/>
                    <a:p>
                      <a:pPr marL="1207770" marR="83820" algn="r">
                        <a:lnSpc>
                          <a:spcPct val="91341"/>
                        </a:lnSpc>
                        <a:tabLst>
                          <a:tab pos="1678940" algn="l"/>
                        </a:tabLst>
                      </a:pPr>
                      <a:r>
                        <a:rPr sz="900" spc="2960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240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300">
                          <a:latin typeface="Arial"/>
                          <a:cs typeface="Arial"/>
                        </a:rPr>
                        <a:t>w</a:t>
                      </a:r>
                      <a:r>
                        <a:rPr sz="900" spc="-60">
                          <a:latin typeface="Arial"/>
                          <a:cs typeface="Arial"/>
                        </a:rPr>
                        <a:t>	</a:t>
                      </a:r>
                      <a:r>
                        <a:rPr sz="900" spc="255">
                          <a:latin typeface="Arial"/>
                          <a:cs typeface="Arial"/>
                        </a:rPr>
                        <a:t>.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227965" marR="33655" algn="r">
                        <a:lnSpc>
                          <a:spcPct val="91341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5560" marR="126365" algn="ctr">
                        <a:lnSpc>
                          <a:spcPct val="91341"/>
                        </a:lnSpc>
                      </a:pPr>
                      <a:r>
                        <a:rPr sz="900" spc="55">
                          <a:latin typeface="Arial"/>
                          <a:cs typeface="Arial"/>
                        </a:rPr>
                        <a:t>z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15570" marR="111125" algn="ctr">
                        <a:lnSpc>
                          <a:spcPct val="91341"/>
                        </a:lnSpc>
                      </a:pPr>
                      <a:r>
                        <a:rPr sz="900" spc="17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20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10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35890" marR="33655">
                        <a:lnSpc>
                          <a:spcPct val="91341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3020" marR="201295">
                        <a:lnSpc>
                          <a:spcPct val="91341"/>
                        </a:lnSpc>
                      </a:pPr>
                      <a:r>
                        <a:rPr sz="900" spc="45">
                          <a:latin typeface="Arial"/>
                          <a:cs typeface="Arial"/>
                        </a:rPr>
                        <a:t>U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99390" marR="270510" algn="ctr">
                        <a:lnSpc>
                          <a:spcPct val="91341"/>
                        </a:lnSpc>
                      </a:pPr>
                      <a:r>
                        <a:rPr sz="900" spc="-10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137795">
                <a:tc gridSpan="4">
                  <a:txBody>
                    <a:bodyPr/>
                    <a:p>
                      <a:pPr marL="1207770" marR="83820" algn="r">
                        <a:lnSpc>
                          <a:spcPct val="91798"/>
                        </a:lnSpc>
                        <a:tabLst>
                          <a:tab pos="1678940" algn="l"/>
                        </a:tabLst>
                      </a:pPr>
                      <a:r>
                        <a:rPr sz="900" spc="2960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240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300">
                          <a:latin typeface="Arial"/>
                          <a:cs typeface="Arial"/>
                        </a:rPr>
                        <a:t>w</a:t>
                      </a:r>
                      <a:r>
                        <a:rPr sz="900" spc="-60">
                          <a:latin typeface="Arial"/>
                          <a:cs typeface="Arial"/>
                        </a:rPr>
                        <a:t>	</a:t>
                      </a:r>
                      <a:r>
                        <a:rPr sz="900" spc="255">
                          <a:latin typeface="Arial"/>
                          <a:cs typeface="Arial"/>
                        </a:rPr>
                        <a:t>z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227965" marR="33655" algn="r">
                        <a:lnSpc>
                          <a:spcPct val="91798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60020" marR="126365" algn="ctr">
                        <a:lnSpc>
                          <a:spcPct val="91798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15570" marR="111760" algn="ctr">
                        <a:lnSpc>
                          <a:spcPct val="91798"/>
                        </a:lnSpc>
                      </a:pPr>
                      <a:r>
                        <a:rPr sz="900" spc="17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20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10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35890" marR="33655">
                        <a:lnSpc>
                          <a:spcPct val="91798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3020" marR="201295">
                        <a:lnSpc>
                          <a:spcPct val="91798"/>
                        </a:lnSpc>
                      </a:pPr>
                      <a:r>
                        <a:rPr sz="900" spc="45">
                          <a:latin typeface="Arial"/>
                          <a:cs typeface="Arial"/>
                        </a:rPr>
                        <a:t>X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98755" marR="270510" algn="ctr">
                        <a:lnSpc>
                          <a:spcPct val="91798"/>
                        </a:lnSpc>
                      </a:pPr>
                      <a:r>
                        <a:rPr sz="900" spc="-5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133985">
                <a:tc gridSpan="4">
                  <a:txBody>
                    <a:bodyPr/>
                    <a:p>
                      <a:pPr marL="1207770" marR="83820" algn="r">
                        <a:lnSpc>
                          <a:spcPct val="90426"/>
                        </a:lnSpc>
                        <a:tabLst>
                          <a:tab pos="1804035" algn="l"/>
                        </a:tabLst>
                      </a:pPr>
                      <a:r>
                        <a:rPr sz="900" spc="3160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40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100">
                          <a:latin typeface="Arial"/>
                          <a:cs typeface="Arial"/>
                        </a:rPr>
                        <a:t>w</a:t>
                      </a:r>
                      <a:r>
                        <a:rPr sz="900" spc="-6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227330" marR="33655" algn="r">
                        <a:lnSpc>
                          <a:spcPct val="90426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60020" marR="126365" algn="ctr">
                        <a:lnSpc>
                          <a:spcPct val="90426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15570" marR="111760" algn="ctr">
                        <a:lnSpc>
                          <a:spcPct val="90426"/>
                        </a:lnSpc>
                      </a:pPr>
                      <a:r>
                        <a:rPr sz="900" spc="17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20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10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35890" marR="33655">
                        <a:lnSpc>
                          <a:spcPct val="90426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3020" marR="201295">
                        <a:lnSpc>
                          <a:spcPct val="90426"/>
                        </a:lnSpc>
                      </a:pPr>
                      <a:r>
                        <a:rPr sz="900" spc="45">
                          <a:latin typeface="Arial"/>
                          <a:cs typeface="Arial"/>
                        </a:rPr>
                        <a:t>X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98755" marR="270510" algn="ctr">
                        <a:lnSpc>
                          <a:spcPct val="90426"/>
                        </a:lnSpc>
                      </a:pPr>
                      <a:r>
                        <a:rPr sz="900" spc="-5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137795">
                <a:tc gridSpan="4">
                  <a:txBody>
                    <a:bodyPr/>
                    <a:p>
                      <a:pPr marL="1207135" marR="83820" algn="r">
                        <a:lnSpc>
                          <a:spcPct val="91798"/>
                        </a:lnSpc>
                        <a:tabLst>
                          <a:tab pos="1803400" algn="l"/>
                        </a:tabLst>
                      </a:pPr>
                      <a:r>
                        <a:rPr sz="900" spc="3160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40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100">
                          <a:latin typeface="Arial"/>
                          <a:cs typeface="Arial"/>
                        </a:rPr>
                        <a:t>w</a:t>
                      </a:r>
                      <a:r>
                        <a:rPr sz="900" spc="-6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227330" marR="33655" algn="r">
                        <a:lnSpc>
                          <a:spcPct val="91798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4925" marR="126365" algn="ctr">
                        <a:lnSpc>
                          <a:spcPct val="91798"/>
                        </a:lnSpc>
                      </a:pPr>
                      <a:r>
                        <a:rPr sz="900" spc="55">
                          <a:latin typeface="Arial"/>
                          <a:cs typeface="Arial"/>
                        </a:rPr>
                        <a:t>}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15570" marR="111760" algn="ctr">
                        <a:lnSpc>
                          <a:spcPct val="91798"/>
                        </a:lnSpc>
                      </a:pPr>
                      <a:r>
                        <a:rPr sz="900" spc="17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20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10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35890" marR="33655">
                        <a:lnSpc>
                          <a:spcPct val="91798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row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vMerge="1">
                  <a:txBody>
                    <a:bodyPr/>
                    <a:p>
                      <a:pPr marL="198755" marR="270510" algn="ctr">
                        <a:lnSpc>
                          <a:spcPct val="91798"/>
                        </a:lnSpc>
                      </a:pPr>
                      <a:r>
                        <a:rPr sz="900" spc="-5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205105">
                <a:tc gridSpan="4">
                  <a:txBody>
                    <a:bodyPr/>
                    <a:p>
                      <a:pPr marL="1207135" marR="83820" algn="r">
                        <a:lnSpc>
                          <a:spcPts val="995"/>
                        </a:lnSpc>
                        <a:tabLst>
                          <a:tab pos="1678305" algn="l"/>
                        </a:tabLst>
                      </a:pPr>
                      <a:r>
                        <a:rPr sz="900" spc="2960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240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300">
                          <a:latin typeface="Arial"/>
                          <a:cs typeface="Arial"/>
                        </a:rPr>
                        <a:t>w</a:t>
                      </a:r>
                      <a:r>
                        <a:rPr sz="900" spc="-60">
                          <a:latin typeface="Arial"/>
                          <a:cs typeface="Arial"/>
                        </a:rPr>
                        <a:t>	</a:t>
                      </a:r>
                      <a:r>
                        <a:rPr sz="900" spc="255">
                          <a:latin typeface="Arial"/>
                          <a:cs typeface="Arial"/>
                        </a:rPr>
                        <a:t>}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 row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p>
                      <a:pPr marL="115570" marR="111760" algn="ctr">
                        <a:lnSpc>
                          <a:spcPts val="995"/>
                        </a:lnSpc>
                      </a:pPr>
                      <a:r>
                        <a:rPr sz="900" spc="8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15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5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vMerge="1">
                  <a:txBody>
                    <a:bodyPr/>
                    <a:p>
                      <a:pPr marL="135890" marR="34290">
                        <a:lnSpc>
                          <a:spcPts val="995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row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vMerge="1">
                  <a:txBody>
                    <a:bodyPr/>
                    <a:p>
                      <a:pPr marL="198755" marR="271145" algn="ctr">
                        <a:lnSpc>
                          <a:spcPts val="995"/>
                        </a:lnSpc>
                      </a:pPr>
                      <a:r>
                        <a:rPr sz="900" spc="-10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205105">
                <a:tc>
                  <a:txBody>
                    <a:bodyPr/>
                    <a:p>
                      <a:pPr marL="334010" marR="52705" algn="r">
                        <a:lnSpc>
                          <a:spcPct val="82682"/>
                        </a:lnSpc>
                      </a:pPr>
                      <a:r>
                        <a:rPr sz="900" spc="315">
                          <a:latin typeface="Arial"/>
                          <a:cs typeface="Arial"/>
                        </a:rPr>
                        <a:t>M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41910" marR="141605" algn="r">
                        <a:lnSpc>
                          <a:spcPct val="82682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9:II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55575" marR="60325" algn="r">
                        <a:lnSpc>
                          <a:spcPct val="82682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3655" marR="83820" algn="r">
                        <a:lnSpc>
                          <a:spcPct val="82682"/>
                        </a:lnSpc>
                      </a:pPr>
                      <a:r>
                        <a:rPr sz="900" spc="255">
                          <a:latin typeface="Arial"/>
                          <a:cs typeface="Arial"/>
                        </a:rPr>
                        <a:t>z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 gridSpan="2" row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p>
                      <a:pPr marL="115570" marR="111760" algn="ctr">
                        <a:lnSpc>
                          <a:spcPct val="82682"/>
                        </a:lnSpc>
                      </a:pPr>
                      <a:r>
                        <a:rPr sz="900" spc="8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15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5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 vMerge="1">
                  <a:txBody>
                    <a:bodyPr/>
                    <a:p>
                      <a:pPr marL="135890" marR="34290">
                        <a:lnSpc>
                          <a:spcPct val="82682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2385" marR="201930">
                        <a:lnSpc>
                          <a:spcPct val="82682"/>
                        </a:lnSpc>
                      </a:pPr>
                      <a:r>
                        <a:rPr sz="900" spc="45">
                          <a:latin typeface="Arial"/>
                          <a:cs typeface="Arial"/>
                        </a:rPr>
                        <a:t>.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98755" marR="271145" algn="ctr">
                        <a:lnSpc>
                          <a:spcPct val="82682"/>
                        </a:lnSpc>
                      </a:pPr>
                      <a:r>
                        <a:rPr sz="900" spc="-10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137795">
                <a:tc gridSpan="4">
                  <a:txBody>
                    <a:bodyPr/>
                    <a:p>
                      <a:pPr marL="1207135" marR="84455" algn="r">
                        <a:lnSpc>
                          <a:spcPct val="91798"/>
                        </a:lnSpc>
                        <a:tabLst>
                          <a:tab pos="1678305" algn="l"/>
                        </a:tabLst>
                      </a:pPr>
                      <a:r>
                        <a:rPr sz="900" spc="2960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240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300">
                          <a:latin typeface="Arial"/>
                          <a:cs typeface="Arial"/>
                        </a:rPr>
                        <a:t>w</a:t>
                      </a:r>
                      <a:r>
                        <a:rPr sz="900" spc="-60">
                          <a:latin typeface="Arial"/>
                          <a:cs typeface="Arial"/>
                        </a:rPr>
                        <a:t>	</a:t>
                      </a:r>
                      <a:r>
                        <a:rPr sz="900" spc="255">
                          <a:latin typeface="Arial"/>
                          <a:cs typeface="Arial"/>
                        </a:rPr>
                        <a:t>z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227330" marR="34290" algn="r">
                        <a:lnSpc>
                          <a:spcPct val="91798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59385" marR="127000" algn="ctr">
                        <a:lnSpc>
                          <a:spcPct val="91798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14935" marR="111760" algn="ctr">
                        <a:lnSpc>
                          <a:spcPct val="91798"/>
                        </a:lnSpc>
                      </a:pPr>
                      <a:r>
                        <a:rPr sz="900" spc="17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20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10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35255" marR="34290">
                        <a:lnSpc>
                          <a:spcPct val="91798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2385" marR="201930">
                        <a:lnSpc>
                          <a:spcPct val="91798"/>
                        </a:lnSpc>
                      </a:pPr>
                      <a:r>
                        <a:rPr sz="900" spc="45">
                          <a:latin typeface="Arial"/>
                          <a:cs typeface="Arial"/>
                        </a:rPr>
                        <a:t>U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98755" marR="271145" algn="ctr">
                        <a:lnSpc>
                          <a:spcPct val="91798"/>
                        </a:lnSpc>
                      </a:pPr>
                      <a:r>
                        <a:rPr sz="900" spc="-10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133985">
                <a:tc gridSpan="4">
                  <a:txBody>
                    <a:bodyPr/>
                    <a:p>
                      <a:pPr marL="1207135" marR="84455" algn="r">
                        <a:lnSpc>
                          <a:spcPct val="90426"/>
                        </a:lnSpc>
                        <a:tabLst>
                          <a:tab pos="1803400" algn="l"/>
                        </a:tabLst>
                      </a:pPr>
                      <a:r>
                        <a:rPr sz="900" spc="3160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40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100">
                          <a:latin typeface="Arial"/>
                          <a:cs typeface="Arial"/>
                        </a:rPr>
                        <a:t>w</a:t>
                      </a:r>
                      <a:r>
                        <a:rPr sz="900" spc="-6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227330" marR="34290" algn="r">
                        <a:lnSpc>
                          <a:spcPct val="90426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59385" marR="127000" algn="ctr">
                        <a:lnSpc>
                          <a:spcPct val="90426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14935" marR="112395" algn="ctr">
                        <a:lnSpc>
                          <a:spcPct val="90426"/>
                        </a:lnSpc>
                      </a:pPr>
                      <a:r>
                        <a:rPr sz="900" spc="17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20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10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35255" marR="34290">
                        <a:lnSpc>
                          <a:spcPct val="90426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2385" marR="201930">
                        <a:lnSpc>
                          <a:spcPct val="90426"/>
                        </a:lnSpc>
                      </a:pPr>
                      <a:r>
                        <a:rPr sz="900" spc="45">
                          <a:latin typeface="Arial"/>
                          <a:cs typeface="Arial"/>
                        </a:rPr>
                        <a:t>U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98120" marR="271145" algn="ctr">
                        <a:lnSpc>
                          <a:spcPct val="90426"/>
                        </a:lnSpc>
                      </a:pPr>
                      <a:r>
                        <a:rPr sz="900" spc="-5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137795">
                <a:tc gridSpan="4">
                  <a:txBody>
                    <a:bodyPr/>
                    <a:p>
                      <a:pPr marL="1206500" marR="84455" algn="r">
                        <a:lnSpc>
                          <a:spcPct val="91798"/>
                        </a:lnSpc>
                        <a:tabLst>
                          <a:tab pos="1802765" algn="l"/>
                        </a:tabLst>
                      </a:pPr>
                      <a:r>
                        <a:rPr sz="900" spc="3160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40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100">
                          <a:latin typeface="Arial"/>
                          <a:cs typeface="Arial"/>
                        </a:rPr>
                        <a:t>w</a:t>
                      </a:r>
                      <a:r>
                        <a:rPr sz="900" spc="-6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226695" marR="127000">
                        <a:lnSpc>
                          <a:spcPct val="91798"/>
                        </a:lnSpc>
                        <a:tabLst>
                          <a:tab pos="804545" algn="l"/>
                        </a:tabLst>
                      </a:pPr>
                      <a:r>
                        <a:rPr sz="900">
                          <a:latin typeface="Arial"/>
                          <a:cs typeface="Arial"/>
                        </a:rPr>
                        <a:t>?;9 wX</a:t>
                      </a:r>
                      <a:r>
                        <a:rPr sz="90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114935" marR="112395" algn="ctr">
                        <a:lnSpc>
                          <a:spcPct val="91798"/>
                        </a:lnSpc>
                      </a:pPr>
                      <a:r>
                        <a:rPr sz="900" spc="17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20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10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35255" marR="34290">
                        <a:lnSpc>
                          <a:spcPct val="91798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2385" marR="201930">
                        <a:lnSpc>
                          <a:spcPct val="91798"/>
                        </a:lnSpc>
                      </a:pPr>
                      <a:r>
                        <a:rPr sz="900" spc="45">
                          <a:latin typeface="Arial"/>
                          <a:cs typeface="Arial"/>
                        </a:rPr>
                        <a:t>X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98120" marR="271145" algn="ctr">
                        <a:lnSpc>
                          <a:spcPct val="91798"/>
                        </a:lnSpc>
                      </a:pPr>
                      <a:r>
                        <a:rPr sz="900" spc="-5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136525">
                <a:tc gridSpan="4">
                  <a:txBody>
                    <a:bodyPr/>
                    <a:p>
                      <a:pPr marL="1206500" marR="84455" algn="r">
                        <a:lnSpc>
                          <a:spcPct val="91340"/>
                        </a:lnSpc>
                        <a:tabLst>
                          <a:tab pos="1802765" algn="l"/>
                        </a:tabLst>
                      </a:pPr>
                      <a:r>
                        <a:rPr sz="900" spc="3050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150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209">
                          <a:latin typeface="Arial"/>
                          <a:cs typeface="Arial"/>
                        </a:rPr>
                        <a:t>w  </a:t>
                      </a:r>
                      <a:r>
                        <a:rPr sz="900" spc="-150">
                          <a:latin typeface="Arial"/>
                          <a:cs typeface="Arial"/>
                        </a:rPr>
                        <a:t>X</a:t>
                      </a:r>
                      <a:r>
                        <a:rPr sz="90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226695" marR="127000">
                        <a:lnSpc>
                          <a:spcPct val="91340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wXUV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114935" marR="112395" algn="ctr">
                        <a:lnSpc>
                          <a:spcPct val="91340"/>
                        </a:lnSpc>
                      </a:pPr>
                      <a:r>
                        <a:rPr sz="900" spc="17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20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10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35255" marR="34290">
                        <a:lnSpc>
                          <a:spcPct val="91340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1750" marR="201930">
                        <a:lnSpc>
                          <a:spcPct val="91340"/>
                        </a:lnSpc>
                      </a:pPr>
                      <a:r>
                        <a:rPr sz="900" spc="45">
                          <a:latin typeface="Arial"/>
                          <a:cs typeface="Arial"/>
                        </a:rPr>
                        <a:t>X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98120" marR="271145" algn="ctr">
                        <a:lnSpc>
                          <a:spcPct val="91340"/>
                        </a:lnSpc>
                      </a:pPr>
                      <a:r>
                        <a:rPr sz="900" spc="-5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136525">
                <a:tc gridSpan="4">
                  <a:txBody>
                    <a:bodyPr/>
                    <a:p>
                      <a:pPr marL="1206500" marR="84455" algn="r">
                        <a:lnSpc>
                          <a:spcPct val="91341"/>
                        </a:lnSpc>
                      </a:pPr>
                      <a:r>
                        <a:rPr sz="900" spc="3045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155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215">
                          <a:latin typeface="Arial"/>
                          <a:cs typeface="Arial"/>
                        </a:rPr>
                        <a:t>w  </a:t>
                      </a:r>
                      <a:r>
                        <a:rPr sz="900" spc="-155">
                          <a:latin typeface="Arial"/>
                          <a:cs typeface="Arial"/>
                        </a:rPr>
                        <a:t>XUV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226695" marR="127000">
                        <a:lnSpc>
                          <a:spcPct val="91341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wXzV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114935" marR="112395" algn="ctr">
                        <a:lnSpc>
                          <a:spcPct val="91341"/>
                        </a:lnSpc>
                      </a:pPr>
                      <a:r>
                        <a:rPr sz="900" spc="17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20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10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35255" marR="34925">
                        <a:lnSpc>
                          <a:spcPct val="91341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row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vMerge="1">
                  <a:txBody>
                    <a:bodyPr/>
                    <a:p>
                      <a:pPr marL="198120" marR="271780" algn="ctr">
                        <a:lnSpc>
                          <a:spcPct val="91341"/>
                        </a:lnSpc>
                      </a:pPr>
                      <a:r>
                        <a:rPr sz="900" spc="-10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205105">
                <a:tc gridSpan="4">
                  <a:txBody>
                    <a:bodyPr/>
                    <a:p>
                      <a:pPr marL="1206500" marR="85090" algn="r">
                        <a:lnSpc>
                          <a:spcPts val="995"/>
                        </a:lnSpc>
                      </a:pPr>
                      <a:r>
                        <a:rPr sz="900" spc="3065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135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195">
                          <a:latin typeface="Arial"/>
                          <a:cs typeface="Arial"/>
                        </a:rPr>
                        <a:t>w  </a:t>
                      </a:r>
                      <a:r>
                        <a:rPr sz="900" spc="-135">
                          <a:latin typeface="Arial"/>
                          <a:cs typeface="Arial"/>
                        </a:rPr>
                        <a:t>XzV</a:t>
                      </a:r>
                      <a:endParaRPr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 row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p>
                      <a:pPr marL="114300" marR="112395" algn="ctr">
                        <a:lnSpc>
                          <a:spcPts val="995"/>
                        </a:lnSpc>
                      </a:pPr>
                      <a:r>
                        <a:rPr sz="900" spc="8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15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5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vMerge="1">
                  <a:txBody>
                    <a:bodyPr/>
                    <a:p>
                      <a:pPr marL="134620" marR="34925">
                        <a:lnSpc>
                          <a:spcPts val="995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row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vMerge="1">
                  <a:txBody>
                    <a:bodyPr/>
                    <a:p>
                      <a:pPr marL="198120" marR="271780" algn="ctr">
                        <a:lnSpc>
                          <a:spcPts val="995"/>
                        </a:lnSpc>
                      </a:pPr>
                      <a:r>
                        <a:rPr sz="900" spc="-10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205105">
                <a:tc gridSpan="3">
                  <a:txBody>
                    <a:bodyPr/>
                    <a:p>
                      <a:pPr marL="1200150" marR="60960" algn="r">
                        <a:lnSpc>
                          <a:spcPct val="82682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33020" marR="85090" algn="r">
                        <a:lnSpc>
                          <a:spcPct val="82682"/>
                        </a:lnSpc>
                      </a:pPr>
                      <a:r>
                        <a:rPr sz="900" spc="255">
                          <a:latin typeface="Arial"/>
                          <a:cs typeface="Arial"/>
                        </a:rPr>
                        <a:t>.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 gridSpan="2" row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p>
                      <a:pPr marL="114300" marR="112395" algn="ctr">
                        <a:lnSpc>
                          <a:spcPct val="82682"/>
                        </a:lnSpc>
                      </a:pPr>
                      <a:r>
                        <a:rPr sz="900" spc="8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15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5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 vMerge="1">
                  <a:txBody>
                    <a:bodyPr/>
                    <a:p>
                      <a:pPr marL="134620" marR="34925">
                        <a:lnSpc>
                          <a:spcPct val="82682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1750" marR="202565">
                        <a:lnSpc>
                          <a:spcPct val="82682"/>
                        </a:lnSpc>
                      </a:pPr>
                      <a:r>
                        <a:rPr sz="900" spc="45">
                          <a:latin typeface="Arial"/>
                          <a:cs typeface="Arial"/>
                        </a:rPr>
                        <a:t>.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98120" marR="271780" algn="ctr">
                        <a:lnSpc>
                          <a:spcPct val="82682"/>
                        </a:lnSpc>
                      </a:pPr>
                      <a:r>
                        <a:rPr sz="900" spc="-10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136525">
                <a:tc gridSpan="4">
                  <a:txBody>
                    <a:bodyPr/>
                    <a:p>
                      <a:pPr marL="1206500" marR="85090" algn="r">
                        <a:lnSpc>
                          <a:spcPct val="91340"/>
                        </a:lnSpc>
                        <a:tabLst>
                          <a:tab pos="1677670" algn="l"/>
                        </a:tabLst>
                      </a:pPr>
                      <a:r>
                        <a:rPr sz="900" spc="2960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240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300">
                          <a:latin typeface="Arial"/>
                          <a:cs typeface="Arial"/>
                        </a:rPr>
                        <a:t>w</a:t>
                      </a:r>
                      <a:r>
                        <a:rPr sz="900" spc="-60">
                          <a:latin typeface="Arial"/>
                          <a:cs typeface="Arial"/>
                        </a:rPr>
                        <a:t>	</a:t>
                      </a:r>
                      <a:r>
                        <a:rPr sz="900" spc="255">
                          <a:latin typeface="Arial"/>
                          <a:cs typeface="Arial"/>
                        </a:rPr>
                        <a:t>.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226695" marR="34925" algn="r">
                        <a:lnSpc>
                          <a:spcPct val="91340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4290" marR="127635" algn="ctr">
                        <a:lnSpc>
                          <a:spcPct val="91340"/>
                        </a:lnSpc>
                      </a:pPr>
                      <a:r>
                        <a:rPr sz="900" spc="55">
                          <a:latin typeface="Arial"/>
                          <a:cs typeface="Arial"/>
                        </a:rPr>
                        <a:t>z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14300" marR="113030" algn="ctr">
                        <a:lnSpc>
                          <a:spcPct val="91340"/>
                        </a:lnSpc>
                      </a:pPr>
                      <a:r>
                        <a:rPr sz="900" spc="17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20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10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34620" marR="34925">
                        <a:lnSpc>
                          <a:spcPct val="91340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1750" marR="202565">
                        <a:lnSpc>
                          <a:spcPct val="91340"/>
                        </a:lnSpc>
                      </a:pPr>
                      <a:r>
                        <a:rPr sz="900" spc="45">
                          <a:latin typeface="Arial"/>
                          <a:cs typeface="Arial"/>
                        </a:rPr>
                        <a:t>U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97485" marR="271780" algn="ctr">
                        <a:lnSpc>
                          <a:spcPct val="91340"/>
                        </a:lnSpc>
                      </a:pPr>
                      <a:r>
                        <a:rPr sz="900" spc="-5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136525">
                <a:tc gridSpan="4">
                  <a:txBody>
                    <a:bodyPr/>
                    <a:p>
                      <a:pPr marL="1206500" marR="85090" algn="r">
                        <a:lnSpc>
                          <a:spcPct val="91341"/>
                        </a:lnSpc>
                        <a:tabLst>
                          <a:tab pos="1677670" algn="l"/>
                        </a:tabLst>
                      </a:pPr>
                      <a:r>
                        <a:rPr sz="900" spc="2960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240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300">
                          <a:latin typeface="Arial"/>
                          <a:cs typeface="Arial"/>
                        </a:rPr>
                        <a:t>w</a:t>
                      </a:r>
                      <a:r>
                        <a:rPr sz="900" spc="-60">
                          <a:latin typeface="Arial"/>
                          <a:cs typeface="Arial"/>
                        </a:rPr>
                        <a:t>	</a:t>
                      </a:r>
                      <a:r>
                        <a:rPr sz="900" spc="255">
                          <a:latin typeface="Arial"/>
                          <a:cs typeface="Arial"/>
                        </a:rPr>
                        <a:t>z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226695" marR="34925" algn="r">
                        <a:lnSpc>
                          <a:spcPct val="91341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58750" marR="127635" algn="ctr">
                        <a:lnSpc>
                          <a:spcPct val="91341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14300" marR="113030" algn="ctr">
                        <a:lnSpc>
                          <a:spcPct val="91341"/>
                        </a:lnSpc>
                      </a:pPr>
                      <a:r>
                        <a:rPr sz="900" spc="17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20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10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34620" marR="34925">
                        <a:lnSpc>
                          <a:spcPct val="91341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1750" marR="202565">
                        <a:lnSpc>
                          <a:spcPct val="91341"/>
                        </a:lnSpc>
                      </a:pPr>
                      <a:r>
                        <a:rPr sz="900" spc="45">
                          <a:latin typeface="Arial"/>
                          <a:cs typeface="Arial"/>
                        </a:rPr>
                        <a:t>U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97485" marR="271780" algn="ctr">
                        <a:lnSpc>
                          <a:spcPct val="91341"/>
                        </a:lnSpc>
                      </a:pPr>
                      <a:r>
                        <a:rPr sz="900" spc="-5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136525">
                <a:tc gridSpan="4">
                  <a:txBody>
                    <a:bodyPr/>
                    <a:p>
                      <a:pPr marL="1205865" marR="85090" algn="r">
                        <a:lnSpc>
                          <a:spcPct val="91340"/>
                        </a:lnSpc>
                        <a:tabLst>
                          <a:tab pos="1802130" algn="l"/>
                        </a:tabLst>
                      </a:pPr>
                      <a:r>
                        <a:rPr sz="900" spc="3160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40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100">
                          <a:latin typeface="Arial"/>
                          <a:cs typeface="Arial"/>
                        </a:rPr>
                        <a:t>w</a:t>
                      </a:r>
                      <a:r>
                        <a:rPr sz="900" spc="-6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226060" marR="34925" algn="r">
                        <a:lnSpc>
                          <a:spcPct val="91340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3655" marR="127635" algn="ctr">
                        <a:lnSpc>
                          <a:spcPct val="91340"/>
                        </a:lnSpc>
                      </a:pPr>
                      <a:r>
                        <a:rPr sz="900" spc="55">
                          <a:latin typeface="Arial"/>
                          <a:cs typeface="Arial"/>
                        </a:rPr>
                        <a:t>}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14300" marR="113030" algn="ctr">
                        <a:lnSpc>
                          <a:spcPct val="91340"/>
                        </a:lnSpc>
                      </a:pPr>
                      <a:r>
                        <a:rPr sz="900" spc="17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20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10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34620" marR="34925">
                        <a:lnSpc>
                          <a:spcPct val="91340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1750" marR="202565">
                        <a:lnSpc>
                          <a:spcPct val="91340"/>
                        </a:lnSpc>
                      </a:pPr>
                      <a:r>
                        <a:rPr sz="900" spc="45">
                          <a:latin typeface="Arial"/>
                          <a:cs typeface="Arial"/>
                        </a:rPr>
                        <a:t>X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97485" marR="271780" algn="ctr">
                        <a:lnSpc>
                          <a:spcPct val="91340"/>
                        </a:lnSpc>
                      </a:pPr>
                      <a:r>
                        <a:rPr sz="900" spc="-5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136525">
                <a:tc gridSpan="4">
                  <a:txBody>
                    <a:bodyPr/>
                    <a:p>
                      <a:pPr marL="1205865" marR="85090" algn="r">
                        <a:lnSpc>
                          <a:spcPct val="91341"/>
                        </a:lnSpc>
                        <a:tabLst>
                          <a:tab pos="1677035" algn="l"/>
                        </a:tabLst>
                      </a:pPr>
                      <a:r>
                        <a:rPr sz="900" spc="2960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240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300">
                          <a:latin typeface="Arial"/>
                          <a:cs typeface="Arial"/>
                        </a:rPr>
                        <a:t>w</a:t>
                      </a:r>
                      <a:r>
                        <a:rPr sz="900" spc="-60">
                          <a:latin typeface="Arial"/>
                          <a:cs typeface="Arial"/>
                        </a:rPr>
                        <a:t>	</a:t>
                      </a:r>
                      <a:r>
                        <a:rPr sz="900" spc="255">
                          <a:latin typeface="Arial"/>
                          <a:cs typeface="Arial"/>
                        </a:rPr>
                        <a:t>}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226060" marR="34925" algn="r">
                        <a:lnSpc>
                          <a:spcPct val="91341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58750" marR="127635" algn="ctr">
                        <a:lnSpc>
                          <a:spcPct val="91341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14300" marR="113030" algn="ctr">
                        <a:lnSpc>
                          <a:spcPct val="91341"/>
                        </a:lnSpc>
                      </a:pPr>
                      <a:r>
                        <a:rPr sz="900" spc="17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20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10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34620" marR="35560">
                        <a:lnSpc>
                          <a:spcPct val="91341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1115" marR="202565">
                        <a:lnSpc>
                          <a:spcPct val="91341"/>
                        </a:lnSpc>
                      </a:pPr>
                      <a:r>
                        <a:rPr sz="900" spc="45">
                          <a:latin typeface="Arial"/>
                          <a:cs typeface="Arial"/>
                        </a:rPr>
                        <a:t>X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97485" marR="271780" algn="ctr">
                        <a:lnSpc>
                          <a:spcPct val="91341"/>
                        </a:lnSpc>
                      </a:pPr>
                      <a:r>
                        <a:rPr sz="900" spc="-5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136525">
                <a:tc gridSpan="4">
                  <a:txBody>
                    <a:bodyPr/>
                    <a:p>
                      <a:pPr marL="1205865" marR="85090" algn="r">
                        <a:lnSpc>
                          <a:spcPct val="91341"/>
                        </a:lnSpc>
                        <a:tabLst>
                          <a:tab pos="1802130" algn="l"/>
                        </a:tabLst>
                      </a:pPr>
                      <a:r>
                        <a:rPr sz="900" spc="3160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40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100">
                          <a:latin typeface="Arial"/>
                          <a:cs typeface="Arial"/>
                        </a:rPr>
                        <a:t>w</a:t>
                      </a:r>
                      <a:r>
                        <a:rPr sz="900" spc="-6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226060" marR="127635">
                        <a:lnSpc>
                          <a:spcPct val="91341"/>
                        </a:lnSpc>
                        <a:tabLst>
                          <a:tab pos="803275" algn="l"/>
                        </a:tabLst>
                      </a:pPr>
                      <a:r>
                        <a:rPr sz="900">
                          <a:latin typeface="Arial"/>
                          <a:cs typeface="Arial"/>
                        </a:rPr>
                        <a:t>?;9 wX</a:t>
                      </a:r>
                      <a:r>
                        <a:rPr sz="90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114300" marR="113030" algn="ctr">
                        <a:lnSpc>
                          <a:spcPct val="91341"/>
                        </a:lnSpc>
                      </a:pPr>
                      <a:r>
                        <a:rPr sz="900" spc="17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20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10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34620" marR="35560">
                        <a:lnSpc>
                          <a:spcPct val="91341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row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vMerge="1">
                  <a:txBody>
                    <a:bodyPr/>
                    <a:p>
                      <a:pPr marL="197485" marR="272415" algn="ctr">
                        <a:lnSpc>
                          <a:spcPct val="91341"/>
                        </a:lnSpc>
                      </a:pPr>
                      <a:r>
                        <a:rPr sz="900" spc="-10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205105">
                <a:tc gridSpan="4">
                  <a:txBody>
                    <a:bodyPr/>
                    <a:p>
                      <a:pPr marL="1205865" marR="85725" algn="r">
                        <a:lnSpc>
                          <a:spcPts val="995"/>
                        </a:lnSpc>
                        <a:tabLst>
                          <a:tab pos="1802130" algn="l"/>
                        </a:tabLst>
                      </a:pPr>
                      <a:r>
                        <a:rPr sz="900" spc="3050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150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209">
                          <a:latin typeface="Arial"/>
                          <a:cs typeface="Arial"/>
                        </a:rPr>
                        <a:t>w  </a:t>
                      </a:r>
                      <a:r>
                        <a:rPr sz="900" spc="-150">
                          <a:latin typeface="Arial"/>
                          <a:cs typeface="Arial"/>
                        </a:rPr>
                        <a:t>X</a:t>
                      </a:r>
                      <a:r>
                        <a:rPr sz="90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 row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p>
                      <a:pPr marL="113665" marR="113030" algn="ctr">
                        <a:lnSpc>
                          <a:spcPts val="995"/>
                        </a:lnSpc>
                      </a:pPr>
                      <a:r>
                        <a:rPr sz="900" spc="8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15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5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vMerge="1">
                  <a:txBody>
                    <a:bodyPr/>
                    <a:p>
                      <a:pPr marL="133985" marR="35560">
                        <a:lnSpc>
                          <a:spcPts val="995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row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vMerge="1">
                  <a:txBody>
                    <a:bodyPr/>
                    <a:p>
                      <a:pPr marL="197485" marR="272415" algn="ctr">
                        <a:lnSpc>
                          <a:spcPts val="995"/>
                        </a:lnSpc>
                      </a:pPr>
                      <a:r>
                        <a:rPr sz="900" spc="-10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205105">
                <a:tc gridSpan="2">
                  <a:txBody>
                    <a:bodyPr/>
                    <a:p>
                      <a:pPr marL="478155" marR="289560" algn="r">
                        <a:lnSpc>
                          <a:spcPct val="82682"/>
                        </a:lnSpc>
                      </a:pPr>
                      <a:r>
                        <a:rPr sz="900" spc="-160">
                          <a:latin typeface="Arial"/>
                          <a:cs typeface="Arial"/>
                        </a:rPr>
                        <a:t>M </a:t>
                      </a:r>
                      <a:r>
                        <a:rPr sz="900">
                          <a:latin typeface="Arial"/>
                          <a:cs typeface="Arial"/>
                        </a:rPr>
                        <a:t>I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154305" marR="62230" algn="r">
                        <a:lnSpc>
                          <a:spcPct val="82682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2385" marR="85725" algn="r">
                        <a:lnSpc>
                          <a:spcPct val="82682"/>
                        </a:lnSpc>
                      </a:pPr>
                      <a:r>
                        <a:rPr sz="900" spc="255">
                          <a:latin typeface="Arial"/>
                          <a:cs typeface="Arial"/>
                        </a:rPr>
                        <a:t>U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 gridSpan="2" row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p>
                      <a:pPr marL="113665" marR="113665" algn="ctr">
                        <a:lnSpc>
                          <a:spcPct val="82682"/>
                        </a:lnSpc>
                      </a:pPr>
                      <a:r>
                        <a:rPr sz="900" spc="8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15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5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 vMerge="1">
                  <a:txBody>
                    <a:bodyPr/>
                    <a:p>
                      <a:pPr marL="133985" marR="35560">
                        <a:lnSpc>
                          <a:spcPct val="82682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1115" marR="203200">
                        <a:lnSpc>
                          <a:spcPct val="82682"/>
                        </a:lnSpc>
                      </a:pPr>
                      <a:r>
                        <a:rPr sz="900" spc="45">
                          <a:latin typeface="Arial"/>
                          <a:cs typeface="Arial"/>
                        </a:rPr>
                        <a:t>.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b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96850" marR="272415" algn="ctr">
                        <a:lnSpc>
                          <a:spcPct val="82682"/>
                        </a:lnSpc>
                      </a:pPr>
                      <a:r>
                        <a:rPr sz="900" spc="-5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136525">
                <a:tc gridSpan="4">
                  <a:txBody>
                    <a:bodyPr/>
                    <a:p>
                      <a:pPr marL="1205865" marR="85725" algn="r">
                        <a:lnSpc>
                          <a:spcPct val="91341"/>
                        </a:lnSpc>
                        <a:tabLst>
                          <a:tab pos="1677035" algn="l"/>
                        </a:tabLst>
                      </a:pPr>
                      <a:r>
                        <a:rPr sz="900" spc="2960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240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300">
                          <a:latin typeface="Arial"/>
                          <a:cs typeface="Arial"/>
                        </a:rPr>
                        <a:t>w</a:t>
                      </a:r>
                      <a:r>
                        <a:rPr sz="900" spc="-60">
                          <a:latin typeface="Arial"/>
                          <a:cs typeface="Arial"/>
                        </a:rPr>
                        <a:t>	</a:t>
                      </a:r>
                      <a:r>
                        <a:rPr sz="900" spc="255">
                          <a:latin typeface="Arial"/>
                          <a:cs typeface="Arial"/>
                        </a:rPr>
                        <a:t>U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225425" marR="35560" algn="r">
                        <a:lnSpc>
                          <a:spcPct val="91341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3655" marR="128270" algn="ctr">
                        <a:lnSpc>
                          <a:spcPct val="91341"/>
                        </a:lnSpc>
                      </a:pPr>
                      <a:r>
                        <a:rPr sz="900" spc="55">
                          <a:latin typeface="Arial"/>
                          <a:cs typeface="Arial"/>
                        </a:rPr>
                        <a:t>.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13665" marR="113665" algn="ctr">
                        <a:lnSpc>
                          <a:spcPct val="91341"/>
                        </a:lnSpc>
                      </a:pPr>
                      <a:r>
                        <a:rPr sz="900" spc="17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20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10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33985" marR="35560">
                        <a:lnSpc>
                          <a:spcPct val="91341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1115" marR="203200">
                        <a:lnSpc>
                          <a:spcPct val="91341"/>
                        </a:lnSpc>
                      </a:pPr>
                      <a:r>
                        <a:rPr sz="900" spc="45">
                          <a:latin typeface="Arial"/>
                          <a:cs typeface="Arial"/>
                        </a:rPr>
                        <a:t>U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96850" marR="272415" algn="ctr">
                        <a:lnSpc>
                          <a:spcPct val="91341"/>
                        </a:lnSpc>
                      </a:pPr>
                      <a:r>
                        <a:rPr sz="900" spc="-5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136525">
                <a:tc gridSpan="4">
                  <a:txBody>
                    <a:bodyPr/>
                    <a:p>
                      <a:pPr marL="1205230" marR="85725" algn="r">
                        <a:lnSpc>
                          <a:spcPct val="91341"/>
                        </a:lnSpc>
                        <a:tabLst>
                          <a:tab pos="1676400" algn="l"/>
                        </a:tabLst>
                      </a:pPr>
                      <a:r>
                        <a:rPr sz="900" spc="2960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240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300">
                          <a:latin typeface="Arial"/>
                          <a:cs typeface="Arial"/>
                        </a:rPr>
                        <a:t>w</a:t>
                      </a:r>
                      <a:r>
                        <a:rPr sz="900" spc="-60">
                          <a:latin typeface="Arial"/>
                          <a:cs typeface="Arial"/>
                        </a:rPr>
                        <a:t>	</a:t>
                      </a:r>
                      <a:r>
                        <a:rPr sz="900" spc="255">
                          <a:latin typeface="Arial"/>
                          <a:cs typeface="Arial"/>
                        </a:rPr>
                        <a:t>.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225425" marR="35560" algn="r">
                        <a:lnSpc>
                          <a:spcPct val="91341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3020" marR="128270" algn="ctr">
                        <a:lnSpc>
                          <a:spcPct val="91341"/>
                        </a:lnSpc>
                      </a:pPr>
                      <a:r>
                        <a:rPr sz="900" spc="55">
                          <a:latin typeface="Arial"/>
                          <a:cs typeface="Arial"/>
                        </a:rPr>
                        <a:t>z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13665" marR="113665" algn="ctr">
                        <a:lnSpc>
                          <a:spcPct val="91341"/>
                        </a:lnSpc>
                      </a:pPr>
                      <a:r>
                        <a:rPr sz="900" spc="17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20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10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33985" marR="35560">
                        <a:lnSpc>
                          <a:spcPct val="91341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0480" marR="203200">
                        <a:lnSpc>
                          <a:spcPct val="91341"/>
                        </a:lnSpc>
                      </a:pPr>
                      <a:r>
                        <a:rPr sz="900" spc="45">
                          <a:latin typeface="Arial"/>
                          <a:cs typeface="Arial"/>
                        </a:rPr>
                        <a:t>U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96850" marR="272415" algn="ctr">
                        <a:lnSpc>
                          <a:spcPct val="91341"/>
                        </a:lnSpc>
                      </a:pPr>
                      <a:r>
                        <a:rPr sz="900" spc="-5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137795">
                <a:tc gridSpan="4">
                  <a:txBody>
                    <a:bodyPr/>
                    <a:p>
                      <a:pPr marL="1205230" marR="85725" algn="r">
                        <a:lnSpc>
                          <a:spcPct val="91798"/>
                        </a:lnSpc>
                        <a:tabLst>
                          <a:tab pos="1676400" algn="l"/>
                        </a:tabLst>
                      </a:pPr>
                      <a:r>
                        <a:rPr sz="900" spc="2960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240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300">
                          <a:latin typeface="Arial"/>
                          <a:cs typeface="Arial"/>
                        </a:rPr>
                        <a:t>w</a:t>
                      </a:r>
                      <a:r>
                        <a:rPr sz="900" spc="-60">
                          <a:latin typeface="Arial"/>
                          <a:cs typeface="Arial"/>
                        </a:rPr>
                        <a:t>	</a:t>
                      </a:r>
                      <a:r>
                        <a:rPr sz="900" spc="255">
                          <a:latin typeface="Arial"/>
                          <a:cs typeface="Arial"/>
                        </a:rPr>
                        <a:t>z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225425" marR="35560" algn="r">
                        <a:lnSpc>
                          <a:spcPct val="91798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58115" marR="128270" algn="ctr">
                        <a:lnSpc>
                          <a:spcPct val="91798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13665" marR="113665" algn="ctr">
                        <a:lnSpc>
                          <a:spcPct val="91798"/>
                        </a:lnSpc>
                      </a:pPr>
                      <a:r>
                        <a:rPr sz="900" spc="17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20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10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33985" marR="36195">
                        <a:lnSpc>
                          <a:spcPct val="91798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0480" marR="203200">
                        <a:lnSpc>
                          <a:spcPct val="91798"/>
                        </a:lnSpc>
                      </a:pPr>
                      <a:r>
                        <a:rPr sz="900" spc="45">
                          <a:latin typeface="Arial"/>
                          <a:cs typeface="Arial"/>
                        </a:rPr>
                        <a:t>X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96850" marR="273050" algn="ctr">
                        <a:lnSpc>
                          <a:spcPct val="91798"/>
                        </a:lnSpc>
                      </a:pPr>
                      <a:r>
                        <a:rPr sz="900" spc="-10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133985">
                <a:tc gridSpan="4">
                  <a:txBody>
                    <a:bodyPr/>
                    <a:p>
                      <a:pPr marL="1205230" marR="86360" algn="r">
                        <a:lnSpc>
                          <a:spcPct val="90426"/>
                        </a:lnSpc>
                        <a:tabLst>
                          <a:tab pos="1801495" algn="l"/>
                        </a:tabLst>
                      </a:pPr>
                      <a:r>
                        <a:rPr sz="900" spc="3160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40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100">
                          <a:latin typeface="Arial"/>
                          <a:cs typeface="Arial"/>
                        </a:rPr>
                        <a:t>w</a:t>
                      </a:r>
                      <a:r>
                        <a:rPr sz="900" spc="-6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225425" marR="35560" algn="r">
                        <a:lnSpc>
                          <a:spcPct val="90426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58115" marR="128270" algn="ctr">
                        <a:lnSpc>
                          <a:spcPct val="90426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13665" marR="113665" algn="ctr">
                        <a:lnSpc>
                          <a:spcPct val="90426"/>
                        </a:lnSpc>
                      </a:pPr>
                      <a:r>
                        <a:rPr sz="900" spc="17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20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10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33350" marR="36195">
                        <a:lnSpc>
                          <a:spcPct val="90426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0480" marR="203835">
                        <a:lnSpc>
                          <a:spcPct val="90426"/>
                        </a:lnSpc>
                      </a:pPr>
                      <a:r>
                        <a:rPr sz="900" spc="45">
                          <a:latin typeface="Arial"/>
                          <a:cs typeface="Arial"/>
                        </a:rPr>
                        <a:t>X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96850" marR="273050" algn="ctr">
                        <a:lnSpc>
                          <a:spcPct val="90426"/>
                        </a:lnSpc>
                      </a:pPr>
                      <a:r>
                        <a:rPr sz="900" spc="-10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137795">
                <a:tc gridSpan="4">
                  <a:txBody>
                    <a:bodyPr/>
                    <a:p>
                      <a:pPr marL="1205230" marR="86360" algn="r">
                        <a:lnSpc>
                          <a:spcPct val="91798"/>
                        </a:lnSpc>
                        <a:tabLst>
                          <a:tab pos="1801495" algn="l"/>
                        </a:tabLst>
                      </a:pPr>
                      <a:r>
                        <a:rPr sz="900" spc="3160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40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100">
                          <a:latin typeface="Arial"/>
                          <a:cs typeface="Arial"/>
                        </a:rPr>
                        <a:t>w</a:t>
                      </a:r>
                      <a:r>
                        <a:rPr sz="900" spc="-60">
                          <a:latin typeface="Arial"/>
                          <a:cs typeface="Arial"/>
                        </a:rPr>
                        <a:t>	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225425" marR="36195" algn="r">
                        <a:lnSpc>
                          <a:spcPct val="91798"/>
                        </a:lnSpc>
                      </a:pPr>
                      <a:r>
                        <a:rPr sz="900">
                          <a:latin typeface="Arial"/>
                          <a:cs typeface="Arial"/>
                        </a:rPr>
                        <a:t>?;9 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33020" marR="128905" algn="ctr">
                        <a:lnSpc>
                          <a:spcPct val="91798"/>
                        </a:lnSpc>
                      </a:pPr>
                      <a:r>
                        <a:rPr sz="900" spc="55">
                          <a:latin typeface="Arial"/>
                          <a:cs typeface="Arial"/>
                        </a:rPr>
                        <a:t>}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13030" marR="114300" algn="ctr">
                        <a:lnSpc>
                          <a:spcPct val="91798"/>
                        </a:lnSpc>
                      </a:pPr>
                      <a:r>
                        <a:rPr sz="900" spc="17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20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10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>
                  <a:txBody>
                    <a:bodyPr/>
                    <a:p>
                      <a:pPr marL="133350" marR="36195">
                        <a:lnSpc>
                          <a:spcPct val="91798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anchor="ctr" marL="0" marR="0" marT="0" marB="0">
                    <a:lnL/>
                    <a:lnR/>
                    <a:lnT/>
                    <a:lnB/>
                  </a:tcPr>
                </a:tc>
                <a:tc row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 vMerge="1">
                  <a:txBody>
                    <a:bodyPr/>
                    <a:p>
                      <a:pPr marL="196215" marR="273050" algn="ctr">
                        <a:lnSpc>
                          <a:spcPct val="91798"/>
                        </a:lnSpc>
                      </a:pPr>
                      <a:r>
                        <a:rPr sz="900" spc="-5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anchor="ctr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/>
                  </a:tcPr>
                </a:tc>
              </a:tr>
              <a:tr h="292735">
                <a:tc gridSpan="3">
                  <a:txBody>
                    <a:bodyPr/>
                    <a:p>
                      <a:pPr marL="1205230" marR="19685" algn="r">
                        <a:lnSpc>
                          <a:spcPts val="995"/>
                        </a:lnSpc>
                      </a:pPr>
                      <a:r>
                        <a:rPr sz="900" spc="2235">
                          <a:latin typeface="Arial"/>
                          <a:cs typeface="Arial"/>
                        </a:rPr>
                        <a:t>{</a:t>
                      </a:r>
                      <a:r>
                        <a:rPr sz="900" spc="-165">
                          <a:latin typeface="Arial"/>
                          <a:cs typeface="Arial"/>
                        </a:rPr>
                        <a:t>-: </a:t>
                      </a:r>
                      <a:r>
                        <a:rPr sz="900" spc="-225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31750" marR="86360" algn="r">
                        <a:lnSpc>
                          <a:spcPts val="995"/>
                        </a:lnSpc>
                      </a:pPr>
                      <a:r>
                        <a:rPr sz="900" spc="255">
                          <a:latin typeface="Arial"/>
                          <a:cs typeface="Arial"/>
                        </a:rPr>
                        <a:t>}</a:t>
                      </a:r>
                      <a:r>
                        <a:rPr sz="900">
                          <a:latin typeface="Arial"/>
                          <a:cs typeface="Arial"/>
                        </a:rPr>
                        <a:t>V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113030" marR="114300" algn="ctr">
                        <a:lnSpc>
                          <a:spcPts val="995"/>
                        </a:lnSpc>
                      </a:pPr>
                      <a:r>
                        <a:rPr sz="900" spc="85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15">
                          <a:latin typeface="Arial"/>
                          <a:cs typeface="Arial"/>
                        </a:rPr>
                        <a:t>===========</a:t>
                      </a:r>
                      <a:r>
                        <a:rPr sz="900" spc="-5">
                          <a:latin typeface="Arial"/>
                          <a:cs typeface="Arial"/>
                        </a:rPr>
                        <a:t>=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33350" marR="36195">
                        <a:lnSpc>
                          <a:spcPts val="995"/>
                        </a:lnSpc>
                      </a:pPr>
                      <a:r>
                        <a:rPr sz="900" spc="10">
                          <a:latin typeface="Arial"/>
                          <a:cs typeface="Arial"/>
                        </a:rPr>
                        <a:t>w</a:t>
                      </a:r>
                      <a:endParaRPr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 row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/>
                    <a:lnR/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  <a:tc vMerge="1">
                  <a:txBody>
                    <a:bodyPr/>
                    <a:p>
                      <a:pPr marL="196215" marR="273050" algn="ctr">
                        <a:lnSpc>
                          <a:spcPts val="995"/>
                        </a:lnSpc>
                      </a:pPr>
                      <a:r>
                        <a:rPr sz="900" spc="-5">
                          <a:latin typeface="Arial"/>
                          <a:cs typeface="Arial"/>
                        </a:rPr>
                        <a:t>==============</a:t>
                      </a:r>
                      <a:endParaRPr/>
                    </a:p>
                  </a:txBody>
                  <a:tcPr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/>
                    <a:lnB w="12700" cmpd="sng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shape 9"/>
          <p:cNvSpPr txBox="1"/>
          <p:nvPr/>
        </p:nvSpPr>
        <p:spPr>
          <a:xfrm>
            <a:off x="6033135" y="779166"/>
            <a:ext cx="1344296" cy="13716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597535" algn="l"/>
                <a:tab pos="847090" algn="l"/>
                <a:tab pos="1216660" algn="l"/>
              </a:tabLst>
            </a:pPr>
            <a:r>
              <a:rPr sz="900">
                <a:latin typeface="Arial"/>
                <a:cs typeface="Arial"/>
              </a:rPr>
              <a:t>!"#$%&amp;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'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(</a:t>
            </a:r>
            <a:r>
              <a:rPr sz="900">
                <a:latin typeface="Arial"/>
                <a:cs typeface="Arial"/>
              </a:rPr>
              <a:t>	</a:t>
            </a:r>
            <a:r>
              <a:rPr sz="900">
                <a:latin typeface="Arial"/>
                <a:cs typeface="Arial"/>
              </a:rPr>
              <a:t>)</a:t>
            </a:r>
            <a:endParaRPr/>
          </a:p>
        </p:txBody>
      </p:sp>
      <p:sp>
        <p:nvSpPr>
          <p:cNvPr id="10" name="shape 10"/>
          <p:cNvSpPr txBox="1"/>
          <p:nvPr/>
        </p:nvSpPr>
        <p:spPr>
          <a:xfrm>
            <a:off x="6807835" y="9493626"/>
            <a:ext cx="343535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>
                <a:solidFill>
                  <a:srgbClr val="949494"/>
                </a:solidFill>
                <a:latin typeface="Arial"/>
                <a:cs typeface="Arial"/>
              </a:rPr>
              <a:t>*+,-</a:t>
            </a:r>
            <a:endParaRPr/>
          </a:p>
        </p:txBody>
      </p:sp>
      <p:sp>
        <p:nvSpPr>
          <p:cNvPr id="11" name="shape 11"/>
          <p:cNvSpPr txBox="1"/>
          <p:nvPr/>
        </p:nvSpPr>
        <p:spPr>
          <a:xfrm>
            <a:off x="7248525" y="9493666"/>
            <a:ext cx="140335" cy="1371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/>
            <a:r>
              <a:rPr sz="900">
                <a:latin typeface="Arial"/>
                <a:cs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2"/>
          <p:cNvGrpSpPr/>
          <p:nvPr/>
        </p:nvGrpSpPr>
        <p:grpSpPr>
          <a:xfrm>
            <a:off x="7201154" y="9481820"/>
            <a:ext cx="12700" cy="187960"/>
            <a:chOff x="0" y="0"/>
            <a:chExt cx="12700" cy="187960"/>
          </a:xfrm>
        </p:grpSpPr>
        <p:sp>
          <p:nvSpPr>
            <p:cNvPr id="3" name="shape 3"/>
            <p:cNvSpPr/>
            <p:nvPr/>
          </p:nvSpPr>
          <p:spPr>
            <a:xfrm>
              <a:off x="0" y="0"/>
              <a:ext cx="12700" cy="187960"/>
            </a:xfrm>
            <a:custGeom>
              <a:pathLst>
                <a:path w="12700" h="187959">
                  <a:moveTo>
                    <a:pt x="6350" y="0"/>
                  </a:moveTo>
                  <a:lnTo>
                    <a:pt x="6350" y="18796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 lim="4"/>
            </a:ln>
          </p:spPr>
        </p:sp>
        <p:sp>
          <p:nvSpPr>
            <p:cNvPr id="4" name="shape 4"/>
            <p:cNvSpPr/>
            <p:nvPr/>
          </p:nvSpPr>
          <p:spPr>
            <a:xfrm>
              <a:off x="0" y="0"/>
              <a:ext cx="12700" cy="187960"/>
            </a:xfrm>
            <a:custGeom>
              <a:pathLst>
                <a:path w="12700" h="187959">
                  <a:moveTo>
                    <a:pt x="6350" y="0"/>
                  </a:moveTo>
                  <a:lnTo>
                    <a:pt x="6350" y="187960"/>
                  </a:lnTo>
                </a:path>
              </a:pathLst>
            </a:custGeom>
            <a:ln w="12700" cap="flat">
              <a:solidFill>
                <a:srgbClr val="000000"/>
              </a:solidFill>
              <a:prstDash val="solid"/>
              <a:miter lim="4"/>
            </a:ln>
          </p:spPr>
        </p:sp>
      </p:grpSp>
      <p:sp>
        <p:nvSpPr>
          <p:cNvPr id="5" name="shape 5"/>
          <p:cNvSpPr/>
          <p:nvPr/>
        </p:nvSpPr>
        <p:spPr>
          <a:xfrm>
            <a:off x="2892565" y="625926"/>
            <a:ext cx="1987271" cy="22670"/>
          </a:xfrm>
          <a:custGeom>
            <a:pathLst>
              <a:path w="1987270" h="22669">
                <a:moveTo>
                  <a:pt x="0" y="11334"/>
                </a:moveTo>
                <a:lnTo>
                  <a:pt x="1987270" y="11334"/>
                </a:lnTo>
              </a:path>
            </a:pathLst>
          </a:custGeom>
          <a:ln w="22670" cap="flat">
            <a:solidFill>
              <a:srgbClr val="000000"/>
            </a:solidFill>
            <a:prstDash val="solid"/>
            <a:miter lim="10"/>
          </a:ln>
        </p:spPr>
      </p:sp>
      <p:graphicFrame>
        <p:nvGraphicFramePr>
          <p:cNvPr id="6" name="shape 6"/>
          <p:cNvGraphicFramePr>
            <a:graphicFrameLocks noGrp="1"/>
          </p:cNvGraphicFramePr>
          <p:nvPr/>
        </p:nvGraphicFramePr>
        <p:xfrm>
          <a:off x="1127341" y="1721333"/>
          <a:ext cx="5802439" cy="31046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60425"/>
                <a:gridCol w="549275"/>
                <a:gridCol w="622935"/>
                <a:gridCol w="296545"/>
                <a:gridCol w="450215"/>
                <a:gridCol w="469900"/>
                <a:gridCol w="651510"/>
                <a:gridCol w="480695"/>
                <a:gridCol w="356235"/>
                <a:gridCol w="359410"/>
                <a:gridCol w="440690"/>
                <a:gridCol w="299720"/>
              </a:tblGrid>
              <a:tr h="227330">
                <a:tc gridSpan="2">
                  <a:txBody>
                    <a:bodyPr/>
                    <a:p>
                      <a:pPr marL="104140" marR="184150">
                        <a:lnSpc>
                          <a:spcPct val="81606"/>
                        </a:lnSpc>
                        <a:tabLst>
                          <a:tab pos="739775" algn="l"/>
                        </a:tabLst>
                      </a:pPr>
                      <a:r>
                        <a:rPr sz="1150" spc="4220">
                          <a:latin typeface="Arial"/>
                          <a:cs typeface="Arial"/>
                        </a:rPr>
                        <a:t>V</a:t>
                      </a:r>
                      <a:r>
                        <a:rPr sz="1150" spc="-680">
                          <a:latin typeface="Arial"/>
                          <a:cs typeface="Arial"/>
                        </a:rPr>
                        <a:t>F</a:t>
                      </a:r>
                      <a:r>
                        <a:rPr sz="1150">
                          <a:latin typeface="Arial"/>
                          <a:cs typeface="Arial"/>
                        </a:rPr>
                        <a:t>	</a:t>
                      </a:r>
                      <a:r>
                        <a:rPr sz="1150">
                          <a:latin typeface="Arial"/>
                          <a:cs typeface="Arial"/>
                        </a:rPr>
                        <a:t>LKMM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18415" marR="228600" algn="ctr">
                        <a:lnSpc>
                          <a:spcPct val="81606"/>
                        </a:lnSpc>
                      </a:pPr>
                      <a:r>
                        <a:rPr sz="1150" spc="-115">
                          <a:latin typeface="Arial"/>
                          <a:cs typeface="Arial"/>
                        </a:rPr>
                        <a:t>N </a:t>
                      </a:r>
                      <a:r>
                        <a:rPr sz="1150">
                          <a:latin typeface="Arial"/>
                          <a:cs typeface="Arial"/>
                        </a:rPr>
                        <a:t>P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8">
                  <a:txBody>
                    <a:bodyPr/>
                    <a:p>
                      <a:pPr marL="1064895" marR="1351915">
                        <a:lnSpc>
                          <a:spcPct val="81606"/>
                        </a:lnSpc>
                        <a:tabLst>
                          <a:tab pos="1615440" algn="l"/>
                        </a:tabLst>
                      </a:pPr>
                      <a:r>
                        <a:rPr sz="1150" spc="3245">
                          <a:latin typeface="Arial"/>
                          <a:cs typeface="Arial"/>
                        </a:rPr>
                        <a:t>W</a:t>
                      </a:r>
                      <a:r>
                        <a:rPr sz="1150" spc="-4120">
                          <a:latin typeface="Arial"/>
                          <a:cs typeface="Arial"/>
                        </a:rPr>
                        <a:t>XE</a:t>
                      </a:r>
                      <a:r>
                        <a:rPr sz="1150">
                          <a:latin typeface="Arial"/>
                          <a:cs typeface="Arial"/>
                        </a:rPr>
                        <a:t>	</a:t>
                      </a:r>
                      <a:r>
                        <a:rPr sz="1150">
                          <a:latin typeface="Arial"/>
                          <a:cs typeface="Arial"/>
                        </a:rPr>
                        <a:t>W E L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row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367030" marR="340360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B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R="17780">
                        <a:spcBef>
                          <a:spcPts val="100"/>
                        </a:spcBef>
                      </a:pPr>
                      <a:r>
                        <a:rPr sz="1150" spc="5500">
                          <a:latin typeface="Arial"/>
                          <a:cs typeface="Arial"/>
                        </a:rPr>
                        <a:t>Y</a:t>
                      </a:r>
                      <a:r>
                        <a:rPr sz="1150" spc="600">
                          <a:latin typeface="Arial"/>
                          <a:cs typeface="Arial"/>
                        </a:rPr>
                        <a:t>Z</a:t>
                      </a:r>
                      <a:r>
                        <a:rPr sz="1150">
                          <a:latin typeface="Arial"/>
                          <a:cs typeface="Arial"/>
                        </a:rPr>
                        <a:t>B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91135" marR="278765" algn="ct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[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90805" marR="29210">
                        <a:spcBef>
                          <a:spcPts val="100"/>
                        </a:spcBef>
                      </a:pPr>
                      <a:r>
                        <a:rPr sz="1150" spc="185">
                          <a:latin typeface="Arial"/>
                          <a:cs typeface="Arial"/>
                        </a:rPr>
                        <a:t>\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17805" marR="79375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!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32080" marR="83820">
                        <a:spcBef>
                          <a:spcPts val="100"/>
                        </a:spcBef>
                      </a:pPr>
                      <a:r>
                        <a:rPr sz="1150" spc="800">
                          <a:latin typeface="Arial"/>
                          <a:cs typeface="Arial"/>
                        </a:rPr>
                        <a:t>]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32435" marR="66040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!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27635" marR="64135" algn="r">
                        <a:spcBef>
                          <a:spcPts val="100"/>
                        </a:spcBef>
                      </a:pPr>
                      <a:r>
                        <a:rPr sz="1150" spc="665">
                          <a:latin typeface="Arial"/>
                          <a:cs typeface="Arial"/>
                        </a:rPr>
                        <a:t>Z</a:t>
                      </a:r>
                      <a:r>
                        <a:rPr sz="1150">
                          <a:latin typeface="Arial"/>
                          <a:cs typeface="Arial"/>
                        </a:rPr>
                        <a:t>"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2230" marR="64770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^!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16840" marR="17780">
                        <a:spcBef>
                          <a:spcPts val="100"/>
                        </a:spcBef>
                      </a:pPr>
                      <a:r>
                        <a:rPr sz="1150" spc="565">
                          <a:latin typeface="Arial"/>
                          <a:cs typeface="Arial"/>
                        </a:rPr>
                        <a:t>_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7945" marR="143510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^!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row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540385" marR="167005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577215" marR="272415" algn="ct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47650">
                        <a:spcBef>
                          <a:spcPts val="100"/>
                        </a:spcBef>
                      </a:pPr>
                      <a:r>
                        <a:rPr sz="1150" spc="4530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16205" algn="r">
                        <a:spcBef>
                          <a:spcPts val="100"/>
                        </a:spcBef>
                      </a:pPr>
                      <a:r>
                        <a:rPr sz="1150" spc="4735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35890" algn="r">
                        <a:spcBef>
                          <a:spcPts val="100"/>
                        </a:spcBef>
                      </a:pPr>
                      <a:r>
                        <a:rPr sz="1150" spc="5535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5635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4230">
                          <a:latin typeface="Arial"/>
                          <a:cs typeface="Arial"/>
                        </a:rPr>
                        <a:t>`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286385" algn="r">
                        <a:spcBef>
                          <a:spcPts val="100"/>
                        </a:spcBef>
                      </a:pPr>
                      <a:r>
                        <a:rPr sz="1150" spc="6175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155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577215" marR="272415" algn="ct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47650">
                        <a:spcBef>
                          <a:spcPts val="100"/>
                        </a:spcBef>
                      </a:pPr>
                      <a:r>
                        <a:rPr sz="1150" spc="453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16205" algn="r">
                        <a:spcBef>
                          <a:spcPts val="100"/>
                        </a:spcBef>
                      </a:pPr>
                      <a:r>
                        <a:rPr sz="1150" spc="4735">
                          <a:latin typeface="Arial"/>
                          <a:cs typeface="Arial"/>
                        </a:rPr>
                        <a:t>b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35890" algn="r">
                        <a:spcBef>
                          <a:spcPts val="100"/>
                        </a:spcBef>
                      </a:pPr>
                      <a:r>
                        <a:rPr sz="1150" spc="553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563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4230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285750" algn="r">
                        <a:spcBef>
                          <a:spcPts val="100"/>
                        </a:spcBef>
                      </a:pPr>
                      <a:r>
                        <a:rPr sz="1150" spc="612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205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577215" marR="272415" algn="ct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48285">
                        <a:spcBef>
                          <a:spcPts val="100"/>
                        </a:spcBef>
                      </a:pPr>
                      <a:r>
                        <a:rPr sz="1150" spc="453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1115" algn="r">
                        <a:spcBef>
                          <a:spcPts val="100"/>
                        </a:spcBef>
                      </a:pPr>
                      <a:r>
                        <a:rPr sz="1150" spc="4065">
                          <a:latin typeface="Arial"/>
                          <a:cs typeface="Arial"/>
                        </a:rPr>
                        <a:t>a</a:t>
                      </a:r>
                      <a:r>
                        <a:rPr sz="1150">
                          <a:latin typeface="Arial"/>
                          <a:cs typeface="Arial"/>
                        </a:rPr>
                        <a:t>`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35890" algn="r">
                        <a:spcBef>
                          <a:spcPts val="100"/>
                        </a:spcBef>
                      </a:pPr>
                      <a:r>
                        <a:rPr sz="1150" spc="5535">
                          <a:latin typeface="Arial"/>
                          <a:cs typeface="Arial"/>
                        </a:rPr>
                        <a:t>d</a:t>
                      </a:r>
                      <a:r>
                        <a:rPr sz="1150" spc="5635">
                          <a:latin typeface="Arial"/>
                          <a:cs typeface="Arial"/>
                        </a:rPr>
                        <a:t>d</a:t>
                      </a:r>
                      <a:r>
                        <a:rPr sz="1150" spc="423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370205" marR="167640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R="167005">
                        <a:spcBef>
                          <a:spcPts val="100"/>
                        </a:spcBef>
                      </a:pPr>
                      <a:r>
                        <a:rPr sz="1150" spc="633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7305" marR="273050" algn="ct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19710">
                        <a:spcBef>
                          <a:spcPts val="100"/>
                        </a:spcBef>
                      </a:pPr>
                      <a:r>
                        <a:rPr sz="1150" spc="40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35255" algn="r">
                        <a:spcBef>
                          <a:spcPts val="100"/>
                        </a:spcBef>
                      </a:pPr>
                      <a:r>
                        <a:rPr sz="1150" spc="5535">
                          <a:latin typeface="Arial"/>
                          <a:cs typeface="Arial"/>
                        </a:rPr>
                        <a:t>e</a:t>
                      </a:r>
                      <a:r>
                        <a:rPr sz="1150" spc="5635">
                          <a:latin typeface="Arial"/>
                          <a:cs typeface="Arial"/>
                        </a:rPr>
                        <a:t>e</a:t>
                      </a:r>
                      <a:r>
                        <a:rPr sz="1150" spc="423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370205" marR="167640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576580" marR="273050" algn="ct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48285">
                        <a:spcBef>
                          <a:spcPts val="100"/>
                        </a:spcBef>
                      </a:pPr>
                      <a:r>
                        <a:rPr sz="1150" spc="4530">
                          <a:latin typeface="Arial"/>
                          <a:cs typeface="Arial"/>
                        </a:rPr>
                        <a:t>d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1115" algn="r">
                        <a:spcBef>
                          <a:spcPts val="100"/>
                        </a:spcBef>
                      </a:pPr>
                      <a:r>
                        <a:rPr sz="1150" spc="4065">
                          <a:latin typeface="Arial"/>
                          <a:cs typeface="Arial"/>
                        </a:rPr>
                        <a:t>a</a:t>
                      </a:r>
                      <a:r>
                        <a:rPr sz="1150">
                          <a:latin typeface="Arial"/>
                          <a:cs typeface="Arial"/>
                        </a:rPr>
                        <a:t>f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35255" algn="r">
                        <a:spcBef>
                          <a:spcPts val="100"/>
                        </a:spcBef>
                      </a:pPr>
                      <a:r>
                        <a:rPr sz="1150" spc="5535">
                          <a:latin typeface="Arial"/>
                          <a:cs typeface="Arial"/>
                        </a:rPr>
                        <a:t>g</a:t>
                      </a:r>
                      <a:r>
                        <a:rPr sz="1150" spc="5635">
                          <a:latin typeface="Arial"/>
                          <a:cs typeface="Arial"/>
                        </a:rPr>
                        <a:t>f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285750" algn="r">
                        <a:spcBef>
                          <a:spcPts val="100"/>
                        </a:spcBef>
                      </a:pPr>
                      <a:r>
                        <a:rPr sz="1150" spc="6175">
                          <a:latin typeface="Arial"/>
                          <a:cs typeface="Arial"/>
                        </a:rPr>
                        <a:t>d</a:t>
                      </a:r>
                      <a:r>
                        <a:rPr sz="1150" spc="-155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576580" marR="273050" algn="ct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48285">
                        <a:spcBef>
                          <a:spcPts val="100"/>
                        </a:spcBef>
                      </a:pPr>
                      <a:r>
                        <a:rPr sz="1150" spc="4530">
                          <a:latin typeface="Arial"/>
                          <a:cs typeface="Arial"/>
                        </a:rPr>
                        <a:t>b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0480" algn="r">
                        <a:spcBef>
                          <a:spcPts val="100"/>
                        </a:spcBef>
                      </a:pPr>
                      <a:r>
                        <a:rPr sz="1150" spc="3834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23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1595" algn="r">
                        <a:spcBef>
                          <a:spcPts val="100"/>
                        </a:spcBef>
                      </a:pPr>
                      <a:r>
                        <a:rPr sz="1150" spc="4910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4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36245" marR="247650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60960">
                        <a:spcBef>
                          <a:spcPts val="100"/>
                        </a:spcBef>
                      </a:pPr>
                      <a:r>
                        <a:rPr sz="1150" spc="49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4605" algn="r">
                        <a:spcBef>
                          <a:spcPts val="100"/>
                        </a:spcBef>
                      </a:pPr>
                      <a:r>
                        <a:rPr sz="1150" spc="4230">
                          <a:latin typeface="Arial"/>
                          <a:cs typeface="Arial"/>
                        </a:rPr>
                        <a:t>d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285115" algn="r">
                        <a:spcBef>
                          <a:spcPts val="100"/>
                        </a:spcBef>
                      </a:pPr>
                      <a:r>
                        <a:rPr sz="1150" spc="6175">
                          <a:latin typeface="Arial"/>
                          <a:cs typeface="Arial"/>
                        </a:rPr>
                        <a:t>b</a:t>
                      </a:r>
                      <a:r>
                        <a:rPr sz="1150" spc="-155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576580" marR="273050" algn="ct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48285">
                        <a:spcBef>
                          <a:spcPts val="100"/>
                        </a:spcBef>
                      </a:pPr>
                      <a:r>
                        <a:rPr sz="1150" spc="4530">
                          <a:latin typeface="Arial"/>
                          <a:cs typeface="Arial"/>
                        </a:rPr>
                        <a:t>e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0480" algn="r">
                        <a:spcBef>
                          <a:spcPts val="100"/>
                        </a:spcBef>
                      </a:pPr>
                      <a:r>
                        <a:rPr sz="1150" spc="392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40">
                          <a:latin typeface="Arial"/>
                          <a:cs typeface="Arial"/>
                        </a:rPr>
                        <a:t>b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0165" algn="r">
                        <a:spcBef>
                          <a:spcPts val="100"/>
                        </a:spcBef>
                      </a:pPr>
                      <a:r>
                        <a:rPr sz="1150" spc="4850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15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36245" marR="247650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61595">
                        <a:spcBef>
                          <a:spcPts val="100"/>
                        </a:spcBef>
                      </a:pPr>
                      <a:r>
                        <a:rPr sz="1150" spc="49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4605" algn="r">
                        <a:spcBef>
                          <a:spcPts val="100"/>
                        </a:spcBef>
                      </a:pPr>
                      <a:r>
                        <a:rPr sz="1150" spc="4230">
                          <a:latin typeface="Arial"/>
                          <a:cs typeface="Arial"/>
                        </a:rPr>
                        <a:t>b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285115" algn="r">
                        <a:spcBef>
                          <a:spcPts val="100"/>
                        </a:spcBef>
                      </a:pPr>
                      <a:r>
                        <a:rPr sz="1150" spc="6175">
                          <a:latin typeface="Arial"/>
                          <a:cs typeface="Arial"/>
                        </a:rPr>
                        <a:t>e</a:t>
                      </a:r>
                      <a:r>
                        <a:rPr sz="1150" spc="-155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576580" marR="273685" algn="ct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48920">
                        <a:spcBef>
                          <a:spcPts val="100"/>
                        </a:spcBef>
                      </a:pPr>
                      <a:r>
                        <a:rPr sz="1150" spc="4530">
                          <a:latin typeface="Arial"/>
                          <a:cs typeface="Arial"/>
                        </a:rPr>
                        <a:t>f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0480" algn="r">
                        <a:spcBef>
                          <a:spcPts val="100"/>
                        </a:spcBef>
                      </a:pPr>
                      <a:r>
                        <a:rPr sz="1150" spc="4065">
                          <a:latin typeface="Arial"/>
                          <a:cs typeface="Arial"/>
                        </a:rPr>
                        <a:t>c</a:t>
                      </a:r>
                      <a:r>
                        <a:rPr sz="1150">
                          <a:latin typeface="Arial"/>
                          <a:cs typeface="Arial"/>
                        </a:rPr>
                        <a:t>`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0165" algn="r">
                        <a:spcBef>
                          <a:spcPts val="100"/>
                        </a:spcBef>
                      </a:pPr>
                      <a:r>
                        <a:rPr sz="1150" spc="4820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45">
                          <a:latin typeface="Arial"/>
                          <a:cs typeface="Arial"/>
                        </a:rPr>
                        <a:t>d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35560">
                        <a:spcBef>
                          <a:spcPts val="100"/>
                        </a:spcBef>
                      </a:pPr>
                      <a:r>
                        <a:rPr sz="1150" spc="4965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4230">
                          <a:latin typeface="Arial"/>
                          <a:cs typeface="Arial"/>
                        </a:rPr>
                        <a:t>e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285115" algn="r">
                        <a:spcBef>
                          <a:spcPts val="100"/>
                        </a:spcBef>
                      </a:pPr>
                      <a:r>
                        <a:rPr sz="1150" spc="6250">
                          <a:latin typeface="Arial"/>
                          <a:cs typeface="Arial"/>
                        </a:rPr>
                        <a:t>f</a:t>
                      </a:r>
                      <a:r>
                        <a:rPr sz="1150" spc="-8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575945" marR="273685" algn="ct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48920">
                        <a:spcBef>
                          <a:spcPts val="100"/>
                        </a:spcBef>
                      </a:pPr>
                      <a:r>
                        <a:rPr sz="1150" spc="4530">
                          <a:latin typeface="Arial"/>
                          <a:cs typeface="Arial"/>
                        </a:rPr>
                        <a:t>g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0480" algn="r">
                        <a:spcBef>
                          <a:spcPts val="100"/>
                        </a:spcBef>
                      </a:pPr>
                      <a:r>
                        <a:rPr sz="1150" spc="4065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0165" algn="r">
                        <a:spcBef>
                          <a:spcPts val="100"/>
                        </a:spcBef>
                      </a:pPr>
                      <a:r>
                        <a:rPr sz="1150" spc="4820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45">
                          <a:latin typeface="Arial"/>
                          <a:cs typeface="Arial"/>
                        </a:rPr>
                        <a:t>e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35610" marR="248285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b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61595">
                        <a:spcBef>
                          <a:spcPts val="100"/>
                        </a:spcBef>
                      </a:pPr>
                      <a:r>
                        <a:rPr sz="1150" spc="49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3970" algn="r">
                        <a:spcBef>
                          <a:spcPts val="100"/>
                        </a:spcBef>
                      </a:pPr>
                      <a:r>
                        <a:rPr sz="1150" spc="4230">
                          <a:latin typeface="Arial"/>
                          <a:cs typeface="Arial"/>
                        </a:rPr>
                        <a:t>f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285115" algn="r">
                        <a:spcBef>
                          <a:spcPts val="100"/>
                        </a:spcBef>
                      </a:pPr>
                      <a:r>
                        <a:rPr sz="1150" spc="6175">
                          <a:latin typeface="Arial"/>
                          <a:cs typeface="Arial"/>
                        </a:rPr>
                        <a:t>g</a:t>
                      </a:r>
                      <a:r>
                        <a:rPr sz="1150" spc="-155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06400" marR="121920" algn="ctr">
                        <a:spcBef>
                          <a:spcPts val="100"/>
                        </a:spcBef>
                      </a:pPr>
                      <a:r>
                        <a:rPr sz="1150" spc="3659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05">
                          <a:latin typeface="Arial"/>
                          <a:cs typeface="Arial"/>
                        </a:rPr>
                        <a:t>````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11480" marR="182245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f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20345">
                        <a:spcBef>
                          <a:spcPts val="100"/>
                        </a:spcBef>
                      </a:pPr>
                      <a:r>
                        <a:rPr sz="1150" spc="4065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0165" algn="r">
                        <a:spcBef>
                          <a:spcPts val="100"/>
                        </a:spcBef>
                      </a:pPr>
                      <a:r>
                        <a:rPr sz="1150" spc="4820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45">
                          <a:latin typeface="Arial"/>
                          <a:cs typeface="Arial"/>
                        </a:rPr>
                        <a:t>g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35610" marR="248285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f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61595">
                        <a:spcBef>
                          <a:spcPts val="100"/>
                        </a:spcBef>
                      </a:pPr>
                      <a:r>
                        <a:rPr sz="1150" spc="49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3970" algn="r">
                        <a:spcBef>
                          <a:spcPts val="100"/>
                        </a:spcBef>
                      </a:pPr>
                      <a:r>
                        <a:rPr sz="1150" spc="4230">
                          <a:latin typeface="Arial"/>
                          <a:cs typeface="Arial"/>
                        </a:rPr>
                        <a:t>g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200025" algn="r">
                        <a:spcBef>
                          <a:spcPts val="100"/>
                        </a:spcBef>
                      </a:pPr>
                      <a:r>
                        <a:rPr sz="1150" spc="5460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05">
                          <a:latin typeface="Arial"/>
                          <a:cs typeface="Arial"/>
                        </a:rPr>
                        <a:t>````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17830" marR="99695" algn="ctr">
                        <a:spcBef>
                          <a:spcPts val="100"/>
                        </a:spcBef>
                      </a:pPr>
                      <a:r>
                        <a:rPr sz="1150" spc="3700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55">
                          <a:latin typeface="Arial"/>
                          <a:cs typeface="Arial"/>
                        </a:rPr>
                        <a:t>a```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11480" marR="182245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519430">
                        <a:spcBef>
                          <a:spcPts val="100"/>
                        </a:spcBef>
                      </a:pPr>
                      <a:r>
                        <a:rPr sz="1150" spc="472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40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350520" algn="r">
                        <a:spcBef>
                          <a:spcPts val="100"/>
                        </a:spcBef>
                      </a:pPr>
                      <a:r>
                        <a:rPr sz="1150" spc="4950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5">
                          <a:latin typeface="Arial"/>
                          <a:cs typeface="Arial"/>
                        </a:rPr>
                        <a:t>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373380" marR="273685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05740">
                        <a:spcBef>
                          <a:spcPts val="100"/>
                        </a:spcBef>
                      </a:pPr>
                      <a:r>
                        <a:rPr sz="1150" spc="35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211455" algn="r">
                        <a:spcBef>
                          <a:spcPts val="100"/>
                        </a:spcBef>
                      </a:pPr>
                      <a:r>
                        <a:rPr sz="1150" spc="5495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55">
                          <a:latin typeface="Arial"/>
                          <a:cs typeface="Arial"/>
                        </a:rPr>
                        <a:t>a```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06400" marR="121920" algn="ctr">
                        <a:spcBef>
                          <a:spcPts val="100"/>
                        </a:spcBef>
                      </a:pPr>
                      <a:r>
                        <a:rPr sz="1150" spc="3575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90">
                          <a:latin typeface="Arial"/>
                          <a:cs typeface="Arial"/>
                        </a:rPr>
                        <a:t>C```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11480" marR="182245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b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519430">
                        <a:spcBef>
                          <a:spcPts val="100"/>
                        </a:spcBef>
                      </a:pPr>
                      <a:r>
                        <a:rPr sz="1150" spc="475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1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350520" algn="r">
                        <a:spcBef>
                          <a:spcPts val="100"/>
                        </a:spcBef>
                      </a:pPr>
                      <a:r>
                        <a:rPr sz="1150" spc="482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40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373380" marR="273685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182880">
                        <a:spcBef>
                          <a:spcPts val="100"/>
                        </a:spcBef>
                      </a:pPr>
                      <a:r>
                        <a:rPr sz="1150" spc="365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200025" algn="r">
                        <a:lnSpc>
                          <a:spcPct val="81606"/>
                        </a:lnSpc>
                      </a:pPr>
                      <a:r>
                        <a:rPr sz="1150" spc="5375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90">
                          <a:latin typeface="Arial"/>
                          <a:cs typeface="Arial"/>
                        </a:rPr>
                        <a:t>C```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06400" marR="121920" algn="ctr">
                        <a:lnSpc>
                          <a:spcPct val="81606"/>
                        </a:lnSpc>
                      </a:pPr>
                      <a:r>
                        <a:rPr sz="1150" spc="3475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390">
                          <a:latin typeface="Arial"/>
                          <a:cs typeface="Arial"/>
                        </a:rPr>
                        <a:t>Ced`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11480" marR="182245">
                        <a:lnSpc>
                          <a:spcPct val="81606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20980">
                        <a:lnSpc>
                          <a:spcPct val="81606"/>
                        </a:lnSpc>
                      </a:pPr>
                      <a:r>
                        <a:rPr sz="1150" spc="4065">
                          <a:latin typeface="Arial"/>
                          <a:cs typeface="Arial"/>
                        </a:rPr>
                        <a:t>d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9530" algn="r">
                        <a:lnSpc>
                          <a:spcPct val="81606"/>
                        </a:lnSpc>
                      </a:pPr>
                      <a:r>
                        <a:rPr sz="1150" spc="472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40">
                          <a:latin typeface="Arial"/>
                          <a:cs typeface="Arial"/>
                        </a:rPr>
                        <a:t>d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350520" algn="r">
                        <a:lnSpc>
                          <a:spcPct val="81606"/>
                        </a:lnSpc>
                      </a:pPr>
                      <a:r>
                        <a:rPr sz="1150" spc="485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1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373380" marR="273685">
                        <a:lnSpc>
                          <a:spcPct val="81606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05740">
                        <a:lnSpc>
                          <a:spcPct val="81606"/>
                        </a:lnSpc>
                      </a:pPr>
                      <a:r>
                        <a:rPr sz="1150" spc="35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4945">
                <a:tc>
                  <a:txBody>
                    <a:bodyPr/>
                    <a:p>
                      <a:pPr marL="200025" algn="r">
                        <a:lnSpc>
                          <a:spcPct val="81606"/>
                        </a:lnSpc>
                      </a:pPr>
                      <a:r>
                        <a:rPr sz="1150" spc="5275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390">
                          <a:latin typeface="Arial"/>
                          <a:cs typeface="Arial"/>
                        </a:rPr>
                        <a:t>Ced`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194945" marR="544830" algn="ctr">
                        <a:lnSpc>
                          <a:spcPct val="81606"/>
                        </a:lnSpc>
                      </a:pPr>
                      <a:r>
                        <a:rPr sz="1150" spc="2200">
                          <a:latin typeface="Arial"/>
                          <a:cs typeface="Arial"/>
                        </a:rPr>
                        <a:t>h</a:t>
                      </a:r>
                      <a:r>
                        <a:rPr sz="1150">
                          <a:latin typeface="Arial"/>
                          <a:cs typeface="Arial"/>
                        </a:rPr>
                        <a:t>!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11480" marR="182245">
                        <a:lnSpc>
                          <a:spcPct val="81606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20345">
                        <a:lnSpc>
                          <a:spcPct val="81606"/>
                        </a:lnSpc>
                      </a:pPr>
                      <a:r>
                        <a:rPr sz="1150" spc="4065">
                          <a:latin typeface="Arial"/>
                          <a:cs typeface="Arial"/>
                        </a:rPr>
                        <a:t>d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0165" algn="r">
                        <a:lnSpc>
                          <a:spcPct val="81606"/>
                        </a:lnSpc>
                      </a:pPr>
                      <a:r>
                        <a:rPr sz="1150" spc="472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40">
                          <a:latin typeface="Arial"/>
                          <a:cs typeface="Arial"/>
                        </a:rPr>
                        <a:t>b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373380" marR="273685">
                        <a:lnSpc>
                          <a:spcPct val="81606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05740">
                        <a:lnSpc>
                          <a:spcPct val="81606"/>
                        </a:lnSpc>
                      </a:pPr>
                      <a:r>
                        <a:rPr sz="1150" spc="496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35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</a:tbl>
          </a:graphicData>
        </a:graphic>
      </p:graphicFrame>
      <p:graphicFrame>
        <p:nvGraphicFramePr>
          <p:cNvPr id="7" name="shape 7"/>
          <p:cNvGraphicFramePr>
            <a:graphicFrameLocks noGrp="1"/>
          </p:cNvGraphicFramePr>
          <p:nvPr/>
        </p:nvGraphicFramePr>
        <p:xfrm>
          <a:off x="1122388" y="5326888"/>
          <a:ext cx="5748567" cy="42539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72490"/>
                <a:gridCol w="542925"/>
                <a:gridCol w="629920"/>
                <a:gridCol w="289560"/>
                <a:gridCol w="456565"/>
                <a:gridCol w="462915"/>
                <a:gridCol w="657860"/>
                <a:gridCol w="473075"/>
                <a:gridCol w="362585"/>
                <a:gridCol w="351790"/>
                <a:gridCol w="434975"/>
                <a:gridCol w="245110"/>
              </a:tblGrid>
              <a:tr h="234315">
                <a:tc gridSpan="2">
                  <a:txBody>
                    <a:bodyPr/>
                    <a:p>
                      <a:pPr marL="107950" marR="186690" algn="r">
                        <a:spcBef>
                          <a:spcPts val="300"/>
                        </a:spcBef>
                        <a:tabLst>
                          <a:tab pos="742950" algn="l"/>
                        </a:tabLst>
                      </a:pPr>
                      <a:r>
                        <a:rPr sz="1150" spc="4215">
                          <a:latin typeface="Arial"/>
                          <a:cs typeface="Arial"/>
                        </a:rPr>
                        <a:t>V</a:t>
                      </a:r>
                      <a:r>
                        <a:rPr sz="1150" spc="-685">
                          <a:latin typeface="Arial"/>
                          <a:cs typeface="Arial"/>
                        </a:rPr>
                        <a:t>F</a:t>
                      </a:r>
                      <a:r>
                        <a:rPr sz="1150">
                          <a:latin typeface="Arial"/>
                          <a:cs typeface="Arial"/>
                        </a:rPr>
                        <a:t>	</a:t>
                      </a:r>
                      <a:r>
                        <a:rPr sz="1150">
                          <a:latin typeface="Arial"/>
                          <a:cs typeface="Arial"/>
                        </a:rPr>
                        <a:t>LKMM</a:t>
                      </a:r>
                      <a:endParaRPr/>
                    </a:p>
                  </a:txBody>
                  <a:tcPr marL="0" marR="0" marT="381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15875" marR="238125" algn="r">
                        <a:spcBef>
                          <a:spcPts val="300"/>
                        </a:spcBef>
                      </a:pPr>
                      <a:r>
                        <a:rPr sz="1150" spc="-115">
                          <a:latin typeface="Arial"/>
                          <a:cs typeface="Arial"/>
                        </a:rPr>
                        <a:t>N </a:t>
                      </a:r>
                      <a:r>
                        <a:rPr sz="1150">
                          <a:latin typeface="Arial"/>
                          <a:cs typeface="Arial"/>
                        </a:rPr>
                        <a:t>P</a:t>
                      </a:r>
                      <a:endParaRPr/>
                    </a:p>
                  </a:txBody>
                  <a:tcPr marL="0" marR="0" marT="381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8">
                  <a:txBody>
                    <a:bodyPr/>
                    <a:p>
                      <a:pPr marL="1055370" marR="1345565">
                        <a:spcBef>
                          <a:spcPts val="300"/>
                        </a:spcBef>
                        <a:tabLst>
                          <a:tab pos="1605915" algn="l"/>
                        </a:tabLst>
                      </a:pPr>
                      <a:r>
                        <a:rPr sz="1150" spc="3245">
                          <a:latin typeface="Arial"/>
                          <a:cs typeface="Arial"/>
                        </a:rPr>
                        <a:t>W</a:t>
                      </a:r>
                      <a:r>
                        <a:rPr sz="1150" spc="-4120">
                          <a:latin typeface="Arial"/>
                          <a:cs typeface="Arial"/>
                        </a:rPr>
                        <a:t>XE</a:t>
                      </a:r>
                      <a:r>
                        <a:rPr sz="1150">
                          <a:latin typeface="Arial"/>
                          <a:cs typeface="Arial"/>
                        </a:rPr>
                        <a:t>	</a:t>
                      </a:r>
                      <a:r>
                        <a:rPr sz="1150">
                          <a:latin typeface="Arial"/>
                          <a:cs typeface="Arial"/>
                        </a:rPr>
                        <a:t>W E L</a:t>
                      </a:r>
                      <a:endParaRPr/>
                    </a:p>
                  </a:txBody>
                  <a:tcPr marL="0" marR="0" marT="381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rowSpan="1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370205" marR="349250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B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R="19685" algn="r">
                        <a:spcBef>
                          <a:spcPts val="100"/>
                        </a:spcBef>
                      </a:pPr>
                      <a:r>
                        <a:rPr sz="1150" spc="5500">
                          <a:latin typeface="Arial"/>
                          <a:cs typeface="Arial"/>
                        </a:rPr>
                        <a:t>Y</a:t>
                      </a:r>
                      <a:r>
                        <a:rPr sz="1150" spc="600">
                          <a:latin typeface="Arial"/>
                          <a:cs typeface="Arial"/>
                        </a:rPr>
                        <a:t>Z</a:t>
                      </a:r>
                      <a:r>
                        <a:rPr sz="1150">
                          <a:latin typeface="Arial"/>
                          <a:cs typeface="Arial"/>
                        </a:rPr>
                        <a:t>B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88595" marR="288290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[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81915" marR="31750">
                        <a:spcBef>
                          <a:spcPts val="100"/>
                        </a:spcBef>
                      </a:pPr>
                      <a:r>
                        <a:rPr sz="1150" spc="185">
                          <a:latin typeface="Arial"/>
                          <a:cs typeface="Arial"/>
                        </a:rPr>
                        <a:t>\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15265" marR="88265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!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23190" marR="85725">
                        <a:spcBef>
                          <a:spcPts val="100"/>
                        </a:spcBef>
                      </a:pPr>
                      <a:r>
                        <a:rPr sz="1150" spc="800">
                          <a:latin typeface="Arial"/>
                          <a:cs typeface="Arial"/>
                        </a:rPr>
                        <a:t>]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430530" marR="74295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!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20015" marR="64770" algn="r">
                        <a:spcBef>
                          <a:spcPts val="100"/>
                        </a:spcBef>
                      </a:pPr>
                      <a:r>
                        <a:rPr sz="1150" spc="665">
                          <a:latin typeface="Arial"/>
                          <a:cs typeface="Arial"/>
                        </a:rPr>
                        <a:t>Z</a:t>
                      </a:r>
                      <a:r>
                        <a:rPr sz="1150">
                          <a:latin typeface="Arial"/>
                          <a:cs typeface="Arial"/>
                        </a:rPr>
                        <a:t>"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1595" marR="71755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^!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09855" marR="17145" algn="r">
                        <a:spcBef>
                          <a:spcPts val="100"/>
                        </a:spcBef>
                      </a:pPr>
                      <a:r>
                        <a:rPr sz="1150" spc="565">
                          <a:latin typeface="Arial"/>
                          <a:cs typeface="Arial"/>
                        </a:rPr>
                        <a:t>_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8580" marR="137160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^!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rowSpan="1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530860" marR="188595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593725" marR="256540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186690">
                        <a:spcBef>
                          <a:spcPts val="100"/>
                        </a:spcBef>
                      </a:pPr>
                      <a:r>
                        <a:rPr sz="1150" spc="4830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13665" algn="r">
                        <a:spcBef>
                          <a:spcPts val="100"/>
                        </a:spcBef>
                      </a:pPr>
                      <a:r>
                        <a:rPr sz="1150" spc="4535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08585" algn="r">
                        <a:spcBef>
                          <a:spcPts val="100"/>
                        </a:spcBef>
                      </a:pPr>
                      <a:r>
                        <a:rPr sz="1150" spc="5335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5935">
                          <a:latin typeface="Arial"/>
                          <a:cs typeface="Arial"/>
                        </a:rPr>
                        <a:t>a</a:t>
                      </a:r>
                      <a:r>
                        <a:rPr sz="1150">
                          <a:latin typeface="Arial"/>
                          <a:cs typeface="Arial"/>
                        </a:rPr>
                        <a:t>`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rowSpan="1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276860" algn="r">
                        <a:spcBef>
                          <a:spcPts val="100"/>
                        </a:spcBef>
                      </a:pPr>
                      <a:r>
                        <a:rPr sz="1150" spc="6075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155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593725" marR="256540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186690">
                        <a:spcBef>
                          <a:spcPts val="100"/>
                        </a:spcBef>
                      </a:pPr>
                      <a:r>
                        <a:rPr sz="1150" spc="483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13665" algn="r">
                        <a:spcBef>
                          <a:spcPts val="100"/>
                        </a:spcBef>
                      </a:pPr>
                      <a:r>
                        <a:rPr sz="1150" spc="4535">
                          <a:latin typeface="Arial"/>
                          <a:cs typeface="Arial"/>
                        </a:rPr>
                        <a:t>b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08585" algn="r">
                        <a:spcBef>
                          <a:spcPts val="100"/>
                        </a:spcBef>
                      </a:pPr>
                      <a:r>
                        <a:rPr sz="1150" spc="533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5935">
                          <a:latin typeface="Arial"/>
                          <a:cs typeface="Arial"/>
                        </a:rPr>
                        <a:t>c</a:t>
                      </a:r>
                      <a:r>
                        <a:rPr sz="1150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rowSpan="1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276860" algn="r">
                        <a:spcBef>
                          <a:spcPts val="100"/>
                        </a:spcBef>
                      </a:pPr>
                      <a:r>
                        <a:rPr sz="1150" spc="6030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20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593725" marR="256540" algn="r">
                        <a:spcBef>
                          <a:spcPts val="100"/>
                        </a:spcBef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186690">
                        <a:spcBef>
                          <a:spcPts val="100"/>
                        </a:spcBef>
                      </a:pPr>
                      <a:r>
                        <a:rPr sz="1150" spc="483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marL="0" marR="0" marT="1270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9210" algn="r">
                        <a:spcBef>
                          <a:spcPts val="100"/>
                        </a:spcBef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a</a:t>
                      </a:r>
                      <a:r>
                        <a:rPr sz="1150">
                          <a:latin typeface="Arial"/>
                          <a:cs typeface="Arial"/>
                        </a:rPr>
                        <a:t>`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08585" algn="r">
                        <a:spcBef>
                          <a:spcPts val="100"/>
                        </a:spcBef>
                      </a:pPr>
                      <a:r>
                        <a:rPr sz="1150" spc="5335">
                          <a:latin typeface="Arial"/>
                          <a:cs typeface="Arial"/>
                        </a:rPr>
                        <a:t>d</a:t>
                      </a:r>
                      <a:r>
                        <a:rPr sz="1150" spc="5935">
                          <a:latin typeface="Arial"/>
                          <a:cs typeface="Arial"/>
                        </a:rPr>
                        <a:t>d</a:t>
                      </a:r>
                      <a:r>
                        <a:rPr sz="115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marL="0" marR="0" marT="1270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rowSpan="1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361315" marR="188595" algn="r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R="194310" algn="r">
                        <a:lnSpc>
                          <a:spcPct val="81607"/>
                        </a:lnSpc>
                      </a:pPr>
                      <a:r>
                        <a:rPr sz="1150" spc="623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50800" marR="256540" algn="r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46380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08585" algn="r">
                        <a:lnSpc>
                          <a:spcPct val="81607"/>
                        </a:lnSpc>
                      </a:pPr>
                      <a:r>
                        <a:rPr sz="1150" spc="5335">
                          <a:latin typeface="Arial"/>
                          <a:cs typeface="Arial"/>
                        </a:rPr>
                        <a:t>e</a:t>
                      </a:r>
                      <a:r>
                        <a:rPr sz="1150" spc="5935">
                          <a:latin typeface="Arial"/>
                          <a:cs typeface="Arial"/>
                        </a:rPr>
                        <a:t>e</a:t>
                      </a:r>
                      <a:r>
                        <a:rPr sz="115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rowSpan="1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361315" marR="188595" algn="r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593725" marR="256540" algn="r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186690">
                        <a:lnSpc>
                          <a:spcPct val="81607"/>
                        </a:lnSpc>
                      </a:pPr>
                      <a:r>
                        <a:rPr sz="1150" spc="4830">
                          <a:latin typeface="Arial"/>
                          <a:cs typeface="Arial"/>
                        </a:rPr>
                        <a:t>d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9210" algn="r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a</a:t>
                      </a:r>
                      <a:r>
                        <a:rPr sz="1150">
                          <a:latin typeface="Arial"/>
                          <a:cs typeface="Arial"/>
                        </a:rPr>
                        <a:t>f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108585" algn="r">
                        <a:lnSpc>
                          <a:spcPct val="81607"/>
                        </a:lnSpc>
                      </a:pPr>
                      <a:r>
                        <a:rPr sz="1150" spc="5335">
                          <a:latin typeface="Arial"/>
                          <a:cs typeface="Arial"/>
                        </a:rPr>
                        <a:t>g</a:t>
                      </a:r>
                      <a:r>
                        <a:rPr sz="1150" spc="5935">
                          <a:latin typeface="Arial"/>
                          <a:cs typeface="Arial"/>
                        </a:rPr>
                        <a:t>f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rowSpan="1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276860" algn="r">
                        <a:lnSpc>
                          <a:spcPct val="81607"/>
                        </a:lnSpc>
                      </a:pPr>
                      <a:r>
                        <a:rPr sz="1150" spc="6075">
                          <a:latin typeface="Arial"/>
                          <a:cs typeface="Arial"/>
                        </a:rPr>
                        <a:t>d</a:t>
                      </a:r>
                      <a:r>
                        <a:rPr sz="1150" spc="-155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593725" marR="256540" algn="r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186690">
                        <a:lnSpc>
                          <a:spcPct val="81607"/>
                        </a:lnSpc>
                      </a:pPr>
                      <a:r>
                        <a:rPr sz="1150" spc="4830">
                          <a:latin typeface="Arial"/>
                          <a:cs typeface="Arial"/>
                        </a:rPr>
                        <a:t>b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9210" algn="r">
                        <a:lnSpc>
                          <a:spcPct val="81607"/>
                        </a:lnSpc>
                      </a:pPr>
                      <a:r>
                        <a:rPr sz="1150" spc="3634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23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35560" algn="r">
                        <a:lnSpc>
                          <a:spcPct val="81607"/>
                        </a:lnSpc>
                      </a:pPr>
                      <a:r>
                        <a:rPr sz="1150" spc="4710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4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41325" marR="241300" algn="r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8890" algn="r">
                        <a:lnSpc>
                          <a:spcPct val="81607"/>
                        </a:lnSpc>
                      </a:pPr>
                      <a:r>
                        <a:rPr sz="1150" spc="52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6675" marR="215265" algn="r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d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rowSpan="1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276860" algn="r">
                        <a:lnSpc>
                          <a:spcPct val="81607"/>
                        </a:lnSpc>
                      </a:pPr>
                      <a:r>
                        <a:rPr sz="1150" spc="6075">
                          <a:latin typeface="Arial"/>
                          <a:cs typeface="Arial"/>
                        </a:rPr>
                        <a:t>b</a:t>
                      </a:r>
                      <a:r>
                        <a:rPr sz="1150" spc="-155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593725" marR="256540" algn="r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186690">
                        <a:lnSpc>
                          <a:spcPct val="81607"/>
                        </a:lnSpc>
                      </a:pPr>
                      <a:r>
                        <a:rPr sz="1150" spc="4830">
                          <a:latin typeface="Arial"/>
                          <a:cs typeface="Arial"/>
                        </a:rPr>
                        <a:t>e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9210" algn="r">
                        <a:lnSpc>
                          <a:spcPct val="81607"/>
                        </a:lnSpc>
                      </a:pPr>
                      <a:r>
                        <a:rPr sz="1150" spc="372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40">
                          <a:latin typeface="Arial"/>
                          <a:cs typeface="Arial"/>
                        </a:rPr>
                        <a:t>b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4130" algn="r">
                        <a:lnSpc>
                          <a:spcPct val="81607"/>
                        </a:lnSpc>
                      </a:pPr>
                      <a:r>
                        <a:rPr sz="1150" spc="4650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15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41325" marR="241300" algn="r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8890" algn="r">
                        <a:lnSpc>
                          <a:spcPct val="81607"/>
                        </a:lnSpc>
                      </a:pPr>
                      <a:r>
                        <a:rPr sz="1150" spc="52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6675" marR="215265" algn="r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b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rowSpan="1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276860" algn="r">
                        <a:lnSpc>
                          <a:spcPct val="81607"/>
                        </a:lnSpc>
                      </a:pPr>
                      <a:r>
                        <a:rPr sz="1150" spc="6075">
                          <a:latin typeface="Arial"/>
                          <a:cs typeface="Arial"/>
                        </a:rPr>
                        <a:t>e</a:t>
                      </a:r>
                      <a:r>
                        <a:rPr sz="1150" spc="-155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593725" marR="256540" algn="r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186690">
                        <a:lnSpc>
                          <a:spcPct val="81607"/>
                        </a:lnSpc>
                      </a:pPr>
                      <a:r>
                        <a:rPr sz="1150" spc="4830">
                          <a:latin typeface="Arial"/>
                          <a:cs typeface="Arial"/>
                        </a:rPr>
                        <a:t>f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9210" algn="r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c</a:t>
                      </a:r>
                      <a:r>
                        <a:rPr sz="1150">
                          <a:latin typeface="Arial"/>
                          <a:cs typeface="Arial"/>
                        </a:rPr>
                        <a:t>`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4130" algn="r">
                        <a:lnSpc>
                          <a:spcPct val="81607"/>
                        </a:lnSpc>
                      </a:pPr>
                      <a:r>
                        <a:rPr sz="1150" spc="4620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45">
                          <a:latin typeface="Arial"/>
                          <a:cs typeface="Arial"/>
                        </a:rPr>
                        <a:t>d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356870" algn="r">
                        <a:lnSpc>
                          <a:spcPct val="81607"/>
                        </a:lnSpc>
                      </a:pPr>
                      <a:r>
                        <a:rPr sz="1150" spc="5265">
                          <a:latin typeface="Arial"/>
                          <a:cs typeface="Arial"/>
                        </a:rPr>
                        <a:t>a</a:t>
                      </a:r>
                      <a:r>
                        <a:rPr sz="1150">
                          <a:latin typeface="Arial"/>
                          <a:cs typeface="Arial"/>
                        </a:rPr>
                        <a:t>e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rowSpan="1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276860" algn="r">
                        <a:lnSpc>
                          <a:spcPct val="81607"/>
                        </a:lnSpc>
                      </a:pPr>
                      <a:r>
                        <a:rPr sz="1150" spc="6155">
                          <a:latin typeface="Arial"/>
                          <a:cs typeface="Arial"/>
                        </a:rPr>
                        <a:t>f</a:t>
                      </a:r>
                      <a:r>
                        <a:rPr sz="1150" spc="-75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593725" marR="256540" algn="r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186690">
                        <a:lnSpc>
                          <a:spcPct val="81607"/>
                        </a:lnSpc>
                      </a:pPr>
                      <a:r>
                        <a:rPr sz="1150" spc="4830">
                          <a:latin typeface="Arial"/>
                          <a:cs typeface="Arial"/>
                        </a:rPr>
                        <a:t>g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9210" algn="r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4130" algn="r">
                        <a:lnSpc>
                          <a:spcPct val="81607"/>
                        </a:lnSpc>
                      </a:pPr>
                      <a:r>
                        <a:rPr sz="1150" spc="4620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45">
                          <a:latin typeface="Arial"/>
                          <a:cs typeface="Arial"/>
                        </a:rPr>
                        <a:t>e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41325" marR="241300" algn="r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b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8890" algn="r">
                        <a:lnSpc>
                          <a:spcPct val="81607"/>
                        </a:lnSpc>
                      </a:pPr>
                      <a:r>
                        <a:rPr sz="1150" spc="52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6675" marR="215265" algn="r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f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rowSpan="1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276860" algn="r">
                        <a:lnSpc>
                          <a:spcPct val="81607"/>
                        </a:lnSpc>
                      </a:pPr>
                      <a:r>
                        <a:rPr sz="1150" spc="6075">
                          <a:latin typeface="Arial"/>
                          <a:cs typeface="Arial"/>
                        </a:rPr>
                        <a:t>g</a:t>
                      </a:r>
                      <a:r>
                        <a:rPr sz="1150" spc="-155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24180" marR="66675" algn="r">
                        <a:lnSpc>
                          <a:spcPct val="81607"/>
                        </a:lnSpc>
                      </a:pPr>
                      <a:r>
                        <a:rPr sz="1150" spc="3965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00">
                          <a:latin typeface="Arial"/>
                          <a:cs typeface="Arial"/>
                        </a:rPr>
                        <a:t>````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03225" marR="189865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f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46380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4130" algn="r">
                        <a:lnSpc>
                          <a:spcPct val="81607"/>
                        </a:lnSpc>
                      </a:pPr>
                      <a:r>
                        <a:rPr sz="1150" spc="4620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45">
                          <a:latin typeface="Arial"/>
                          <a:cs typeface="Arial"/>
                        </a:rPr>
                        <a:t>g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41325" marR="241300" algn="r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f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8890" algn="r">
                        <a:lnSpc>
                          <a:spcPct val="81607"/>
                        </a:lnSpc>
                      </a:pPr>
                      <a:r>
                        <a:rPr sz="1150" spc="52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66675" marR="215265" algn="r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g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rowSpan="1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191770" algn="r">
                        <a:lnSpc>
                          <a:spcPct val="81607"/>
                        </a:lnSpc>
                      </a:pPr>
                      <a:r>
                        <a:rPr sz="1150" spc="5365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00">
                          <a:latin typeface="Arial"/>
                          <a:cs typeface="Arial"/>
                        </a:rPr>
                        <a:t>````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35610" marR="43815" algn="r">
                        <a:lnSpc>
                          <a:spcPct val="81607"/>
                        </a:lnSpc>
                      </a:pPr>
                      <a:r>
                        <a:rPr sz="1150" spc="4005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50">
                          <a:latin typeface="Arial"/>
                          <a:cs typeface="Arial"/>
                        </a:rPr>
                        <a:t>a```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03225" marR="189865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87045">
                        <a:lnSpc>
                          <a:spcPct val="81607"/>
                        </a:lnSpc>
                      </a:pPr>
                      <a:r>
                        <a:rPr sz="1150" spc="452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40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356870" algn="r">
                        <a:lnSpc>
                          <a:spcPct val="81607"/>
                        </a:lnSpc>
                      </a:pPr>
                      <a:r>
                        <a:rPr sz="1150" spc="5250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5">
                          <a:latin typeface="Arial"/>
                          <a:cs typeface="Arial"/>
                        </a:rPr>
                        <a:t>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18465" marR="215265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53975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203200" algn="r">
                        <a:lnSpc>
                          <a:spcPct val="81607"/>
                        </a:lnSpc>
                      </a:pPr>
                      <a:r>
                        <a:rPr sz="1150" spc="5400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50">
                          <a:latin typeface="Arial"/>
                          <a:cs typeface="Arial"/>
                        </a:rPr>
                        <a:t>a```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24180" marR="66675" algn="r">
                        <a:lnSpc>
                          <a:spcPct val="81607"/>
                        </a:lnSpc>
                      </a:pPr>
                      <a:r>
                        <a:rPr sz="1150" spc="3875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90">
                          <a:latin typeface="Arial"/>
                          <a:cs typeface="Arial"/>
                        </a:rPr>
                        <a:t>C```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03225" marR="189865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b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87045">
                        <a:lnSpc>
                          <a:spcPct val="81607"/>
                        </a:lnSpc>
                      </a:pPr>
                      <a:r>
                        <a:rPr sz="1150" spc="455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1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356870" algn="r">
                        <a:lnSpc>
                          <a:spcPct val="81607"/>
                        </a:lnSpc>
                      </a:pPr>
                      <a:r>
                        <a:rPr sz="1150" spc="512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40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19100" marR="214630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31115">
                        <a:lnSpc>
                          <a:spcPct val="81607"/>
                        </a:lnSpc>
                      </a:pPr>
                      <a:r>
                        <a:rPr sz="1150" spc="395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192405" algn="r">
                        <a:lnSpc>
                          <a:spcPct val="81607"/>
                        </a:lnSpc>
                      </a:pPr>
                      <a:r>
                        <a:rPr sz="1150" spc="5275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90">
                          <a:latin typeface="Arial"/>
                          <a:cs typeface="Arial"/>
                        </a:rPr>
                        <a:t>C```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24815" marR="66675" algn="r">
                        <a:lnSpc>
                          <a:spcPct val="81607"/>
                        </a:lnSpc>
                      </a:pPr>
                      <a:r>
                        <a:rPr sz="1150" spc="3925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40">
                          <a:latin typeface="Arial"/>
                          <a:cs typeface="Arial"/>
                        </a:rPr>
                        <a:t>c```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03860" marR="189230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46380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d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4130" algn="r">
                        <a:lnSpc>
                          <a:spcPct val="81607"/>
                        </a:lnSpc>
                      </a:pPr>
                      <a:r>
                        <a:rPr sz="1150" spc="452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40">
                          <a:latin typeface="Arial"/>
                          <a:cs typeface="Arial"/>
                        </a:rPr>
                        <a:t>d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356870" algn="r">
                        <a:lnSpc>
                          <a:spcPct val="81607"/>
                        </a:lnSpc>
                      </a:pPr>
                      <a:r>
                        <a:rPr sz="1150" spc="515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1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19100" marR="214630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53975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192405" algn="r">
                        <a:lnSpc>
                          <a:spcPct val="81607"/>
                        </a:lnSpc>
                      </a:pPr>
                      <a:r>
                        <a:rPr sz="1150" spc="5325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40">
                          <a:latin typeface="Arial"/>
                          <a:cs typeface="Arial"/>
                        </a:rPr>
                        <a:t>c```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24815" marR="66675" algn="r">
                        <a:lnSpc>
                          <a:spcPct val="81607"/>
                        </a:lnSpc>
                      </a:pPr>
                      <a:r>
                        <a:rPr sz="1150" spc="4009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155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03860" marR="189230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d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46380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d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4130" algn="r">
                        <a:lnSpc>
                          <a:spcPct val="81607"/>
                        </a:lnSpc>
                      </a:pPr>
                      <a:r>
                        <a:rPr sz="1150" spc="452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40">
                          <a:latin typeface="Arial"/>
                          <a:cs typeface="Arial"/>
                        </a:rPr>
                        <a:t>e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356870" algn="r">
                        <a:lnSpc>
                          <a:spcPct val="81607"/>
                        </a:lnSpc>
                      </a:pPr>
                      <a:r>
                        <a:rPr sz="1150" spc="512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40">
                          <a:latin typeface="Arial"/>
                          <a:cs typeface="Arial"/>
                        </a:rPr>
                        <a:t>d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19100" marR="214630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53975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192405" algn="r">
                        <a:lnSpc>
                          <a:spcPct val="81607"/>
                        </a:lnSpc>
                      </a:pPr>
                      <a:r>
                        <a:rPr sz="1150" spc="5410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155">
                          <a:latin typeface="Arial"/>
                          <a:cs typeface="Arial"/>
                        </a:rPr>
                        <a:t>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24815" marR="66675" algn="r">
                        <a:lnSpc>
                          <a:spcPct val="81607"/>
                        </a:lnSpc>
                      </a:pPr>
                      <a:r>
                        <a:rPr sz="1150" spc="3909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55">
                          <a:latin typeface="Arial"/>
                          <a:cs typeface="Arial"/>
                        </a:rPr>
                        <a:t>d```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03860" marR="189230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g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46380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d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4130" algn="r">
                        <a:lnSpc>
                          <a:spcPct val="81607"/>
                        </a:lnSpc>
                      </a:pPr>
                      <a:r>
                        <a:rPr sz="1150" spc="452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40">
                          <a:latin typeface="Arial"/>
                          <a:cs typeface="Arial"/>
                        </a:rPr>
                        <a:t>g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356870" algn="r">
                        <a:lnSpc>
                          <a:spcPct val="81607"/>
                        </a:lnSpc>
                      </a:pPr>
                      <a:r>
                        <a:rPr sz="1150" spc="512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40">
                          <a:latin typeface="Arial"/>
                          <a:cs typeface="Arial"/>
                        </a:rPr>
                        <a:t>e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53975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192405" algn="r">
                        <a:lnSpc>
                          <a:spcPct val="81607"/>
                        </a:lnSpc>
                      </a:pPr>
                      <a:r>
                        <a:rPr sz="1150" spc="5310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55">
                          <a:latin typeface="Arial"/>
                          <a:cs typeface="Arial"/>
                        </a:rPr>
                        <a:t>d```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24815" marR="66675" algn="r">
                        <a:lnSpc>
                          <a:spcPct val="81607"/>
                        </a:lnSpc>
                      </a:pPr>
                      <a:r>
                        <a:rPr sz="1150" spc="3909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55">
                          <a:latin typeface="Arial"/>
                          <a:cs typeface="Arial"/>
                        </a:rPr>
                        <a:t>b```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03860" marR="189230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46380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b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4130" algn="r">
                        <a:lnSpc>
                          <a:spcPct val="81607"/>
                        </a:lnSpc>
                      </a:pPr>
                      <a:r>
                        <a:rPr sz="1150" spc="4650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356870" algn="r">
                        <a:lnSpc>
                          <a:spcPct val="81607"/>
                        </a:lnSpc>
                      </a:pPr>
                      <a:r>
                        <a:rPr sz="1150" spc="5125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40">
                          <a:latin typeface="Arial"/>
                          <a:cs typeface="Arial"/>
                        </a:rPr>
                        <a:t>g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endParaRPr sz="1000"/>
                    </a:p>
                  </a:txBody>
                  <a:tcPr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53975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192405" algn="r">
                        <a:lnSpc>
                          <a:spcPct val="81607"/>
                        </a:lnSpc>
                      </a:pPr>
                      <a:r>
                        <a:rPr sz="1150" spc="5310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55">
                          <a:latin typeface="Arial"/>
                          <a:cs typeface="Arial"/>
                        </a:rPr>
                        <a:t>b```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24815" marR="66675" algn="r">
                        <a:lnSpc>
                          <a:spcPct val="81607"/>
                        </a:lnSpc>
                      </a:pPr>
                      <a:r>
                        <a:rPr sz="1150" spc="3909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55">
                          <a:latin typeface="Arial"/>
                          <a:cs typeface="Arial"/>
                        </a:rPr>
                        <a:t>e```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03860" marR="189230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e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46380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b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4130" algn="r">
                        <a:lnSpc>
                          <a:spcPct val="81607"/>
                        </a:lnSpc>
                      </a:pPr>
                      <a:r>
                        <a:rPr sz="1150" spc="4665">
                          <a:latin typeface="Arial"/>
                          <a:cs typeface="Arial"/>
                        </a:rPr>
                        <a:t>c</a:t>
                      </a:r>
                      <a:r>
                        <a:rPr sz="115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356870" algn="r">
                        <a:lnSpc>
                          <a:spcPct val="81607"/>
                        </a:lnSpc>
                      </a:pPr>
                      <a:r>
                        <a:rPr sz="1150" spc="5250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19100" marR="214630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d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53975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192405" algn="r">
                        <a:lnSpc>
                          <a:spcPct val="81607"/>
                        </a:lnSpc>
                      </a:pPr>
                      <a:r>
                        <a:rPr sz="1150" spc="5310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55">
                          <a:latin typeface="Arial"/>
                          <a:cs typeface="Arial"/>
                        </a:rPr>
                        <a:t>e```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24815" marR="66675" algn="r">
                        <a:lnSpc>
                          <a:spcPct val="81607"/>
                        </a:lnSpc>
                      </a:pPr>
                      <a:r>
                        <a:rPr sz="1150" spc="3975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190">
                          <a:latin typeface="Arial"/>
                          <a:cs typeface="Arial"/>
                        </a:rPr>
                        <a:t>f```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03860" marR="189230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46380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e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4130" algn="r">
                        <a:lnSpc>
                          <a:spcPct val="81607"/>
                        </a:lnSpc>
                      </a:pPr>
                      <a:r>
                        <a:rPr sz="1150" spc="4650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5">
                          <a:latin typeface="Arial"/>
                          <a:cs typeface="Arial"/>
                        </a:rPr>
                        <a:t>d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356870" algn="r">
                        <a:lnSpc>
                          <a:spcPct val="81607"/>
                        </a:lnSpc>
                      </a:pPr>
                      <a:r>
                        <a:rPr sz="1150" spc="5265">
                          <a:latin typeface="Arial"/>
                          <a:cs typeface="Arial"/>
                        </a:rPr>
                        <a:t>c</a:t>
                      </a:r>
                      <a:r>
                        <a:rPr sz="1150">
                          <a:latin typeface="Arial"/>
                          <a:cs typeface="Arial"/>
                        </a:rPr>
                        <a:t>c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19100" marR="214630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b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53975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192405" algn="r">
                        <a:lnSpc>
                          <a:spcPct val="81607"/>
                        </a:lnSpc>
                      </a:pPr>
                      <a:r>
                        <a:rPr sz="1150" spc="5375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190">
                          <a:latin typeface="Arial"/>
                          <a:cs typeface="Arial"/>
                        </a:rPr>
                        <a:t>f```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424815" marR="66675" algn="r">
                        <a:lnSpc>
                          <a:spcPct val="81607"/>
                        </a:lnSpc>
                      </a:pPr>
                      <a:r>
                        <a:rPr sz="1150" spc="3909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55">
                          <a:latin typeface="Arial"/>
                          <a:cs typeface="Arial"/>
                        </a:rPr>
                        <a:t>g```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03860" marR="189230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d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46380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e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4130" algn="r">
                        <a:lnSpc>
                          <a:spcPct val="81607"/>
                        </a:lnSpc>
                      </a:pPr>
                      <a:r>
                        <a:rPr sz="1150" spc="4650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5">
                          <a:latin typeface="Arial"/>
                          <a:cs typeface="Arial"/>
                        </a:rPr>
                        <a:t>e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356870" algn="r">
                        <a:lnSpc>
                          <a:spcPct val="81607"/>
                        </a:lnSpc>
                      </a:pPr>
                      <a:r>
                        <a:rPr sz="1150" spc="5250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5">
                          <a:latin typeface="Arial"/>
                          <a:cs typeface="Arial"/>
                        </a:rPr>
                        <a:t>d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19100" marR="214630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e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53975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  <a:tr h="191135">
                <a:tc>
                  <a:txBody>
                    <a:bodyPr/>
                    <a:p>
                      <a:pPr marL="192405" algn="r">
                        <a:lnSpc>
                          <a:spcPct val="81607"/>
                        </a:lnSpc>
                      </a:pPr>
                      <a:r>
                        <a:rPr sz="1150" spc="5310">
                          <a:latin typeface="Arial"/>
                          <a:cs typeface="Arial"/>
                        </a:rPr>
                        <a:t>a</a:t>
                      </a:r>
                      <a:r>
                        <a:rPr sz="1150" spc="-255">
                          <a:latin typeface="Arial"/>
                          <a:cs typeface="Arial"/>
                        </a:rPr>
                        <a:t>g```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213360" marR="488950" algn="r">
                        <a:lnSpc>
                          <a:spcPct val="81607"/>
                        </a:lnSpc>
                      </a:pPr>
                      <a:r>
                        <a:rPr sz="1150" spc="2500">
                          <a:latin typeface="Arial"/>
                          <a:cs typeface="Arial"/>
                        </a:rPr>
                        <a:t>h</a:t>
                      </a:r>
                      <a:r>
                        <a:rPr sz="1150">
                          <a:latin typeface="Arial"/>
                          <a:cs typeface="Arial"/>
                        </a:rPr>
                        <a:t>!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03860" marR="189230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e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246380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e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24130" algn="r">
                        <a:lnSpc>
                          <a:spcPct val="81607"/>
                        </a:lnSpc>
                      </a:pPr>
                      <a:r>
                        <a:rPr sz="1150" spc="4665">
                          <a:latin typeface="Arial"/>
                          <a:cs typeface="Arial"/>
                        </a:rPr>
                        <a:t>c</a:t>
                      </a:r>
                      <a:r>
                        <a:rPr sz="1150">
                          <a:latin typeface="Arial"/>
                          <a:cs typeface="Arial"/>
                        </a:rPr>
                        <a:t>f</a:t>
                      </a:r>
                      <a:endParaRPr/>
                    </a:p>
                  </a:txBody>
                  <a:tcPr anchor="b" marL="0" marR="0" marT="0" marB="0">
                    <a:lnL/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gridSpan="2">
                  <a:txBody>
                    <a:bodyPr/>
                    <a:p>
                      <a:pPr marL="356870" algn="r">
                        <a:lnSpc>
                          <a:spcPct val="81607"/>
                        </a:lnSpc>
                      </a:pPr>
                      <a:r>
                        <a:rPr sz="1150" spc="5250">
                          <a:latin typeface="Arial"/>
                          <a:cs typeface="Arial"/>
                        </a:rPr>
                        <a:t>c</a:t>
                      </a:r>
                      <a:r>
                        <a:rPr sz="1150" spc="-15">
                          <a:latin typeface="Arial"/>
                          <a:cs typeface="Arial"/>
                        </a:rPr>
                        <a:t>d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p>
                      <a:pPr marL="419100" marR="214630">
                        <a:lnSpc>
                          <a:spcPct val="81607"/>
                        </a:lnSpc>
                      </a:pPr>
                      <a:r>
                        <a:rPr sz="1150">
                          <a:latin typeface="Arial"/>
                          <a:cs typeface="Arial"/>
                        </a:rPr>
                        <a:t>f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R="53975">
                        <a:lnSpc>
                          <a:spcPct val="81607"/>
                        </a:lnSpc>
                      </a:pPr>
                      <a:r>
                        <a:rPr sz="1150" spc="3865">
                          <a:latin typeface="Arial"/>
                          <a:cs typeface="Arial"/>
                        </a:rPr>
                        <a:t>a</a:t>
                      </a:r>
                      <a:endParaRPr/>
                    </a:p>
                  </a:txBody>
                  <a:tcPr anchor="b" marL="0" marR="0" marT="0" marB="0">
                    <a:lnL w="12700" cmpd="sng">
                      <a:solidFill>
                        <a:srgbClr val="000000"/>
                      </a:solidFill>
                    </a:lnL>
                    <a:lnR/>
                    <a:lnT/>
                    <a:lnB/>
                  </a:tcPr>
                </a:tc>
              </a:tr>
            </a:tbl>
          </a:graphicData>
        </a:graphic>
      </p:graphicFrame>
      <p:sp>
        <p:nvSpPr>
          <p:cNvPr id="8" name="shape 8"/>
          <p:cNvSpPr txBox="1"/>
          <p:nvPr/>
        </p:nvSpPr>
        <p:spPr>
          <a:xfrm>
            <a:off x="443865" y="702011"/>
            <a:ext cx="7002780" cy="880161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 marR="12700" indent="2733040" algn="just">
              <a:lnSpc>
                <a:spcPct val="104347"/>
              </a:lnSpc>
              <a:tabLst>
                <a:tab pos="3960495" algn="l"/>
              </a:tabLst>
            </a:pPr>
            <a:r>
              <a:rPr sz="1150">
                <a:latin typeface="Arial"/>
                <a:cs typeface="Arial"/>
              </a:rPr>
              <a:t>!"</a:t>
            </a:r>
            <a:r>
              <a:rPr sz="1150">
                <a:latin typeface="Arial"/>
                <a:cs typeface="Arial"/>
              </a:rPr>
              <a:t>	</a:t>
            </a:r>
            <a:r>
              <a:rPr sz="1150">
                <a:latin typeface="Arial"/>
                <a:cs typeface="Arial"/>
              </a:rPr>
              <a:t>!" #  $%&amp;'  !   (! ) *+,,+-./0+112+345267.</a:t>
            </a:r>
            <a:r>
              <a:rPr sz="1150" spc="-200">
                <a:latin typeface="Arial"/>
                <a:cs typeface="Arial"/>
              </a:rPr>
              <a:t>8+</a:t>
            </a:r>
            <a:r>
              <a:rPr sz="1150">
                <a:latin typeface="Arial"/>
                <a:cs typeface="Arial"/>
              </a:rPr>
              <a:t>942+:.55;2;+4.,2.&lt;2+=7-;2667,5:+07./6&gt;.?&gt;70;+5@A4270267.55;2;+4.,</a:t>
            </a:r>
            <a:endParaRPr/>
          </a:p>
          <a:p>
            <a:pPr marL="733425">
              <a:tabLst>
                <a:tab pos="1385570" algn="l"/>
                <a:tab pos="1758315" algn="l"/>
                <a:tab pos="2089150" algn="l"/>
                <a:tab pos="2724785" algn="l"/>
              </a:tabLst>
            </a:pPr>
            <a:r>
              <a:rPr sz="1150">
                <a:latin typeface="Arial"/>
                <a:cs typeface="Arial"/>
              </a:rPr>
              <a:t>%  "</a:t>
            </a:r>
            <a:r>
              <a:rPr sz="1150">
                <a:latin typeface="Arial"/>
                <a:cs typeface="Arial"/>
              </a:rPr>
              <a:t>	</a:t>
            </a:r>
            <a:r>
              <a:rPr sz="1150">
                <a:latin typeface="Arial"/>
                <a:cs typeface="Arial"/>
              </a:rPr>
              <a:t>!</a:t>
            </a:r>
            <a:r>
              <a:rPr sz="1150">
                <a:latin typeface="Arial"/>
                <a:cs typeface="Arial"/>
              </a:rPr>
              <a:t>	</a:t>
            </a:r>
            <a:r>
              <a:rPr sz="1150">
                <a:latin typeface="Arial"/>
                <a:cs typeface="Arial"/>
              </a:rPr>
              <a:t>B</a:t>
            </a:r>
            <a:r>
              <a:rPr sz="1150">
                <a:latin typeface="Arial"/>
                <a:cs typeface="Arial"/>
              </a:rPr>
              <a:t>	</a:t>
            </a:r>
            <a:r>
              <a:rPr sz="1150">
                <a:latin typeface="Arial"/>
                <a:cs typeface="Arial"/>
              </a:rPr>
              <a:t>C</a:t>
            </a:r>
            <a:r>
              <a:rPr sz="1150">
                <a:latin typeface="Arial"/>
                <a:cs typeface="Arial"/>
              </a:rPr>
              <a:t>	</a:t>
            </a:r>
            <a:r>
              <a:rPr sz="1150">
                <a:latin typeface="Arial"/>
                <a:cs typeface="Arial"/>
              </a:rPr>
              <a:t>DE</a:t>
            </a:r>
            <a:r>
              <a:rPr sz="1150" spc="-135">
                <a:latin typeface="Arial"/>
                <a:cs typeface="Arial"/>
              </a:rPr>
              <a:t>F</a:t>
            </a:r>
            <a:r>
              <a:rPr sz="1150" spc="180">
                <a:latin typeface="Arial"/>
                <a:cs typeface="Arial"/>
              </a:rPr>
              <a:t> </a:t>
            </a:r>
            <a:r>
              <a:rPr sz="1150">
                <a:latin typeface="Arial"/>
                <a:cs typeface="Arial"/>
              </a:rPr>
              <a:t>GHIJ)</a:t>
            </a:r>
            <a:endParaRPr/>
          </a:p>
          <a:p>
            <a:pPr marL="763270">
              <a:spcBef>
                <a:spcPts val="1300"/>
              </a:spcBef>
              <a:tabLst>
                <a:tab pos="1288415" algn="l"/>
                <a:tab pos="1550670" algn="l"/>
                <a:tab pos="3471545" algn="l"/>
                <a:tab pos="5419090" algn="l"/>
              </a:tabLst>
            </a:pPr>
            <a:r>
              <a:rPr sz="1150">
                <a:latin typeface="Arial"/>
                <a:cs typeface="Arial"/>
              </a:rPr>
              <a:t>KLL</a:t>
            </a:r>
            <a:r>
              <a:rPr sz="1150">
                <a:latin typeface="Arial"/>
                <a:cs typeface="Arial"/>
              </a:rPr>
              <a:t>	</a:t>
            </a:r>
            <a:r>
              <a:rPr sz="1150">
                <a:latin typeface="Arial"/>
                <a:cs typeface="Arial"/>
              </a:rPr>
              <a:t>M</a:t>
            </a:r>
            <a:r>
              <a:rPr sz="1150">
                <a:latin typeface="Arial"/>
                <a:cs typeface="Arial"/>
              </a:rPr>
              <a:t>	</a:t>
            </a:r>
            <a:r>
              <a:rPr sz="1150" spc="-80">
                <a:latin typeface="Arial"/>
                <a:cs typeface="Arial"/>
              </a:rPr>
              <a:t>N </a:t>
            </a:r>
            <a:r>
              <a:rPr sz="1150">
                <a:latin typeface="Arial"/>
                <a:cs typeface="Arial"/>
              </a:rPr>
              <a:t>OO</a:t>
            </a:r>
            <a:r>
              <a:rPr sz="1150" spc="315">
                <a:latin typeface="Arial"/>
                <a:cs typeface="Arial"/>
              </a:rPr>
              <a:t> </a:t>
            </a:r>
            <a:r>
              <a:rPr sz="1150">
                <a:latin typeface="Arial"/>
                <a:cs typeface="Arial"/>
              </a:rPr>
              <a:t>LMPQERMP</a:t>
            </a:r>
            <a:r>
              <a:rPr sz="1150" spc="245">
                <a:latin typeface="Arial"/>
                <a:cs typeface="Arial"/>
              </a:rPr>
              <a:t> </a:t>
            </a:r>
            <a:r>
              <a:rPr sz="1150">
                <a:latin typeface="Arial"/>
                <a:cs typeface="Arial"/>
              </a:rPr>
              <a:t>S</a:t>
            </a:r>
            <a:r>
              <a:rPr sz="1150">
                <a:latin typeface="Arial"/>
                <a:cs typeface="Arial"/>
              </a:rPr>
              <a:t>	</a:t>
            </a:r>
            <a:r>
              <a:rPr sz="1150">
                <a:latin typeface="Arial"/>
                <a:cs typeface="Arial"/>
              </a:rPr>
              <a:t>EE LSER ETTMPR</a:t>
            </a:r>
            <a:r>
              <a:rPr sz="1150">
                <a:latin typeface="Arial"/>
                <a:cs typeface="Arial"/>
              </a:rPr>
              <a:t>	</a:t>
            </a:r>
            <a:r>
              <a:rPr sz="1150" spc="-265">
                <a:latin typeface="Arial"/>
                <a:cs typeface="Arial"/>
              </a:rPr>
              <a:t>U </a:t>
            </a:r>
            <a:r>
              <a:rPr sz="1150">
                <a:latin typeface="Arial"/>
                <a:cs typeface="Arial"/>
              </a:rPr>
              <a:t>O</a:t>
            </a:r>
            <a:endParaRPr/>
          </a:p>
        </p:txBody>
      </p:sp>
      <p:sp>
        <p:nvSpPr>
          <p:cNvPr id="9" name="shape 9"/>
          <p:cNvSpPr txBox="1"/>
          <p:nvPr/>
        </p:nvSpPr>
        <p:spPr>
          <a:xfrm>
            <a:off x="1603375" y="5017522"/>
            <a:ext cx="4224655" cy="175260"/>
          </a:xfrm>
          <a:prstGeom prst="rect"/>
          <a:noFill/>
        </p:spPr>
        <p:txBody>
          <a:bodyPr vertOverflow="overflow" horzOverflow="overflow" numCol="1" wrap="square" lIns="0" tIns="0" rIns="0" bIns="0">
            <a:spAutoFit/>
          </a:bodyPr>
          <a:p>
            <a:pPr marL="12700">
              <a:tabLst>
                <a:tab pos="537845" algn="l"/>
                <a:tab pos="800735" algn="l"/>
                <a:tab pos="2247265" algn="l"/>
                <a:tab pos="3034665" algn="l"/>
                <a:tab pos="3661410" algn="l"/>
              </a:tabLst>
            </a:pPr>
            <a:r>
              <a:rPr sz="1150">
                <a:latin typeface="Arial"/>
                <a:cs typeface="Arial"/>
              </a:rPr>
              <a:t>KLL</a:t>
            </a:r>
            <a:r>
              <a:rPr sz="1150">
                <a:latin typeface="Arial"/>
                <a:cs typeface="Arial"/>
              </a:rPr>
              <a:t>	</a:t>
            </a:r>
            <a:r>
              <a:rPr sz="1150">
                <a:latin typeface="Arial"/>
                <a:cs typeface="Arial"/>
              </a:rPr>
              <a:t>M</a:t>
            </a:r>
            <a:r>
              <a:rPr sz="1150">
                <a:latin typeface="Arial"/>
                <a:cs typeface="Arial"/>
              </a:rPr>
              <a:t>	</a:t>
            </a:r>
            <a:r>
              <a:rPr sz="1150" spc="-80">
                <a:latin typeface="Arial"/>
                <a:cs typeface="Arial"/>
              </a:rPr>
              <a:t>N </a:t>
            </a:r>
            <a:r>
              <a:rPr sz="1150">
                <a:latin typeface="Arial"/>
                <a:cs typeface="Arial"/>
              </a:rPr>
              <a:t>OO</a:t>
            </a:r>
            <a:r>
              <a:rPr sz="1150" spc="315">
                <a:latin typeface="Arial"/>
                <a:cs typeface="Arial"/>
              </a:rPr>
              <a:t> </a:t>
            </a:r>
            <a:r>
              <a:rPr sz="1150">
                <a:latin typeface="Arial"/>
                <a:cs typeface="Arial"/>
              </a:rPr>
              <a:t>LMPQEi</a:t>
            </a:r>
            <a:r>
              <a:rPr sz="1150">
                <a:latin typeface="Arial"/>
                <a:cs typeface="Arial"/>
              </a:rPr>
              <a:t>	</a:t>
            </a:r>
            <a:r>
              <a:rPr sz="1150">
                <a:latin typeface="Arial"/>
                <a:cs typeface="Arial"/>
              </a:rPr>
              <a:t>L</a:t>
            </a:r>
            <a:r>
              <a:rPr sz="1150" spc="315">
                <a:latin typeface="Arial"/>
                <a:cs typeface="Arial"/>
              </a:rPr>
              <a:t> </a:t>
            </a:r>
            <a:r>
              <a:rPr sz="1150">
                <a:latin typeface="Arial"/>
                <a:cs typeface="Arial"/>
              </a:rPr>
              <a:t>Qi</a:t>
            </a:r>
            <a:r>
              <a:rPr sz="1150">
                <a:latin typeface="Arial"/>
                <a:cs typeface="Arial"/>
              </a:rPr>
              <a:t>	</a:t>
            </a:r>
            <a:r>
              <a:rPr sz="1150">
                <a:latin typeface="Arial"/>
                <a:cs typeface="Arial"/>
              </a:rPr>
              <a:t>O</a:t>
            </a:r>
            <a:r>
              <a:rPr sz="1150" spc="315">
                <a:latin typeface="Arial"/>
                <a:cs typeface="Arial"/>
              </a:rPr>
              <a:t> </a:t>
            </a:r>
            <a:r>
              <a:rPr sz="1150">
                <a:latin typeface="Arial"/>
                <a:cs typeface="Arial"/>
              </a:rPr>
              <a:t>LD</a:t>
            </a:r>
            <a:r>
              <a:rPr sz="1150">
                <a:latin typeface="Arial"/>
                <a:cs typeface="Arial"/>
              </a:rPr>
              <a:t>	</a:t>
            </a:r>
            <a:r>
              <a:rPr sz="1150">
                <a:latin typeface="Arial"/>
                <a:cs typeface="Arial"/>
              </a:rPr>
              <a:t>E </a:t>
            </a:r>
            <a:r>
              <a:rPr sz="1150" spc="-265">
                <a:latin typeface="Arial"/>
                <a:cs typeface="Arial"/>
              </a:rPr>
              <a:t>U </a:t>
            </a:r>
            <a:r>
              <a:rPr sz="1150">
                <a:latin typeface="Arial"/>
                <a:cs typeface="Arial"/>
              </a:rPr>
              <a:t>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>Avanquest</Company>
  <Application>Avanquest Pdf2Office Converter v.0.90.2025101501.0</Application>
  <PresentationFormat>On-screen Show (4:3)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</dc:title>
  <dc:subject/>
  <dc:creator>cwill213</dc:creator>
  <cp:keywords/>
  <dc:description/>
  <cp:lastModifiedBy>cwill213</cp:lastModifiedBy>
  <cp:revision>1</cp:revision>
  <cp:category>pdf2pptx</cp:category>
  <cp:contentStatus>Created with Avanquest.Pdf 0.90.2025101501.0</cp:contentStatus>
  <dcterms:created xsi:type="dcterms:W3CDTF">2023-01-03T21:58:04+0000</dcterms:created>
  <dcterms:modified xsi:type="dcterms:W3CDTF">2023-01-03T21:58:04+0000</dcterms:modified>
</cp:coreProperties>
</file>