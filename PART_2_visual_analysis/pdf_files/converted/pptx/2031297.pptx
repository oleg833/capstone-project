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b1a084572791919b.png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8' Type='http://schemas.openxmlformats.org/officeDocument/2006/relationships/image' Target='../media/536682dea12ad4d1.jpg'/><Relationship Id='rId5' Type='http://schemas.openxmlformats.org/officeDocument/2006/relationships/image' Target='../media/bf9446fe4b84df1f.jpg'/><Relationship Id='rId3' Type='http://schemas.openxmlformats.org/officeDocument/2006/relationships/image' Target='../media/2e7143e150ff8341.jpg'/><Relationship Id='rId2' Type='http://schemas.openxmlformats.org/officeDocument/2006/relationships/image' Target='../media/36b85554e5f7685a.jpg'/><Relationship Id='rId4' Type='http://schemas.openxmlformats.org/officeDocument/2006/relationships/image' Target='../media/55155c3ed8374c41.jpg'/><Relationship Id='rId6' Type='http://schemas.openxmlformats.org/officeDocument/2006/relationships/image' Target='../media/3f43cd487c5042ba.jpg'/><Relationship Id='rId7' Type='http://schemas.openxmlformats.org/officeDocument/2006/relationships/image' Target='../media/e1fa9dbe3880261b.jpg'/><Relationship Id='rId9' Type='http://schemas.openxmlformats.org/officeDocument/2006/relationships/image' Target='../media/877b9c518a03a982.jpg'/><Relationship Id='rId10' Type='http://schemas.openxmlformats.org/officeDocument/2006/relationships/image' Target='../media/f08a2180f0073ac6.jpg'/><Relationship Id='rId11' Type='http://schemas.openxmlformats.org/officeDocument/2006/relationships/image' Target='../media/5ceaa48a963c5cca.jpg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9100" y="431800"/>
            <a:ext cx="6718300" cy="9842500"/>
          </a:xfrm>
          <a:prstGeom prst="rect"/>
        </p:spPr>
      </p:pic>
      <p:sp>
        <p:nvSpPr>
          <p:cNvPr id="3" name="shape 3"/>
          <p:cNvSpPr txBox="1"/>
          <p:nvPr/>
        </p:nvSpPr>
        <p:spPr>
          <a:xfrm>
            <a:off x="3420008" y="3405608"/>
            <a:ext cx="666115" cy="979805"/>
          </a:xfrm>
          <a:prstGeom prst="rect"/>
          <a:noFill/>
          <a:ln w="6350">
            <a:solidFill>
              <a:srgbClr val="221F1F"/>
            </a:solidFill>
          </a:ln>
        </p:spPr>
        <p:txBody>
          <a:bodyPr vertOverflow="overflow" horzOverflow="overflow" numCol="1" wrap="square" lIns="0" tIns="0" rIns="0" bIns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429833" y="429852"/>
            <a:ext cx="6700320" cy="7171897"/>
            <a:chOff x="0" y="0"/>
            <a:chExt cx="6700320" cy="7171897"/>
          </a:xfrm>
        </p:grpSpPr>
        <p:pic>
          <p:nvPicPr>
            <p:cNvPr id="3" name="shape 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" y="178573"/>
              <a:ext cx="1267062" cy="746479"/>
            </a:xfrm>
            <a:prstGeom prst="rect"/>
          </p:spPr>
        </p:pic>
        <p:sp>
          <p:nvSpPr>
            <p:cNvPr id="4" name="shape 4"/>
            <p:cNvSpPr/>
            <p:nvPr/>
          </p:nvSpPr>
          <p:spPr>
            <a:xfrm>
              <a:off x="2160" y="2160"/>
              <a:ext cx="6695999" cy="216004"/>
            </a:xfrm>
            <a:prstGeom prst="rect">
              <a:avLst/>
            </a:prstGeom>
            <a:solidFill>
              <a:srgbClr val="DA2031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0" y="0"/>
              <a:ext cx="6700320" cy="220324"/>
            </a:xfrm>
            <a:prstGeom prst="rect">
              <a:avLst/>
            </a:prstGeom>
            <a:ln w="4320" cap="flat">
              <a:solidFill>
                <a:srgbClr val="DA2031"/>
              </a:solidFill>
              <a:prstDash val="solid"/>
              <a:miter lim="10"/>
            </a:ln>
          </p:spPr>
        </p:sp>
        <p:sp>
          <p:nvSpPr>
            <p:cNvPr id="6" name="shape 6"/>
            <p:cNvSpPr/>
            <p:nvPr/>
          </p:nvSpPr>
          <p:spPr>
            <a:xfrm>
              <a:off x="0" y="205182"/>
              <a:ext cx="3208317" cy="6930718"/>
            </a:xfrm>
            <a:prstGeom prst="rect">
              <a:avLst/>
            </a:prstGeom>
            <a:ln w="4320" cap="flat">
              <a:solidFill>
                <a:srgbClr val="DA2031"/>
              </a:solidFill>
              <a:prstDash val="solid"/>
              <a:miter lim="10"/>
            </a:ln>
          </p:spPr>
        </p:sp>
        <p:sp>
          <p:nvSpPr>
            <p:cNvPr id="7" name="shape 7"/>
            <p:cNvSpPr/>
            <p:nvPr/>
          </p:nvSpPr>
          <p:spPr>
            <a:xfrm>
              <a:off x="3430799" y="5633982"/>
              <a:ext cx="3269521" cy="1537915"/>
            </a:xfrm>
            <a:prstGeom prst="rect">
              <a:avLst/>
            </a:prstGeom>
            <a:ln w="4320" cap="flat">
              <a:solidFill>
                <a:srgbClr val="606B43"/>
              </a:solidFill>
              <a:prstDash val="solid"/>
              <a:miter lim="10"/>
            </a:ln>
          </p:spPr>
        </p:sp>
        <p:pic>
          <p:nvPicPr>
            <p:cNvPr id="8" name="shape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4770" y="6423100"/>
              <a:ext cx="3078968" cy="709581"/>
            </a:xfrm>
            <a:prstGeom prst="rect"/>
          </p:spPr>
        </p:pic>
      </p:grpSp>
      <p:grpSp>
        <p:nvGrpSpPr>
          <p:cNvPr id="9" name="shape 9"/>
          <p:cNvGrpSpPr/>
          <p:nvPr/>
        </p:nvGrpSpPr>
        <p:grpSpPr>
          <a:xfrm>
            <a:off x="432212" y="7740053"/>
            <a:ext cx="6696089" cy="2522173"/>
            <a:chOff x="0" y="0"/>
            <a:chExt cx="6696089" cy="2522173"/>
          </a:xfrm>
        </p:grpSpPr>
        <p:pic>
          <p:nvPicPr>
            <p:cNvPr id="10" name="shape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696089" cy="2522173"/>
            </a:xfrm>
            <a:prstGeom prst="rect"/>
          </p:spPr>
        </p:pic>
        <p:sp>
          <p:nvSpPr>
            <p:cNvPr id="11" name="shape 11"/>
            <p:cNvSpPr/>
            <p:nvPr/>
          </p:nvSpPr>
          <p:spPr>
            <a:xfrm>
              <a:off x="3333378" y="1351380"/>
              <a:ext cx="3160806" cy="4320"/>
            </a:xfrm>
            <a:custGeom>
              <a:pathLst>
                <a:path w="3160806" h="4319">
                  <a:moveTo>
                    <a:pt x="0" y="2159"/>
                  </a:moveTo>
                  <a:lnTo>
                    <a:pt x="3160806" y="2159"/>
                  </a:lnTo>
                </a:path>
              </a:pathLst>
            </a:custGeom>
            <a:ln w="4320" cap="flat">
              <a:solidFill>
                <a:srgbClr val="DA2031"/>
              </a:solidFill>
              <a:prstDash val="solid"/>
              <a:miter lim="10"/>
            </a:ln>
          </p:spPr>
        </p:sp>
        <p:pic>
          <p:nvPicPr>
            <p:cNvPr id="12" name="shape 1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8065" y="1422233"/>
              <a:ext cx="625816" cy="625816"/>
            </a:xfrm>
            <a:prstGeom prst="rect"/>
          </p:spPr>
        </p:pic>
        <p:sp>
          <p:nvSpPr>
            <p:cNvPr id="13" name="shape 13"/>
            <p:cNvSpPr txBox="1"/>
            <p:nvPr/>
          </p:nvSpPr>
          <p:spPr>
            <a:xfrm>
              <a:off x="3333378" y="2116743"/>
              <a:ext cx="1609725" cy="234316"/>
            </a:xfrm>
            <a:prstGeom prst="rect"/>
            <a:noFill/>
            <a:ln w="6350">
              <a:solidFill>
                <a:srgbClr val="221F1F"/>
              </a:solidFill>
            </a:ln>
          </p:spPr>
          <p:txBody>
            <a:bodyPr vertOverflow="overflow" horzOverflow="overflow" numCol="1" wrap="square" lIns="0" tIns="0" rIns="0" bIns="0">
              <a:spAutoFit/>
            </a:bodyPr>
            <a:lstStyle/>
            <a:p>
              <a:endParaRPr/>
            </a:p>
          </p:txBody>
        </p:sp>
        <p:sp>
          <p:nvSpPr>
            <p:cNvPr id="14" name="shape 14"/>
            <p:cNvSpPr txBox="1"/>
            <p:nvPr/>
          </p:nvSpPr>
          <p:spPr>
            <a:xfrm>
              <a:off x="5003774" y="2116743"/>
              <a:ext cx="1487170" cy="234316"/>
            </a:xfrm>
            <a:prstGeom prst="rect"/>
            <a:noFill/>
            <a:ln w="6350">
              <a:solidFill>
                <a:srgbClr val="221F1F"/>
              </a:solidFill>
            </a:ln>
          </p:spPr>
          <p:txBody>
            <a:bodyPr vertOverflow="overflow" horzOverflow="overflow" numCol="1" wrap="square" lIns="0" tIns="0" rIns="0" bIns="0">
              <a:spAutoFit/>
            </a:bodyPr>
            <a:lstStyle/>
            <a:p>
              <a:endParaRPr/>
            </a:p>
          </p:txBody>
        </p:sp>
      </p:grpSp>
      <p:grpSp>
        <p:nvGrpSpPr>
          <p:cNvPr id="15" name="shape 15"/>
          <p:cNvGrpSpPr/>
          <p:nvPr/>
        </p:nvGrpSpPr>
        <p:grpSpPr>
          <a:xfrm>
            <a:off x="526789" y="745265"/>
            <a:ext cx="1402283" cy="579315"/>
            <a:chOff x="0" y="0"/>
            <a:chExt cx="1402283" cy="579315"/>
          </a:xfrm>
        </p:grpSpPr>
        <p:sp>
          <p:nvSpPr>
            <p:cNvPr id="16" name="shape 16"/>
            <p:cNvSpPr/>
            <p:nvPr/>
          </p:nvSpPr>
          <p:spPr>
            <a:xfrm>
              <a:off x="42498" y="134015"/>
              <a:ext cx="76878" cy="100492"/>
            </a:xfrm>
            <a:custGeom>
              <a:pathLst>
                <a:path w="76877" h="100491">
                  <a:moveTo>
                    <a:pt x="60113" y="58996"/>
                  </a:moveTo>
                  <a:lnTo>
                    <a:pt x="60113" y="15654"/>
                  </a:lnTo>
                  <a:cubicBezTo>
                    <a:pt x="45303" y="19616"/>
                    <a:pt x="34397" y="25468"/>
                    <a:pt x="27109" y="33576"/>
                  </a:cubicBezTo>
                  <a:cubicBezTo>
                    <a:pt x="20157" y="41653"/>
                    <a:pt x="16490" y="50614"/>
                    <a:pt x="16490" y="61221"/>
                  </a:cubicBezTo>
                  <a:cubicBezTo>
                    <a:pt x="16490" y="67957"/>
                    <a:pt x="18489" y="73230"/>
                    <a:pt x="22394" y="77437"/>
                  </a:cubicBezTo>
                  <a:cubicBezTo>
                    <a:pt x="26585" y="81612"/>
                    <a:pt x="31300" y="83867"/>
                    <a:pt x="36634" y="83867"/>
                  </a:cubicBezTo>
                  <a:cubicBezTo>
                    <a:pt x="45303" y="83867"/>
                    <a:pt x="51161" y="81917"/>
                    <a:pt x="54779" y="78290"/>
                  </a:cubicBezTo>
                  <a:cubicBezTo>
                    <a:pt x="58446" y="74389"/>
                    <a:pt x="60113" y="67957"/>
                    <a:pt x="60113" y="58996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shape 17"/>
            <p:cNvSpPr/>
            <p:nvPr/>
          </p:nvSpPr>
          <p:spPr>
            <a:xfrm>
              <a:off x="0" y="1891"/>
              <a:ext cx="284231" cy="278663"/>
            </a:xfrm>
            <a:custGeom>
              <a:pathLst>
                <a:path w="284230" h="278662">
                  <a:moveTo>
                    <a:pt x="267535" y="188590"/>
                  </a:moveTo>
                  <a:cubicBezTo>
                    <a:pt x="267535" y="199503"/>
                    <a:pt x="265822" y="209317"/>
                    <a:pt x="262487" y="217943"/>
                  </a:cubicBezTo>
                  <a:cubicBezTo>
                    <a:pt x="257726" y="230561"/>
                    <a:pt x="251012" y="236688"/>
                    <a:pt x="242105" y="236688"/>
                  </a:cubicBezTo>
                  <a:cubicBezTo>
                    <a:pt x="235104" y="236688"/>
                    <a:pt x="229246" y="234463"/>
                    <a:pt x="224198" y="229708"/>
                  </a:cubicBezTo>
                  <a:cubicBezTo>
                    <a:pt x="218864" y="224923"/>
                    <a:pt x="216386" y="219375"/>
                    <a:pt x="216386" y="212639"/>
                  </a:cubicBezTo>
                  <a:cubicBezTo>
                    <a:pt x="216386" y="209317"/>
                    <a:pt x="217197" y="204837"/>
                    <a:pt x="219148" y="198924"/>
                  </a:cubicBezTo>
                  <a:cubicBezTo>
                    <a:pt x="220864" y="193071"/>
                    <a:pt x="221675" y="188896"/>
                    <a:pt x="221675" y="185848"/>
                  </a:cubicBezTo>
                  <a:cubicBezTo>
                    <a:pt x="221675" y="171553"/>
                    <a:pt x="215243" y="160915"/>
                    <a:pt x="202100" y="153691"/>
                  </a:cubicBezTo>
                  <a:cubicBezTo>
                    <a:pt x="188954" y="146680"/>
                    <a:pt x="170523" y="143298"/>
                    <a:pt x="146474" y="143298"/>
                  </a:cubicBezTo>
                  <a:lnTo>
                    <a:pt x="146237" y="197277"/>
                  </a:lnTo>
                  <a:cubicBezTo>
                    <a:pt x="146237" y="215992"/>
                    <a:pt x="141997" y="230806"/>
                    <a:pt x="133615" y="241169"/>
                  </a:cubicBezTo>
                  <a:cubicBezTo>
                    <a:pt x="122755" y="255129"/>
                    <a:pt x="105421" y="262139"/>
                    <a:pt x="81942" y="262139"/>
                  </a:cubicBezTo>
                  <a:cubicBezTo>
                    <a:pt x="63749" y="262139"/>
                    <a:pt x="48652" y="255707"/>
                    <a:pt x="36079" y="242845"/>
                  </a:cubicBezTo>
                  <a:cubicBezTo>
                    <a:pt x="23219" y="229708"/>
                    <a:pt x="16505" y="212944"/>
                    <a:pt x="16505" y="192492"/>
                  </a:cubicBezTo>
                  <a:cubicBezTo>
                    <a:pt x="16505" y="170455"/>
                    <a:pt x="24076" y="151741"/>
                    <a:pt x="38603" y="136348"/>
                  </a:cubicBezTo>
                  <a:cubicBezTo>
                    <a:pt x="53129" y="121260"/>
                    <a:pt x="74654" y="110928"/>
                    <a:pt x="102611" y="105594"/>
                  </a:cubicBezTo>
                  <a:lnTo>
                    <a:pt x="102611" y="80143"/>
                  </a:lnTo>
                  <a:lnTo>
                    <a:pt x="71320" y="80143"/>
                  </a:lnTo>
                  <a:cubicBezTo>
                    <a:pt x="66845" y="80143"/>
                    <a:pt x="62938" y="78192"/>
                    <a:pt x="59558" y="74290"/>
                  </a:cubicBezTo>
                  <a:cubicBezTo>
                    <a:pt x="55940" y="70115"/>
                    <a:pt x="54272" y="65055"/>
                    <a:pt x="54272" y="58624"/>
                  </a:cubicBezTo>
                  <a:cubicBezTo>
                    <a:pt x="54272" y="52498"/>
                    <a:pt x="55940" y="47438"/>
                    <a:pt x="59558" y="43232"/>
                  </a:cubicBezTo>
                  <a:cubicBezTo>
                    <a:pt x="62938" y="39056"/>
                    <a:pt x="66845" y="37105"/>
                    <a:pt x="71320" y="37105"/>
                  </a:cubicBezTo>
                  <a:lnTo>
                    <a:pt x="102611" y="37105"/>
                  </a:lnTo>
                  <a:lnTo>
                    <a:pt x="102611" y="31801"/>
                  </a:lnTo>
                  <a:cubicBezTo>
                    <a:pt x="102611" y="27626"/>
                    <a:pt x="104564" y="23724"/>
                    <a:pt x="108755" y="20615"/>
                  </a:cubicBezTo>
                  <a:cubicBezTo>
                    <a:pt x="112946" y="17537"/>
                    <a:pt x="117994" y="16135"/>
                    <a:pt x="124422" y="16135"/>
                  </a:cubicBezTo>
                  <a:cubicBezTo>
                    <a:pt x="131137" y="16135"/>
                    <a:pt x="136425" y="17537"/>
                    <a:pt x="140330" y="20615"/>
                  </a:cubicBezTo>
                  <a:cubicBezTo>
                    <a:pt x="144234" y="23724"/>
                    <a:pt x="146237" y="27351"/>
                    <a:pt x="146237" y="31801"/>
                  </a:cubicBezTo>
                  <a:lnTo>
                    <a:pt x="146237" y="37105"/>
                  </a:lnTo>
                  <a:lnTo>
                    <a:pt x="173906" y="37105"/>
                  </a:lnTo>
                  <a:cubicBezTo>
                    <a:pt x="178335" y="37105"/>
                    <a:pt x="182526" y="39056"/>
                    <a:pt x="185906" y="43232"/>
                  </a:cubicBezTo>
                  <a:cubicBezTo>
                    <a:pt x="189241" y="47438"/>
                    <a:pt x="190954" y="52498"/>
                    <a:pt x="190954" y="58624"/>
                  </a:cubicBezTo>
                  <a:cubicBezTo>
                    <a:pt x="190954" y="65055"/>
                    <a:pt x="189241" y="70115"/>
                    <a:pt x="185906" y="74290"/>
                  </a:cubicBezTo>
                  <a:cubicBezTo>
                    <a:pt x="182526" y="78192"/>
                    <a:pt x="178335" y="80143"/>
                    <a:pt x="173906" y="80143"/>
                  </a:cubicBezTo>
                  <a:lnTo>
                    <a:pt x="146237" y="80143"/>
                  </a:lnTo>
                  <a:lnTo>
                    <a:pt x="146237" y="101967"/>
                  </a:lnTo>
                  <a:cubicBezTo>
                    <a:pt x="187287" y="101967"/>
                    <a:pt x="217767" y="108672"/>
                    <a:pt x="237055" y="122053"/>
                  </a:cubicBezTo>
                  <a:cubicBezTo>
                    <a:pt x="257153" y="136073"/>
                    <a:pt x="267535" y="158171"/>
                    <a:pt x="267535" y="188590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8" name="shape 18"/>
            <p:cNvSpPr/>
            <p:nvPr/>
          </p:nvSpPr>
          <p:spPr>
            <a:xfrm>
              <a:off x="202614" y="7367"/>
              <a:ext cx="79735" cy="96033"/>
            </a:xfrm>
            <a:custGeom>
              <a:pathLst>
                <a:path w="79734" h="96032">
                  <a:moveTo>
                    <a:pt x="62970" y="60158"/>
                  </a:moveTo>
                  <a:lnTo>
                    <a:pt x="62970" y="61530"/>
                  </a:lnTo>
                  <a:cubicBezTo>
                    <a:pt x="62970" y="66864"/>
                    <a:pt x="60730" y="71344"/>
                    <a:pt x="55969" y="74667"/>
                  </a:cubicBezTo>
                  <a:cubicBezTo>
                    <a:pt x="51491" y="78294"/>
                    <a:pt x="46444" y="80001"/>
                    <a:pt x="40872" y="80001"/>
                  </a:cubicBezTo>
                  <a:cubicBezTo>
                    <a:pt x="35825" y="80001"/>
                    <a:pt x="31347" y="78568"/>
                    <a:pt x="28012" y="76069"/>
                  </a:cubicBezTo>
                  <a:cubicBezTo>
                    <a:pt x="24395" y="73294"/>
                    <a:pt x="22441" y="70186"/>
                    <a:pt x="21868" y="66589"/>
                  </a:cubicBezTo>
                  <a:lnTo>
                    <a:pt x="16534" y="34707"/>
                  </a:lnTo>
                  <a:cubicBezTo>
                    <a:pt x="16534" y="29373"/>
                    <a:pt x="19060" y="24923"/>
                    <a:pt x="23821" y="21296"/>
                  </a:cubicBezTo>
                  <a:cubicBezTo>
                    <a:pt x="28585" y="17943"/>
                    <a:pt x="33871" y="15993"/>
                    <a:pt x="39205" y="15993"/>
                  </a:cubicBezTo>
                  <a:cubicBezTo>
                    <a:pt x="44490" y="15993"/>
                    <a:pt x="48967" y="17395"/>
                    <a:pt x="52588" y="20198"/>
                  </a:cubicBezTo>
                  <a:cubicBezTo>
                    <a:pt x="56255" y="22942"/>
                    <a:pt x="58206" y="26051"/>
                    <a:pt x="58779" y="29678"/>
                  </a:cubicBezTo>
                  <a:lnTo>
                    <a:pt x="62970" y="60158"/>
                  </a:ln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shape 19"/>
            <p:cNvSpPr/>
            <p:nvPr/>
          </p:nvSpPr>
          <p:spPr>
            <a:xfrm>
              <a:off x="16505" y="18026"/>
              <a:ext cx="251031" cy="246005"/>
            </a:xfrm>
            <a:custGeom>
              <a:pathLst>
                <a:path w="251030" h="246004">
                  <a:moveTo>
                    <a:pt x="225314" y="5334"/>
                  </a:moveTo>
                  <a:lnTo>
                    <a:pt x="217408" y="6729"/>
                  </a:lnTo>
                  <a:lnTo>
                    <a:pt x="209930" y="10637"/>
                  </a:lnTo>
                  <a:lnTo>
                    <a:pt x="204501" y="16702"/>
                  </a:lnTo>
                  <a:lnTo>
                    <a:pt x="202643" y="24048"/>
                  </a:lnTo>
                  <a:lnTo>
                    <a:pt x="207977" y="55930"/>
                  </a:lnTo>
                  <a:lnTo>
                    <a:pt x="209907" y="60978"/>
                  </a:lnTo>
                  <a:lnTo>
                    <a:pt x="214121" y="65409"/>
                  </a:lnTo>
                  <a:lnTo>
                    <a:pt x="219909" y="68313"/>
                  </a:lnTo>
                  <a:lnTo>
                    <a:pt x="226981" y="69342"/>
                  </a:lnTo>
                  <a:lnTo>
                    <a:pt x="234940" y="68035"/>
                  </a:lnTo>
                  <a:lnTo>
                    <a:pt x="242078" y="64008"/>
                  </a:lnTo>
                  <a:lnTo>
                    <a:pt x="247364" y="58194"/>
                  </a:lnTo>
                  <a:lnTo>
                    <a:pt x="249079" y="50871"/>
                  </a:lnTo>
                  <a:lnTo>
                    <a:pt x="249079" y="49499"/>
                  </a:lnTo>
                  <a:lnTo>
                    <a:pt x="244888" y="19019"/>
                  </a:lnTo>
                  <a:lnTo>
                    <a:pt x="242953" y="13947"/>
                  </a:lnTo>
                  <a:lnTo>
                    <a:pt x="238697" y="9539"/>
                  </a:lnTo>
                  <a:lnTo>
                    <a:pt x="232630" y="6385"/>
                  </a:lnTo>
                  <a:close/>
                </a:path>
                <a:path w="251030" h="246004">
                  <a:moveTo>
                    <a:pt x="107917" y="0"/>
                  </a:moveTo>
                  <a:lnTo>
                    <a:pt x="99245" y="1085"/>
                  </a:lnTo>
                  <a:lnTo>
                    <a:pt x="92250" y="4480"/>
                  </a:lnTo>
                  <a:lnTo>
                    <a:pt x="87606" y="9673"/>
                  </a:lnTo>
                  <a:lnTo>
                    <a:pt x="86105" y="15666"/>
                  </a:lnTo>
                  <a:lnTo>
                    <a:pt x="86105" y="20970"/>
                  </a:lnTo>
                  <a:lnTo>
                    <a:pt x="54815" y="20970"/>
                  </a:lnTo>
                  <a:lnTo>
                    <a:pt x="48523" y="22467"/>
                  </a:lnTo>
                  <a:lnTo>
                    <a:pt x="43052" y="27096"/>
                  </a:lnTo>
                  <a:lnTo>
                    <a:pt x="39053" y="34073"/>
                  </a:lnTo>
                  <a:lnTo>
                    <a:pt x="37767" y="42488"/>
                  </a:lnTo>
                  <a:lnTo>
                    <a:pt x="39053" y="51168"/>
                  </a:lnTo>
                  <a:lnTo>
                    <a:pt x="43052" y="58155"/>
                  </a:lnTo>
                  <a:lnTo>
                    <a:pt x="48523" y="62545"/>
                  </a:lnTo>
                  <a:lnTo>
                    <a:pt x="54815" y="64008"/>
                  </a:lnTo>
                  <a:lnTo>
                    <a:pt x="86105" y="64008"/>
                  </a:lnTo>
                  <a:lnTo>
                    <a:pt x="86105" y="89458"/>
                  </a:lnTo>
                  <a:lnTo>
                    <a:pt x="66353" y="94392"/>
                  </a:lnTo>
                  <a:lnTo>
                    <a:pt x="49065" y="101179"/>
                  </a:lnTo>
                  <a:lnTo>
                    <a:pt x="34296" y="109793"/>
                  </a:lnTo>
                  <a:lnTo>
                    <a:pt x="22097" y="120212"/>
                  </a:lnTo>
                  <a:lnTo>
                    <a:pt x="12516" y="132380"/>
                  </a:lnTo>
                  <a:lnTo>
                    <a:pt x="5601" y="145793"/>
                  </a:lnTo>
                  <a:lnTo>
                    <a:pt x="1409" y="160452"/>
                  </a:lnTo>
                  <a:lnTo>
                    <a:pt x="0" y="176356"/>
                  </a:lnTo>
                  <a:lnTo>
                    <a:pt x="1250" y="191005"/>
                  </a:lnTo>
                  <a:lnTo>
                    <a:pt x="4964" y="204276"/>
                  </a:lnTo>
                  <a:lnTo>
                    <a:pt x="11090" y="216175"/>
                  </a:lnTo>
                  <a:lnTo>
                    <a:pt x="19574" y="226710"/>
                  </a:lnTo>
                  <a:lnTo>
                    <a:pt x="29486" y="235149"/>
                  </a:lnTo>
                  <a:lnTo>
                    <a:pt x="40398" y="241179"/>
                  </a:lnTo>
                  <a:lnTo>
                    <a:pt x="52364" y="244798"/>
                  </a:lnTo>
                  <a:lnTo>
                    <a:pt x="65437" y="246004"/>
                  </a:lnTo>
                  <a:lnTo>
                    <a:pt x="81889" y="244690"/>
                  </a:lnTo>
                  <a:lnTo>
                    <a:pt x="96005" y="240754"/>
                  </a:lnTo>
                  <a:lnTo>
                    <a:pt x="107756" y="234199"/>
                  </a:lnTo>
                  <a:lnTo>
                    <a:pt x="117110" y="225033"/>
                  </a:lnTo>
                  <a:lnTo>
                    <a:pt x="122618" y="216434"/>
                  </a:lnTo>
                  <a:lnTo>
                    <a:pt x="126564" y="206219"/>
                  </a:lnTo>
                  <a:lnTo>
                    <a:pt x="128938" y="194438"/>
                  </a:lnTo>
                  <a:lnTo>
                    <a:pt x="129732" y="181142"/>
                  </a:lnTo>
                  <a:lnTo>
                    <a:pt x="129950" y="131643"/>
                  </a:lnTo>
                  <a:lnTo>
                    <a:pt x="86105" y="131643"/>
                  </a:lnTo>
                  <a:lnTo>
                    <a:pt x="86105" y="174985"/>
                  </a:lnTo>
                  <a:lnTo>
                    <a:pt x="84814" y="186530"/>
                  </a:lnTo>
                  <a:lnTo>
                    <a:pt x="80771" y="194279"/>
                  </a:lnTo>
                  <a:lnTo>
                    <a:pt x="73593" y="198428"/>
                  </a:lnTo>
                  <a:lnTo>
                    <a:pt x="62627" y="199856"/>
                  </a:lnTo>
                  <a:lnTo>
                    <a:pt x="55078" y="198207"/>
                  </a:lnTo>
                  <a:lnTo>
                    <a:pt x="48386" y="193426"/>
                  </a:lnTo>
                  <a:lnTo>
                    <a:pt x="43970" y="186266"/>
                  </a:lnTo>
                  <a:lnTo>
                    <a:pt x="42483" y="177210"/>
                  </a:lnTo>
                  <a:lnTo>
                    <a:pt x="43164" y="169551"/>
                  </a:lnTo>
                  <a:lnTo>
                    <a:pt x="45185" y="162439"/>
                  </a:lnTo>
                  <a:lnTo>
                    <a:pt x="53102" y="149565"/>
                  </a:lnTo>
                  <a:lnTo>
                    <a:pt x="59250" y="143901"/>
                  </a:lnTo>
                  <a:lnTo>
                    <a:pt x="66783" y="139049"/>
                  </a:lnTo>
                  <a:lnTo>
                    <a:pt x="75725" y="134974"/>
                  </a:lnTo>
                  <a:lnTo>
                    <a:pt x="86105" y="131643"/>
                  </a:lnTo>
                  <a:lnTo>
                    <a:pt x="129950" y="131643"/>
                  </a:lnTo>
                  <a:lnTo>
                    <a:pt x="129969" y="127162"/>
                  </a:lnTo>
                  <a:lnTo>
                    <a:pt x="146958" y="127800"/>
                  </a:lnTo>
                  <a:lnTo>
                    <a:pt x="161871" y="129730"/>
                  </a:lnTo>
                  <a:lnTo>
                    <a:pt x="174740" y="132974"/>
                  </a:lnTo>
                  <a:lnTo>
                    <a:pt x="185595" y="137555"/>
                  </a:lnTo>
                  <a:lnTo>
                    <a:pt x="194198" y="143617"/>
                  </a:lnTo>
                  <a:lnTo>
                    <a:pt x="200311" y="150982"/>
                  </a:lnTo>
                  <a:lnTo>
                    <a:pt x="203959" y="159673"/>
                  </a:lnTo>
                  <a:lnTo>
                    <a:pt x="205169" y="169712"/>
                  </a:lnTo>
                  <a:lnTo>
                    <a:pt x="204550" y="175199"/>
                  </a:lnTo>
                  <a:lnTo>
                    <a:pt x="202643" y="182788"/>
                  </a:lnTo>
                  <a:lnTo>
                    <a:pt x="200530" y="190617"/>
                  </a:lnTo>
                  <a:lnTo>
                    <a:pt x="199881" y="196504"/>
                  </a:lnTo>
                  <a:lnTo>
                    <a:pt x="201787" y="205770"/>
                  </a:lnTo>
                  <a:lnTo>
                    <a:pt x="207693" y="213573"/>
                  </a:lnTo>
                  <a:lnTo>
                    <a:pt x="215914" y="218846"/>
                  </a:lnTo>
                  <a:lnTo>
                    <a:pt x="225600" y="220553"/>
                  </a:lnTo>
                  <a:lnTo>
                    <a:pt x="231873" y="219399"/>
                  </a:lnTo>
                  <a:lnTo>
                    <a:pt x="237346" y="215912"/>
                  </a:lnTo>
                  <a:lnTo>
                    <a:pt x="242041" y="210060"/>
                  </a:lnTo>
                  <a:lnTo>
                    <a:pt x="245982" y="201807"/>
                  </a:lnTo>
                  <a:lnTo>
                    <a:pt x="249756" y="187988"/>
                  </a:lnTo>
                  <a:lnTo>
                    <a:pt x="251030" y="172455"/>
                  </a:lnTo>
                  <a:lnTo>
                    <a:pt x="249094" y="151196"/>
                  </a:lnTo>
                  <a:lnTo>
                    <a:pt x="243327" y="133036"/>
                  </a:lnTo>
                  <a:lnTo>
                    <a:pt x="233791" y="117951"/>
                  </a:lnTo>
                  <a:lnTo>
                    <a:pt x="220550" y="105918"/>
                  </a:lnTo>
                  <a:lnTo>
                    <a:pt x="203995" y="97134"/>
                  </a:lnTo>
                  <a:lnTo>
                    <a:pt x="183302" y="90856"/>
                  </a:lnTo>
                  <a:lnTo>
                    <a:pt x="158528" y="87088"/>
                  </a:lnTo>
                  <a:lnTo>
                    <a:pt x="129732" y="85831"/>
                  </a:lnTo>
                  <a:lnTo>
                    <a:pt x="129732" y="64008"/>
                  </a:lnTo>
                  <a:lnTo>
                    <a:pt x="157401" y="64008"/>
                  </a:lnTo>
                  <a:lnTo>
                    <a:pt x="163794" y="62545"/>
                  </a:lnTo>
                  <a:lnTo>
                    <a:pt x="169401" y="58155"/>
                  </a:lnTo>
                  <a:lnTo>
                    <a:pt x="173175" y="51168"/>
                  </a:lnTo>
                  <a:lnTo>
                    <a:pt x="174449" y="42488"/>
                  </a:lnTo>
                  <a:lnTo>
                    <a:pt x="173175" y="34073"/>
                  </a:lnTo>
                  <a:lnTo>
                    <a:pt x="169401" y="27096"/>
                  </a:lnTo>
                  <a:lnTo>
                    <a:pt x="163794" y="22467"/>
                  </a:lnTo>
                  <a:lnTo>
                    <a:pt x="157401" y="20970"/>
                  </a:lnTo>
                  <a:lnTo>
                    <a:pt x="129732" y="20970"/>
                  </a:lnTo>
                  <a:lnTo>
                    <a:pt x="129732" y="15666"/>
                  </a:lnTo>
                  <a:lnTo>
                    <a:pt x="128242" y="9570"/>
                  </a:lnTo>
                  <a:lnTo>
                    <a:pt x="123824" y="4480"/>
                  </a:lnTo>
                  <a:lnTo>
                    <a:pt x="116925" y="108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334998" y="113119"/>
              <a:ext cx="129407" cy="69548"/>
            </a:xfrm>
            <a:custGeom>
              <a:pathLst>
                <a:path w="129406" h="69547">
                  <a:moveTo>
                    <a:pt x="113561" y="27070"/>
                  </a:moveTo>
                  <a:cubicBezTo>
                    <a:pt x="102082" y="20364"/>
                    <a:pt x="85605" y="16737"/>
                    <a:pt x="64080" y="16737"/>
                  </a:cubicBezTo>
                  <a:cubicBezTo>
                    <a:pt x="46456" y="16737"/>
                    <a:pt x="33883" y="18414"/>
                    <a:pt x="26644" y="21735"/>
                  </a:cubicBezTo>
                  <a:cubicBezTo>
                    <a:pt x="19359" y="24844"/>
                    <a:pt x="16025" y="29600"/>
                    <a:pt x="16025" y="36031"/>
                  </a:cubicBezTo>
                  <a:cubicBezTo>
                    <a:pt x="16025" y="42158"/>
                    <a:pt x="19359" y="46639"/>
                    <a:pt x="25788" y="49137"/>
                  </a:cubicBezTo>
                  <a:cubicBezTo>
                    <a:pt x="32502" y="51637"/>
                    <a:pt x="45362" y="52796"/>
                    <a:pt x="64363" y="52796"/>
                  </a:cubicBezTo>
                  <a:cubicBezTo>
                    <a:pt x="81127" y="52796"/>
                    <a:pt x="93130" y="50844"/>
                    <a:pt x="100701" y="46639"/>
                  </a:cubicBezTo>
                  <a:cubicBezTo>
                    <a:pt x="108227" y="42736"/>
                    <a:pt x="112418" y="36031"/>
                    <a:pt x="113561" y="27070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1" name="shape 21"/>
            <p:cNvSpPr/>
            <p:nvPr/>
          </p:nvSpPr>
          <p:spPr>
            <a:xfrm>
              <a:off x="289077" y="0"/>
              <a:ext cx="264491" cy="285987"/>
            </a:xfrm>
            <a:custGeom>
              <a:pathLst>
                <a:path w="264490" h="285986">
                  <a:moveTo>
                    <a:pt x="248635" y="58290"/>
                  </a:moveTo>
                  <a:cubicBezTo>
                    <a:pt x="248635" y="64720"/>
                    <a:pt x="246682" y="70329"/>
                    <a:pt x="243064" y="74505"/>
                  </a:cubicBezTo>
                  <a:cubicBezTo>
                    <a:pt x="239397" y="78711"/>
                    <a:pt x="235492" y="80661"/>
                    <a:pt x="231015" y="80661"/>
                  </a:cubicBezTo>
                  <a:lnTo>
                    <a:pt x="208963" y="80661"/>
                  </a:lnTo>
                  <a:lnTo>
                    <a:pt x="208963" y="123944"/>
                  </a:lnTo>
                  <a:cubicBezTo>
                    <a:pt x="217061" y="130680"/>
                    <a:pt x="222920" y="138514"/>
                    <a:pt x="226824" y="147444"/>
                  </a:cubicBezTo>
                  <a:cubicBezTo>
                    <a:pt x="231015" y="156374"/>
                    <a:pt x="232966" y="166707"/>
                    <a:pt x="232966" y="178472"/>
                  </a:cubicBezTo>
                  <a:cubicBezTo>
                    <a:pt x="232966" y="211452"/>
                    <a:pt x="219299" y="235500"/>
                    <a:pt x="192153" y="250587"/>
                  </a:cubicBezTo>
                  <a:cubicBezTo>
                    <a:pt x="170387" y="262871"/>
                    <a:pt x="141861" y="269302"/>
                    <a:pt x="106379" y="269302"/>
                  </a:cubicBezTo>
                  <a:cubicBezTo>
                    <a:pt x="101902" y="269302"/>
                    <a:pt x="97711" y="267078"/>
                    <a:pt x="93806" y="262871"/>
                  </a:cubicBezTo>
                  <a:cubicBezTo>
                    <a:pt x="90140" y="258391"/>
                    <a:pt x="88186" y="253117"/>
                    <a:pt x="88186" y="246412"/>
                  </a:cubicBezTo>
                  <a:cubicBezTo>
                    <a:pt x="88186" y="239980"/>
                    <a:pt x="89853" y="234403"/>
                    <a:pt x="92663" y="229923"/>
                  </a:cubicBezTo>
                  <a:cubicBezTo>
                    <a:pt x="95760" y="225442"/>
                    <a:pt x="99951" y="223217"/>
                    <a:pt x="105236" y="223217"/>
                  </a:cubicBezTo>
                  <a:cubicBezTo>
                    <a:pt x="134335" y="223217"/>
                    <a:pt x="154720" y="219833"/>
                    <a:pt x="166196" y="212579"/>
                  </a:cubicBezTo>
                  <a:cubicBezTo>
                    <a:pt x="176246" y="206727"/>
                    <a:pt x="181293" y="196638"/>
                    <a:pt x="181293" y="182679"/>
                  </a:cubicBezTo>
                  <a:cubicBezTo>
                    <a:pt x="172865" y="187952"/>
                    <a:pt x="162243" y="192158"/>
                    <a:pt x="149670" y="195236"/>
                  </a:cubicBezTo>
                  <a:cubicBezTo>
                    <a:pt x="136813" y="198345"/>
                    <a:pt x="122573" y="200021"/>
                    <a:pt x="106666" y="199717"/>
                  </a:cubicBezTo>
                  <a:cubicBezTo>
                    <a:pt x="73089" y="200021"/>
                    <a:pt x="49324" y="195541"/>
                    <a:pt x="35087" y="186854"/>
                  </a:cubicBezTo>
                  <a:cubicBezTo>
                    <a:pt x="22513" y="179051"/>
                    <a:pt x="16369" y="167286"/>
                    <a:pt x="16369" y="151101"/>
                  </a:cubicBezTo>
                  <a:cubicBezTo>
                    <a:pt x="16369" y="135160"/>
                    <a:pt x="23083" y="122846"/>
                    <a:pt x="36467" y="113916"/>
                  </a:cubicBezTo>
                  <a:cubicBezTo>
                    <a:pt x="51851" y="103858"/>
                    <a:pt x="76186" y="98797"/>
                    <a:pt x="109427" y="98797"/>
                  </a:cubicBezTo>
                  <a:cubicBezTo>
                    <a:pt x="128715" y="98797"/>
                    <a:pt x="145766" y="100473"/>
                    <a:pt x="160006" y="103278"/>
                  </a:cubicBezTo>
                  <a:lnTo>
                    <a:pt x="160006" y="80661"/>
                  </a:lnTo>
                  <a:lnTo>
                    <a:pt x="83187" y="80661"/>
                  </a:lnTo>
                  <a:cubicBezTo>
                    <a:pt x="78710" y="80661"/>
                    <a:pt x="74756" y="78711"/>
                    <a:pt x="71138" y="74505"/>
                  </a:cubicBezTo>
                  <a:cubicBezTo>
                    <a:pt x="67517" y="70329"/>
                    <a:pt x="65567" y="64720"/>
                    <a:pt x="65567" y="58290"/>
                  </a:cubicBezTo>
                  <a:cubicBezTo>
                    <a:pt x="65567" y="51858"/>
                    <a:pt x="67517" y="46280"/>
                    <a:pt x="71138" y="42074"/>
                  </a:cubicBezTo>
                  <a:cubicBezTo>
                    <a:pt x="74756" y="37899"/>
                    <a:pt x="78710" y="35948"/>
                    <a:pt x="83187" y="35948"/>
                  </a:cubicBezTo>
                  <a:lnTo>
                    <a:pt x="160006" y="35948"/>
                  </a:lnTo>
                  <a:lnTo>
                    <a:pt x="160006" y="31467"/>
                  </a:lnTo>
                  <a:cubicBezTo>
                    <a:pt x="160006" y="26712"/>
                    <a:pt x="162243" y="23085"/>
                    <a:pt x="166721" y="20281"/>
                  </a:cubicBezTo>
                  <a:cubicBezTo>
                    <a:pt x="171198" y="17477"/>
                    <a:pt x="177056" y="16380"/>
                    <a:pt x="184627" y="16380"/>
                  </a:cubicBezTo>
                  <a:cubicBezTo>
                    <a:pt x="191915" y="16380"/>
                    <a:pt x="197773" y="17477"/>
                    <a:pt x="202248" y="20281"/>
                  </a:cubicBezTo>
                  <a:cubicBezTo>
                    <a:pt x="206725" y="23085"/>
                    <a:pt x="208963" y="26712"/>
                    <a:pt x="208963" y="31467"/>
                  </a:cubicBezTo>
                  <a:lnTo>
                    <a:pt x="208963" y="35948"/>
                  </a:lnTo>
                  <a:lnTo>
                    <a:pt x="231015" y="35948"/>
                  </a:lnTo>
                  <a:cubicBezTo>
                    <a:pt x="235492" y="35948"/>
                    <a:pt x="239397" y="37899"/>
                    <a:pt x="243064" y="42074"/>
                  </a:cubicBezTo>
                  <a:cubicBezTo>
                    <a:pt x="246682" y="46280"/>
                    <a:pt x="248635" y="51858"/>
                    <a:pt x="248635" y="58290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2" name="shape 22"/>
            <p:cNvSpPr/>
            <p:nvPr/>
          </p:nvSpPr>
          <p:spPr>
            <a:xfrm>
              <a:off x="305446" y="16380"/>
              <a:ext cx="232267" cy="252923"/>
            </a:xfrm>
            <a:custGeom>
              <a:pathLst>
                <a:path w="232266" h="252922">
                  <a:moveTo>
                    <a:pt x="168258" y="0"/>
                  </a:moveTo>
                  <a:lnTo>
                    <a:pt x="158145" y="898"/>
                  </a:lnTo>
                  <a:lnTo>
                    <a:pt x="150351" y="3901"/>
                  </a:lnTo>
                  <a:lnTo>
                    <a:pt x="145315" y="8763"/>
                  </a:lnTo>
                  <a:lnTo>
                    <a:pt x="143636" y="15087"/>
                  </a:lnTo>
                  <a:lnTo>
                    <a:pt x="143636" y="19567"/>
                  </a:lnTo>
                  <a:lnTo>
                    <a:pt x="66818" y="19567"/>
                  </a:lnTo>
                  <a:lnTo>
                    <a:pt x="60471" y="21064"/>
                  </a:lnTo>
                  <a:lnTo>
                    <a:pt x="54769" y="25694"/>
                  </a:lnTo>
                  <a:lnTo>
                    <a:pt x="50625" y="32967"/>
                  </a:lnTo>
                  <a:lnTo>
                    <a:pt x="49197" y="41909"/>
                  </a:lnTo>
                  <a:lnTo>
                    <a:pt x="50625" y="50863"/>
                  </a:lnTo>
                  <a:lnTo>
                    <a:pt x="54769" y="58125"/>
                  </a:lnTo>
                  <a:lnTo>
                    <a:pt x="60471" y="62780"/>
                  </a:lnTo>
                  <a:lnTo>
                    <a:pt x="66818" y="64281"/>
                  </a:lnTo>
                  <a:lnTo>
                    <a:pt x="143636" y="64281"/>
                  </a:lnTo>
                  <a:lnTo>
                    <a:pt x="143636" y="86898"/>
                  </a:lnTo>
                  <a:lnTo>
                    <a:pt x="120240" y="83606"/>
                  </a:lnTo>
                  <a:lnTo>
                    <a:pt x="93058" y="82417"/>
                  </a:lnTo>
                  <a:lnTo>
                    <a:pt x="69797" y="83365"/>
                  </a:lnTo>
                  <a:lnTo>
                    <a:pt x="49881" y="86204"/>
                  </a:lnTo>
                  <a:lnTo>
                    <a:pt x="33313" y="90930"/>
                  </a:lnTo>
                  <a:lnTo>
                    <a:pt x="20098" y="97535"/>
                  </a:lnTo>
                  <a:lnTo>
                    <a:pt x="11311" y="104871"/>
                  </a:lnTo>
                  <a:lnTo>
                    <a:pt x="5030" y="113499"/>
                  </a:lnTo>
                  <a:lnTo>
                    <a:pt x="1258" y="123441"/>
                  </a:lnTo>
                  <a:lnTo>
                    <a:pt x="0" y="134721"/>
                  </a:lnTo>
                  <a:lnTo>
                    <a:pt x="1156" y="146038"/>
                  </a:lnTo>
                  <a:lnTo>
                    <a:pt x="4643" y="155740"/>
                  </a:lnTo>
                  <a:lnTo>
                    <a:pt x="10488" y="163872"/>
                  </a:lnTo>
                  <a:lnTo>
                    <a:pt x="18717" y="170474"/>
                  </a:lnTo>
                  <a:lnTo>
                    <a:pt x="31186" y="176191"/>
                  </a:lnTo>
                  <a:lnTo>
                    <a:pt x="47255" y="180277"/>
                  </a:lnTo>
                  <a:lnTo>
                    <a:pt x="66949" y="182677"/>
                  </a:lnTo>
                  <a:lnTo>
                    <a:pt x="90297" y="183336"/>
                  </a:lnTo>
                  <a:lnTo>
                    <a:pt x="112943" y="182376"/>
                  </a:lnTo>
                  <a:lnTo>
                    <a:pt x="133301" y="178856"/>
                  </a:lnTo>
                  <a:lnTo>
                    <a:pt x="150667" y="173400"/>
                  </a:lnTo>
                  <a:lnTo>
                    <a:pt x="164924" y="166299"/>
                  </a:lnTo>
                  <a:lnTo>
                    <a:pt x="163978" y="176036"/>
                  </a:lnTo>
                  <a:lnTo>
                    <a:pt x="161144" y="184289"/>
                  </a:lnTo>
                  <a:lnTo>
                    <a:pt x="156425" y="191021"/>
                  </a:lnTo>
                  <a:lnTo>
                    <a:pt x="149827" y="196198"/>
                  </a:lnTo>
                  <a:lnTo>
                    <a:pt x="139553" y="200921"/>
                  </a:lnTo>
                  <a:lnTo>
                    <a:pt x="125956" y="204237"/>
                  </a:lnTo>
                  <a:lnTo>
                    <a:pt x="109054" y="206194"/>
                  </a:lnTo>
                  <a:lnTo>
                    <a:pt x="88867" y="206836"/>
                  </a:lnTo>
                  <a:lnTo>
                    <a:pt x="81760" y="208509"/>
                  </a:lnTo>
                  <a:lnTo>
                    <a:pt x="76294" y="213542"/>
                  </a:lnTo>
                  <a:lnTo>
                    <a:pt x="73001" y="221055"/>
                  </a:lnTo>
                  <a:lnTo>
                    <a:pt x="71817" y="230032"/>
                  </a:lnTo>
                  <a:lnTo>
                    <a:pt x="73252" y="239096"/>
                  </a:lnTo>
                  <a:lnTo>
                    <a:pt x="77437" y="246491"/>
                  </a:lnTo>
                  <a:lnTo>
                    <a:pt x="83509" y="251283"/>
                  </a:lnTo>
                  <a:lnTo>
                    <a:pt x="90010" y="252922"/>
                  </a:lnTo>
                  <a:lnTo>
                    <a:pt x="115320" y="251726"/>
                  </a:lnTo>
                  <a:lnTo>
                    <a:pt x="138040" y="248172"/>
                  </a:lnTo>
                  <a:lnTo>
                    <a:pt x="158189" y="242314"/>
                  </a:lnTo>
                  <a:lnTo>
                    <a:pt x="175784" y="234207"/>
                  </a:lnTo>
                  <a:lnTo>
                    <a:pt x="193613" y="221212"/>
                  </a:lnTo>
                  <a:lnTo>
                    <a:pt x="206370" y="204859"/>
                  </a:lnTo>
                  <a:lnTo>
                    <a:pt x="214037" y="185151"/>
                  </a:lnTo>
                  <a:lnTo>
                    <a:pt x="216596" y="162092"/>
                  </a:lnTo>
                  <a:lnTo>
                    <a:pt x="215097" y="145515"/>
                  </a:lnTo>
                  <a:lnTo>
                    <a:pt x="210455" y="131064"/>
                  </a:lnTo>
                  <a:lnTo>
                    <a:pt x="203097" y="118490"/>
                  </a:lnTo>
                  <a:lnTo>
                    <a:pt x="198277" y="113476"/>
                  </a:lnTo>
                  <a:lnTo>
                    <a:pt x="93631" y="113476"/>
                  </a:lnTo>
                  <a:lnTo>
                    <a:pt x="108829" y="114148"/>
                  </a:lnTo>
                  <a:lnTo>
                    <a:pt x="122139" y="116127"/>
                  </a:lnTo>
                  <a:lnTo>
                    <a:pt x="133565" y="119365"/>
                  </a:lnTo>
                  <a:lnTo>
                    <a:pt x="143112" y="123809"/>
                  </a:lnTo>
                  <a:lnTo>
                    <a:pt x="139076" y="135490"/>
                  </a:lnTo>
                  <a:lnTo>
                    <a:pt x="130253" y="143378"/>
                  </a:lnTo>
                  <a:lnTo>
                    <a:pt x="123738" y="146115"/>
                  </a:lnTo>
                  <a:lnTo>
                    <a:pt x="115531" y="148033"/>
                  </a:lnTo>
                  <a:lnTo>
                    <a:pt x="105600" y="149164"/>
                  </a:lnTo>
                  <a:lnTo>
                    <a:pt x="93915" y="149535"/>
                  </a:lnTo>
                  <a:lnTo>
                    <a:pt x="80815" y="149314"/>
                  </a:lnTo>
                  <a:lnTo>
                    <a:pt x="70019" y="148642"/>
                  </a:lnTo>
                  <a:lnTo>
                    <a:pt x="61527" y="147502"/>
                  </a:lnTo>
                  <a:lnTo>
                    <a:pt x="55339" y="145876"/>
                  </a:lnTo>
                  <a:lnTo>
                    <a:pt x="48047" y="140683"/>
                  </a:lnTo>
                  <a:lnTo>
                    <a:pt x="45576" y="132770"/>
                  </a:lnTo>
                  <a:lnTo>
                    <a:pt x="48154" y="124376"/>
                  </a:lnTo>
                  <a:lnTo>
                    <a:pt x="51463" y="121115"/>
                  </a:lnTo>
                  <a:lnTo>
                    <a:pt x="56195" y="118474"/>
                  </a:lnTo>
                  <a:lnTo>
                    <a:pt x="62620" y="116293"/>
                  </a:lnTo>
                  <a:lnTo>
                    <a:pt x="71019" y="114730"/>
                  </a:lnTo>
                  <a:lnTo>
                    <a:pt x="81365" y="113790"/>
                  </a:lnTo>
                  <a:lnTo>
                    <a:pt x="93631" y="113476"/>
                  </a:lnTo>
                  <a:lnTo>
                    <a:pt x="198277" y="113476"/>
                  </a:lnTo>
                  <a:lnTo>
                    <a:pt x="192593" y="107563"/>
                  </a:lnTo>
                  <a:lnTo>
                    <a:pt x="192593" y="64281"/>
                  </a:lnTo>
                  <a:lnTo>
                    <a:pt x="214646" y="64281"/>
                  </a:lnTo>
                  <a:lnTo>
                    <a:pt x="220974" y="62780"/>
                  </a:lnTo>
                  <a:lnTo>
                    <a:pt x="226694" y="58125"/>
                  </a:lnTo>
                  <a:lnTo>
                    <a:pt x="230837" y="50863"/>
                  </a:lnTo>
                  <a:lnTo>
                    <a:pt x="232266" y="41909"/>
                  </a:lnTo>
                  <a:lnTo>
                    <a:pt x="230837" y="32967"/>
                  </a:lnTo>
                  <a:lnTo>
                    <a:pt x="226694" y="25694"/>
                  </a:lnTo>
                  <a:lnTo>
                    <a:pt x="220974" y="21064"/>
                  </a:lnTo>
                  <a:lnTo>
                    <a:pt x="214646" y="19567"/>
                  </a:lnTo>
                  <a:lnTo>
                    <a:pt x="192593" y="19567"/>
                  </a:lnTo>
                  <a:lnTo>
                    <a:pt x="192593" y="15087"/>
                  </a:lnTo>
                  <a:lnTo>
                    <a:pt x="190915" y="8763"/>
                  </a:lnTo>
                  <a:lnTo>
                    <a:pt x="185879" y="3901"/>
                  </a:lnTo>
                  <a:lnTo>
                    <a:pt x="178123" y="8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shape 23"/>
            <p:cNvSpPr/>
            <p:nvPr/>
          </p:nvSpPr>
          <p:spPr>
            <a:xfrm>
              <a:off x="614390" y="113119"/>
              <a:ext cx="129406" cy="69548"/>
            </a:xfrm>
            <a:custGeom>
              <a:pathLst>
                <a:path w="129405" h="69547">
                  <a:moveTo>
                    <a:pt x="113561" y="27070"/>
                  </a:moveTo>
                  <a:cubicBezTo>
                    <a:pt x="102085" y="20364"/>
                    <a:pt x="85604" y="16737"/>
                    <a:pt x="64079" y="16737"/>
                  </a:cubicBezTo>
                  <a:cubicBezTo>
                    <a:pt x="46459" y="16737"/>
                    <a:pt x="33886" y="18414"/>
                    <a:pt x="26647" y="21735"/>
                  </a:cubicBezTo>
                  <a:cubicBezTo>
                    <a:pt x="19359" y="24844"/>
                    <a:pt x="16025" y="29600"/>
                    <a:pt x="16025" y="36031"/>
                  </a:cubicBezTo>
                  <a:cubicBezTo>
                    <a:pt x="16025" y="42158"/>
                    <a:pt x="19359" y="46639"/>
                    <a:pt x="25787" y="49137"/>
                  </a:cubicBezTo>
                  <a:cubicBezTo>
                    <a:pt x="32502" y="51637"/>
                    <a:pt x="45362" y="52796"/>
                    <a:pt x="64366" y="52796"/>
                  </a:cubicBezTo>
                  <a:cubicBezTo>
                    <a:pt x="81130" y="52796"/>
                    <a:pt x="93130" y="50844"/>
                    <a:pt x="100701" y="46639"/>
                  </a:cubicBezTo>
                  <a:cubicBezTo>
                    <a:pt x="108227" y="42736"/>
                    <a:pt x="112418" y="36031"/>
                    <a:pt x="113561" y="27070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shape 24"/>
            <p:cNvSpPr/>
            <p:nvPr/>
          </p:nvSpPr>
          <p:spPr>
            <a:xfrm>
              <a:off x="568469" y="0"/>
              <a:ext cx="264491" cy="285987"/>
            </a:xfrm>
            <a:custGeom>
              <a:pathLst>
                <a:path w="264490" h="285986">
                  <a:moveTo>
                    <a:pt x="248635" y="58290"/>
                  </a:moveTo>
                  <a:cubicBezTo>
                    <a:pt x="248635" y="64720"/>
                    <a:pt x="246685" y="70329"/>
                    <a:pt x="243064" y="74505"/>
                  </a:cubicBezTo>
                  <a:cubicBezTo>
                    <a:pt x="239397" y="78711"/>
                    <a:pt x="235492" y="80661"/>
                    <a:pt x="231015" y="80661"/>
                  </a:cubicBezTo>
                  <a:lnTo>
                    <a:pt x="208966" y="80661"/>
                  </a:lnTo>
                  <a:lnTo>
                    <a:pt x="208966" y="123944"/>
                  </a:lnTo>
                  <a:cubicBezTo>
                    <a:pt x="217061" y="130680"/>
                    <a:pt x="222920" y="138514"/>
                    <a:pt x="226824" y="147444"/>
                  </a:cubicBezTo>
                  <a:cubicBezTo>
                    <a:pt x="231015" y="156374"/>
                    <a:pt x="232969" y="166707"/>
                    <a:pt x="232969" y="178472"/>
                  </a:cubicBezTo>
                  <a:cubicBezTo>
                    <a:pt x="232969" y="211452"/>
                    <a:pt x="219299" y="235500"/>
                    <a:pt x="192153" y="250587"/>
                  </a:cubicBezTo>
                  <a:cubicBezTo>
                    <a:pt x="170387" y="262871"/>
                    <a:pt x="141861" y="269302"/>
                    <a:pt x="106379" y="269302"/>
                  </a:cubicBezTo>
                  <a:cubicBezTo>
                    <a:pt x="101905" y="269302"/>
                    <a:pt x="97714" y="267078"/>
                    <a:pt x="93806" y="262871"/>
                  </a:cubicBezTo>
                  <a:cubicBezTo>
                    <a:pt x="90140" y="258391"/>
                    <a:pt x="88189" y="253117"/>
                    <a:pt x="88189" y="246412"/>
                  </a:cubicBezTo>
                  <a:cubicBezTo>
                    <a:pt x="88189" y="239980"/>
                    <a:pt x="89853" y="234403"/>
                    <a:pt x="92663" y="229923"/>
                  </a:cubicBezTo>
                  <a:cubicBezTo>
                    <a:pt x="95760" y="225442"/>
                    <a:pt x="99951" y="223217"/>
                    <a:pt x="105236" y="223217"/>
                  </a:cubicBezTo>
                  <a:cubicBezTo>
                    <a:pt x="134335" y="223217"/>
                    <a:pt x="154720" y="219833"/>
                    <a:pt x="166196" y="212579"/>
                  </a:cubicBezTo>
                  <a:cubicBezTo>
                    <a:pt x="176246" y="206727"/>
                    <a:pt x="181293" y="196638"/>
                    <a:pt x="181293" y="182679"/>
                  </a:cubicBezTo>
                  <a:cubicBezTo>
                    <a:pt x="172865" y="187952"/>
                    <a:pt x="162243" y="192158"/>
                    <a:pt x="149670" y="195236"/>
                  </a:cubicBezTo>
                  <a:cubicBezTo>
                    <a:pt x="136814" y="198345"/>
                    <a:pt x="122573" y="200021"/>
                    <a:pt x="106666" y="199717"/>
                  </a:cubicBezTo>
                  <a:cubicBezTo>
                    <a:pt x="73089" y="200021"/>
                    <a:pt x="49327" y="195541"/>
                    <a:pt x="35087" y="186854"/>
                  </a:cubicBezTo>
                  <a:cubicBezTo>
                    <a:pt x="22514" y="179051"/>
                    <a:pt x="16369" y="167286"/>
                    <a:pt x="16369" y="151101"/>
                  </a:cubicBezTo>
                  <a:cubicBezTo>
                    <a:pt x="16369" y="135160"/>
                    <a:pt x="23083" y="122846"/>
                    <a:pt x="36467" y="113916"/>
                  </a:cubicBezTo>
                  <a:cubicBezTo>
                    <a:pt x="51851" y="103858"/>
                    <a:pt x="76186" y="98797"/>
                    <a:pt x="109427" y="98797"/>
                  </a:cubicBezTo>
                  <a:cubicBezTo>
                    <a:pt x="128715" y="98797"/>
                    <a:pt x="145766" y="100473"/>
                    <a:pt x="160006" y="103278"/>
                  </a:cubicBezTo>
                  <a:lnTo>
                    <a:pt x="160006" y="80661"/>
                  </a:lnTo>
                  <a:lnTo>
                    <a:pt x="83187" y="80661"/>
                  </a:lnTo>
                  <a:cubicBezTo>
                    <a:pt x="78710" y="80661"/>
                    <a:pt x="74756" y="78711"/>
                    <a:pt x="71138" y="74505"/>
                  </a:cubicBezTo>
                  <a:cubicBezTo>
                    <a:pt x="67517" y="70329"/>
                    <a:pt x="65567" y="64720"/>
                    <a:pt x="65567" y="58290"/>
                  </a:cubicBezTo>
                  <a:cubicBezTo>
                    <a:pt x="65567" y="51858"/>
                    <a:pt x="67517" y="46280"/>
                    <a:pt x="71138" y="42074"/>
                  </a:cubicBezTo>
                  <a:cubicBezTo>
                    <a:pt x="74756" y="37899"/>
                    <a:pt x="78710" y="35948"/>
                    <a:pt x="83187" y="35948"/>
                  </a:cubicBezTo>
                  <a:lnTo>
                    <a:pt x="160006" y="35948"/>
                  </a:lnTo>
                  <a:lnTo>
                    <a:pt x="160006" y="31467"/>
                  </a:lnTo>
                  <a:cubicBezTo>
                    <a:pt x="160006" y="26712"/>
                    <a:pt x="162243" y="23085"/>
                    <a:pt x="166721" y="20281"/>
                  </a:cubicBezTo>
                  <a:cubicBezTo>
                    <a:pt x="171198" y="17477"/>
                    <a:pt x="177056" y="16380"/>
                    <a:pt x="184627" y="16380"/>
                  </a:cubicBezTo>
                  <a:cubicBezTo>
                    <a:pt x="191915" y="16380"/>
                    <a:pt x="197773" y="17477"/>
                    <a:pt x="202248" y="20281"/>
                  </a:cubicBezTo>
                  <a:cubicBezTo>
                    <a:pt x="206726" y="23085"/>
                    <a:pt x="208966" y="26712"/>
                    <a:pt x="208966" y="31467"/>
                  </a:cubicBezTo>
                  <a:lnTo>
                    <a:pt x="208966" y="35948"/>
                  </a:lnTo>
                  <a:lnTo>
                    <a:pt x="231015" y="35948"/>
                  </a:lnTo>
                  <a:cubicBezTo>
                    <a:pt x="235492" y="35948"/>
                    <a:pt x="239397" y="37899"/>
                    <a:pt x="243064" y="42074"/>
                  </a:cubicBezTo>
                  <a:cubicBezTo>
                    <a:pt x="246685" y="46280"/>
                    <a:pt x="248635" y="51858"/>
                    <a:pt x="248635" y="58290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shape 25"/>
            <p:cNvSpPr/>
            <p:nvPr/>
          </p:nvSpPr>
          <p:spPr>
            <a:xfrm>
              <a:off x="584838" y="16380"/>
              <a:ext cx="232267" cy="252923"/>
            </a:xfrm>
            <a:custGeom>
              <a:pathLst>
                <a:path w="232266" h="252922">
                  <a:moveTo>
                    <a:pt x="168258" y="0"/>
                  </a:moveTo>
                  <a:lnTo>
                    <a:pt x="158145" y="898"/>
                  </a:lnTo>
                  <a:lnTo>
                    <a:pt x="150351" y="3901"/>
                  </a:lnTo>
                  <a:lnTo>
                    <a:pt x="145315" y="8763"/>
                  </a:lnTo>
                  <a:lnTo>
                    <a:pt x="143636" y="15087"/>
                  </a:lnTo>
                  <a:lnTo>
                    <a:pt x="143636" y="19567"/>
                  </a:lnTo>
                  <a:lnTo>
                    <a:pt x="66818" y="19567"/>
                  </a:lnTo>
                  <a:lnTo>
                    <a:pt x="60471" y="21064"/>
                  </a:lnTo>
                  <a:lnTo>
                    <a:pt x="54769" y="25694"/>
                  </a:lnTo>
                  <a:lnTo>
                    <a:pt x="50625" y="32967"/>
                  </a:lnTo>
                  <a:lnTo>
                    <a:pt x="49197" y="41909"/>
                  </a:lnTo>
                  <a:lnTo>
                    <a:pt x="50625" y="50863"/>
                  </a:lnTo>
                  <a:lnTo>
                    <a:pt x="54769" y="58125"/>
                  </a:lnTo>
                  <a:lnTo>
                    <a:pt x="60471" y="62780"/>
                  </a:lnTo>
                  <a:lnTo>
                    <a:pt x="66818" y="64281"/>
                  </a:lnTo>
                  <a:lnTo>
                    <a:pt x="143636" y="64281"/>
                  </a:lnTo>
                  <a:lnTo>
                    <a:pt x="143636" y="86898"/>
                  </a:lnTo>
                  <a:lnTo>
                    <a:pt x="120240" y="83606"/>
                  </a:lnTo>
                  <a:lnTo>
                    <a:pt x="93058" y="82417"/>
                  </a:lnTo>
                  <a:lnTo>
                    <a:pt x="69797" y="83365"/>
                  </a:lnTo>
                  <a:lnTo>
                    <a:pt x="49881" y="86204"/>
                  </a:lnTo>
                  <a:lnTo>
                    <a:pt x="33313" y="90930"/>
                  </a:lnTo>
                  <a:lnTo>
                    <a:pt x="20098" y="97535"/>
                  </a:lnTo>
                  <a:lnTo>
                    <a:pt x="11311" y="104871"/>
                  </a:lnTo>
                  <a:lnTo>
                    <a:pt x="5030" y="113499"/>
                  </a:lnTo>
                  <a:lnTo>
                    <a:pt x="1258" y="123441"/>
                  </a:lnTo>
                  <a:lnTo>
                    <a:pt x="0" y="134721"/>
                  </a:lnTo>
                  <a:lnTo>
                    <a:pt x="1156" y="146038"/>
                  </a:lnTo>
                  <a:lnTo>
                    <a:pt x="4643" y="155740"/>
                  </a:lnTo>
                  <a:lnTo>
                    <a:pt x="10488" y="163872"/>
                  </a:lnTo>
                  <a:lnTo>
                    <a:pt x="18717" y="170474"/>
                  </a:lnTo>
                  <a:lnTo>
                    <a:pt x="31187" y="176191"/>
                  </a:lnTo>
                  <a:lnTo>
                    <a:pt x="47256" y="180277"/>
                  </a:lnTo>
                  <a:lnTo>
                    <a:pt x="66950" y="182677"/>
                  </a:lnTo>
                  <a:lnTo>
                    <a:pt x="90297" y="183336"/>
                  </a:lnTo>
                  <a:lnTo>
                    <a:pt x="112943" y="182376"/>
                  </a:lnTo>
                  <a:lnTo>
                    <a:pt x="133301" y="178856"/>
                  </a:lnTo>
                  <a:lnTo>
                    <a:pt x="150667" y="173400"/>
                  </a:lnTo>
                  <a:lnTo>
                    <a:pt x="164924" y="166299"/>
                  </a:lnTo>
                  <a:lnTo>
                    <a:pt x="163978" y="176036"/>
                  </a:lnTo>
                  <a:lnTo>
                    <a:pt x="161144" y="184289"/>
                  </a:lnTo>
                  <a:lnTo>
                    <a:pt x="156425" y="191021"/>
                  </a:lnTo>
                  <a:lnTo>
                    <a:pt x="149827" y="196198"/>
                  </a:lnTo>
                  <a:lnTo>
                    <a:pt x="139553" y="200921"/>
                  </a:lnTo>
                  <a:lnTo>
                    <a:pt x="125956" y="204237"/>
                  </a:lnTo>
                  <a:lnTo>
                    <a:pt x="109054" y="206194"/>
                  </a:lnTo>
                  <a:lnTo>
                    <a:pt x="88867" y="206836"/>
                  </a:lnTo>
                  <a:lnTo>
                    <a:pt x="81760" y="208509"/>
                  </a:lnTo>
                  <a:lnTo>
                    <a:pt x="76294" y="213542"/>
                  </a:lnTo>
                  <a:lnTo>
                    <a:pt x="73003" y="221055"/>
                  </a:lnTo>
                  <a:lnTo>
                    <a:pt x="71819" y="230032"/>
                  </a:lnTo>
                  <a:lnTo>
                    <a:pt x="73253" y="239096"/>
                  </a:lnTo>
                  <a:lnTo>
                    <a:pt x="77437" y="246491"/>
                  </a:lnTo>
                  <a:lnTo>
                    <a:pt x="83511" y="251283"/>
                  </a:lnTo>
                  <a:lnTo>
                    <a:pt x="90010" y="252922"/>
                  </a:lnTo>
                  <a:lnTo>
                    <a:pt x="115320" y="251726"/>
                  </a:lnTo>
                  <a:lnTo>
                    <a:pt x="138040" y="248172"/>
                  </a:lnTo>
                  <a:lnTo>
                    <a:pt x="158189" y="242314"/>
                  </a:lnTo>
                  <a:lnTo>
                    <a:pt x="175784" y="234207"/>
                  </a:lnTo>
                  <a:lnTo>
                    <a:pt x="193613" y="221212"/>
                  </a:lnTo>
                  <a:lnTo>
                    <a:pt x="206371" y="204859"/>
                  </a:lnTo>
                  <a:lnTo>
                    <a:pt x="214039" y="185151"/>
                  </a:lnTo>
                  <a:lnTo>
                    <a:pt x="216599" y="162092"/>
                  </a:lnTo>
                  <a:lnTo>
                    <a:pt x="215099" y="145515"/>
                  </a:lnTo>
                  <a:lnTo>
                    <a:pt x="210455" y="131064"/>
                  </a:lnTo>
                  <a:lnTo>
                    <a:pt x="203097" y="118490"/>
                  </a:lnTo>
                  <a:lnTo>
                    <a:pt x="198279" y="113476"/>
                  </a:lnTo>
                  <a:lnTo>
                    <a:pt x="93631" y="113476"/>
                  </a:lnTo>
                  <a:lnTo>
                    <a:pt x="108829" y="114148"/>
                  </a:lnTo>
                  <a:lnTo>
                    <a:pt x="122140" y="116127"/>
                  </a:lnTo>
                  <a:lnTo>
                    <a:pt x="133566" y="119365"/>
                  </a:lnTo>
                  <a:lnTo>
                    <a:pt x="143112" y="123809"/>
                  </a:lnTo>
                  <a:lnTo>
                    <a:pt x="139076" y="135490"/>
                  </a:lnTo>
                  <a:lnTo>
                    <a:pt x="130253" y="143378"/>
                  </a:lnTo>
                  <a:lnTo>
                    <a:pt x="123739" y="146115"/>
                  </a:lnTo>
                  <a:lnTo>
                    <a:pt x="115532" y="148033"/>
                  </a:lnTo>
                  <a:lnTo>
                    <a:pt x="105602" y="149164"/>
                  </a:lnTo>
                  <a:lnTo>
                    <a:pt x="93918" y="149535"/>
                  </a:lnTo>
                  <a:lnTo>
                    <a:pt x="80816" y="149314"/>
                  </a:lnTo>
                  <a:lnTo>
                    <a:pt x="70020" y="148642"/>
                  </a:lnTo>
                  <a:lnTo>
                    <a:pt x="61527" y="147502"/>
                  </a:lnTo>
                  <a:lnTo>
                    <a:pt x="55339" y="145876"/>
                  </a:lnTo>
                  <a:lnTo>
                    <a:pt x="48047" y="140683"/>
                  </a:lnTo>
                  <a:lnTo>
                    <a:pt x="45576" y="132770"/>
                  </a:lnTo>
                  <a:lnTo>
                    <a:pt x="48155" y="124376"/>
                  </a:lnTo>
                  <a:lnTo>
                    <a:pt x="51464" y="121115"/>
                  </a:lnTo>
                  <a:lnTo>
                    <a:pt x="56198" y="118474"/>
                  </a:lnTo>
                  <a:lnTo>
                    <a:pt x="62623" y="116293"/>
                  </a:lnTo>
                  <a:lnTo>
                    <a:pt x="71022" y="114730"/>
                  </a:lnTo>
                  <a:lnTo>
                    <a:pt x="81367" y="113790"/>
                  </a:lnTo>
                  <a:lnTo>
                    <a:pt x="93631" y="113476"/>
                  </a:lnTo>
                  <a:lnTo>
                    <a:pt x="198279" y="113476"/>
                  </a:lnTo>
                  <a:lnTo>
                    <a:pt x="192596" y="107563"/>
                  </a:lnTo>
                  <a:lnTo>
                    <a:pt x="192596" y="64281"/>
                  </a:lnTo>
                  <a:lnTo>
                    <a:pt x="214646" y="64281"/>
                  </a:lnTo>
                  <a:lnTo>
                    <a:pt x="220974" y="62780"/>
                  </a:lnTo>
                  <a:lnTo>
                    <a:pt x="226694" y="58125"/>
                  </a:lnTo>
                  <a:lnTo>
                    <a:pt x="230838" y="50863"/>
                  </a:lnTo>
                  <a:lnTo>
                    <a:pt x="232266" y="41909"/>
                  </a:lnTo>
                  <a:lnTo>
                    <a:pt x="230838" y="32967"/>
                  </a:lnTo>
                  <a:lnTo>
                    <a:pt x="226694" y="25694"/>
                  </a:lnTo>
                  <a:lnTo>
                    <a:pt x="220974" y="21064"/>
                  </a:lnTo>
                  <a:lnTo>
                    <a:pt x="214646" y="19567"/>
                  </a:lnTo>
                  <a:lnTo>
                    <a:pt x="192596" y="19567"/>
                  </a:lnTo>
                  <a:lnTo>
                    <a:pt x="192596" y="15087"/>
                  </a:lnTo>
                  <a:lnTo>
                    <a:pt x="190917" y="8763"/>
                  </a:lnTo>
                  <a:lnTo>
                    <a:pt x="185879" y="3901"/>
                  </a:lnTo>
                  <a:lnTo>
                    <a:pt x="178123" y="8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879813" y="64721"/>
              <a:ext cx="130837" cy="166748"/>
            </a:xfrm>
            <a:custGeom>
              <a:pathLst>
                <a:path w="130836" h="166747">
                  <a:moveTo>
                    <a:pt x="114551" y="16764"/>
                  </a:moveTo>
                  <a:lnTo>
                    <a:pt x="110076" y="16764"/>
                  </a:lnTo>
                  <a:cubicBezTo>
                    <a:pt x="100835" y="16764"/>
                    <a:pt x="92169" y="17617"/>
                    <a:pt x="84357" y="18989"/>
                  </a:cubicBezTo>
                  <a:cubicBezTo>
                    <a:pt x="76262" y="20422"/>
                    <a:pt x="68974" y="22373"/>
                    <a:pt x="62259" y="25695"/>
                  </a:cubicBezTo>
                  <a:lnTo>
                    <a:pt x="78737" y="61479"/>
                  </a:lnTo>
                  <a:cubicBezTo>
                    <a:pt x="79596" y="63429"/>
                    <a:pt x="79880" y="65410"/>
                    <a:pt x="79880" y="67666"/>
                  </a:cubicBezTo>
                  <a:cubicBezTo>
                    <a:pt x="79880" y="73517"/>
                    <a:pt x="77356" y="78821"/>
                    <a:pt x="72022" y="83577"/>
                  </a:cubicBezTo>
                  <a:cubicBezTo>
                    <a:pt x="66737" y="88331"/>
                    <a:pt x="61165" y="90557"/>
                    <a:pt x="55258" y="90557"/>
                  </a:cubicBezTo>
                  <a:cubicBezTo>
                    <a:pt x="47735" y="90557"/>
                    <a:pt x="42685" y="87752"/>
                    <a:pt x="39924" y="82174"/>
                  </a:cubicBezTo>
                  <a:lnTo>
                    <a:pt x="28161" y="56479"/>
                  </a:lnTo>
                  <a:cubicBezTo>
                    <a:pt x="20349" y="70439"/>
                    <a:pt x="16682" y="87752"/>
                    <a:pt x="16682" y="108417"/>
                  </a:cubicBezTo>
                  <a:cubicBezTo>
                    <a:pt x="16682" y="121006"/>
                    <a:pt x="19493" y="131094"/>
                    <a:pt x="25113" y="138623"/>
                  </a:cubicBezTo>
                  <a:cubicBezTo>
                    <a:pt x="30399" y="146487"/>
                    <a:pt x="37686" y="150388"/>
                    <a:pt x="46592" y="150388"/>
                  </a:cubicBezTo>
                  <a:cubicBezTo>
                    <a:pt x="59211" y="150388"/>
                    <a:pt x="71214" y="139203"/>
                    <a:pt x="82406" y="117104"/>
                  </a:cubicBezTo>
                  <a:cubicBezTo>
                    <a:pt x="93837" y="94762"/>
                    <a:pt x="104456" y="61479"/>
                    <a:pt x="114551" y="16764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shape 27"/>
            <p:cNvSpPr/>
            <p:nvPr/>
          </p:nvSpPr>
          <p:spPr>
            <a:xfrm>
              <a:off x="837007" y="3727"/>
              <a:ext cx="286654" cy="275594"/>
            </a:xfrm>
            <a:custGeom>
              <a:pathLst>
                <a:path w="286653" h="275593">
                  <a:moveTo>
                    <a:pt x="269993" y="149904"/>
                  </a:moveTo>
                  <a:cubicBezTo>
                    <a:pt x="269993" y="170570"/>
                    <a:pt x="264086" y="189284"/>
                    <a:pt x="252086" y="205469"/>
                  </a:cubicBezTo>
                  <a:cubicBezTo>
                    <a:pt x="240894" y="220862"/>
                    <a:pt x="226653" y="231469"/>
                    <a:pt x="209316" y="237626"/>
                  </a:cubicBezTo>
                  <a:cubicBezTo>
                    <a:pt x="208509" y="237900"/>
                    <a:pt x="207366" y="238205"/>
                    <a:pt x="205412" y="238205"/>
                  </a:cubicBezTo>
                  <a:cubicBezTo>
                    <a:pt x="199840" y="238205"/>
                    <a:pt x="195076" y="235370"/>
                    <a:pt x="191172" y="230371"/>
                  </a:cubicBezTo>
                  <a:cubicBezTo>
                    <a:pt x="187267" y="225342"/>
                    <a:pt x="185268" y="219764"/>
                    <a:pt x="185268" y="213912"/>
                  </a:cubicBezTo>
                  <a:cubicBezTo>
                    <a:pt x="185268" y="209157"/>
                    <a:pt x="186411" y="204951"/>
                    <a:pt x="188934" y="201293"/>
                  </a:cubicBezTo>
                  <a:cubicBezTo>
                    <a:pt x="191172" y="197667"/>
                    <a:pt x="193933" y="194862"/>
                    <a:pt x="197316" y="193185"/>
                  </a:cubicBezTo>
                  <a:cubicBezTo>
                    <a:pt x="205985" y="189284"/>
                    <a:pt x="212937" y="183127"/>
                    <a:pt x="217985" y="174745"/>
                  </a:cubicBezTo>
                  <a:cubicBezTo>
                    <a:pt x="223032" y="166668"/>
                    <a:pt x="225556" y="156853"/>
                    <a:pt x="225556" y="145698"/>
                  </a:cubicBezTo>
                  <a:cubicBezTo>
                    <a:pt x="225556" y="133933"/>
                    <a:pt x="223032" y="123051"/>
                    <a:pt x="218558" y="113572"/>
                  </a:cubicBezTo>
                  <a:cubicBezTo>
                    <a:pt x="213794" y="104032"/>
                    <a:pt x="206792" y="95925"/>
                    <a:pt x="197603" y="89798"/>
                  </a:cubicBezTo>
                  <a:cubicBezTo>
                    <a:pt x="188078" y="128385"/>
                    <a:pt x="179123" y="158529"/>
                    <a:pt x="170454" y="180049"/>
                  </a:cubicBezTo>
                  <a:cubicBezTo>
                    <a:pt x="160122" y="206048"/>
                    <a:pt x="148405" y="225616"/>
                    <a:pt x="135259" y="238479"/>
                  </a:cubicBezTo>
                  <a:cubicBezTo>
                    <a:pt x="121260" y="252195"/>
                    <a:pt x="104779" y="259144"/>
                    <a:pt x="86064" y="259144"/>
                  </a:cubicBezTo>
                  <a:cubicBezTo>
                    <a:pt x="66777" y="259144"/>
                    <a:pt x="50583" y="251616"/>
                    <a:pt x="37723" y="237382"/>
                  </a:cubicBezTo>
                  <a:cubicBezTo>
                    <a:pt x="23724" y="220588"/>
                    <a:pt x="16722" y="198246"/>
                    <a:pt x="16722" y="169716"/>
                  </a:cubicBezTo>
                  <a:cubicBezTo>
                    <a:pt x="16722" y="127501"/>
                    <a:pt x="27915" y="94796"/>
                    <a:pt x="50296" y="71601"/>
                  </a:cubicBezTo>
                  <a:lnTo>
                    <a:pt x="43581" y="56788"/>
                  </a:lnTo>
                  <a:cubicBezTo>
                    <a:pt x="43011" y="55416"/>
                    <a:pt x="42438" y="53465"/>
                    <a:pt x="42438" y="51515"/>
                  </a:cubicBezTo>
                  <a:cubicBezTo>
                    <a:pt x="42438" y="45358"/>
                    <a:pt x="44962" y="40299"/>
                    <a:pt x="50013" y="36122"/>
                  </a:cubicBezTo>
                  <a:cubicBezTo>
                    <a:pt x="54773" y="31916"/>
                    <a:pt x="60345" y="29691"/>
                    <a:pt x="66777" y="29691"/>
                  </a:cubicBezTo>
                  <a:cubicBezTo>
                    <a:pt x="74872" y="29691"/>
                    <a:pt x="80206" y="32739"/>
                    <a:pt x="83254" y="38652"/>
                  </a:cubicBezTo>
                  <a:lnTo>
                    <a:pt x="86921" y="46729"/>
                  </a:lnTo>
                  <a:cubicBezTo>
                    <a:pt x="105922" y="38926"/>
                    <a:pt x="127974" y="34964"/>
                    <a:pt x="153407" y="34964"/>
                  </a:cubicBezTo>
                  <a:lnTo>
                    <a:pt x="166263" y="35543"/>
                  </a:lnTo>
                  <a:cubicBezTo>
                    <a:pt x="167123" y="29112"/>
                    <a:pt x="169073" y="24357"/>
                    <a:pt x="172408" y="21035"/>
                  </a:cubicBezTo>
                  <a:cubicBezTo>
                    <a:pt x="175505" y="17681"/>
                    <a:pt x="180552" y="15974"/>
                    <a:pt x="187267" y="15974"/>
                  </a:cubicBezTo>
                  <a:cubicBezTo>
                    <a:pt x="193125" y="15974"/>
                    <a:pt x="198697" y="17681"/>
                    <a:pt x="203175" y="21035"/>
                  </a:cubicBezTo>
                  <a:cubicBezTo>
                    <a:pt x="207935" y="24357"/>
                    <a:pt x="210459" y="28838"/>
                    <a:pt x="210459" y="34172"/>
                  </a:cubicBezTo>
                  <a:cubicBezTo>
                    <a:pt x="210459" y="35848"/>
                    <a:pt x="210176" y="37493"/>
                    <a:pt x="209603" y="39749"/>
                  </a:cubicBezTo>
                  <a:cubicBezTo>
                    <a:pt x="209033" y="41700"/>
                    <a:pt x="208509" y="43407"/>
                    <a:pt x="208222" y="45083"/>
                  </a:cubicBezTo>
                  <a:cubicBezTo>
                    <a:pt x="228034" y="53161"/>
                    <a:pt x="243417" y="66328"/>
                    <a:pt x="254036" y="84464"/>
                  </a:cubicBezTo>
                  <a:cubicBezTo>
                    <a:pt x="264659" y="102355"/>
                    <a:pt x="269993" y="124179"/>
                    <a:pt x="269993" y="149904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8" name="shape 28"/>
            <p:cNvSpPr/>
            <p:nvPr/>
          </p:nvSpPr>
          <p:spPr>
            <a:xfrm>
              <a:off x="853730" y="19702"/>
              <a:ext cx="253271" cy="243170"/>
            </a:xfrm>
            <a:custGeom>
              <a:pathLst>
                <a:path w="253270" h="243169">
                  <a:moveTo>
                    <a:pt x="170544" y="0"/>
                  </a:moveTo>
                  <a:lnTo>
                    <a:pt x="161758" y="1272"/>
                  </a:lnTo>
                  <a:lnTo>
                    <a:pt x="155685" y="5060"/>
                  </a:lnTo>
                  <a:lnTo>
                    <a:pt x="151685" y="11148"/>
                  </a:lnTo>
                  <a:lnTo>
                    <a:pt x="149540" y="19568"/>
                  </a:lnTo>
                  <a:lnTo>
                    <a:pt x="136684" y="18989"/>
                  </a:lnTo>
                  <a:lnTo>
                    <a:pt x="118238" y="19731"/>
                  </a:lnTo>
                  <a:lnTo>
                    <a:pt x="101029" y="21945"/>
                  </a:lnTo>
                  <a:lnTo>
                    <a:pt x="85026" y="25624"/>
                  </a:lnTo>
                  <a:lnTo>
                    <a:pt x="70198" y="30754"/>
                  </a:lnTo>
                  <a:lnTo>
                    <a:pt x="66531" y="22677"/>
                  </a:lnTo>
                  <a:lnTo>
                    <a:pt x="60185" y="15978"/>
                  </a:lnTo>
                  <a:lnTo>
                    <a:pt x="50054" y="13716"/>
                  </a:lnTo>
                  <a:lnTo>
                    <a:pt x="41045" y="15354"/>
                  </a:lnTo>
                  <a:lnTo>
                    <a:pt x="33290" y="20147"/>
                  </a:lnTo>
                  <a:lnTo>
                    <a:pt x="27609" y="27100"/>
                  </a:lnTo>
                  <a:lnTo>
                    <a:pt x="25715" y="35540"/>
                  </a:lnTo>
                  <a:lnTo>
                    <a:pt x="26858" y="40813"/>
                  </a:lnTo>
                  <a:lnTo>
                    <a:pt x="33573" y="55626"/>
                  </a:lnTo>
                  <a:lnTo>
                    <a:pt x="18885" y="74805"/>
                  </a:lnTo>
                  <a:lnTo>
                    <a:pt x="8393" y="97551"/>
                  </a:lnTo>
                  <a:lnTo>
                    <a:pt x="2098" y="123863"/>
                  </a:lnTo>
                  <a:lnTo>
                    <a:pt x="0" y="153741"/>
                  </a:lnTo>
                  <a:lnTo>
                    <a:pt x="1312" y="173988"/>
                  </a:lnTo>
                  <a:lnTo>
                    <a:pt x="5250" y="191975"/>
                  </a:lnTo>
                  <a:lnTo>
                    <a:pt x="11813" y="207760"/>
                  </a:lnTo>
                  <a:lnTo>
                    <a:pt x="21000" y="221407"/>
                  </a:lnTo>
                  <a:lnTo>
                    <a:pt x="31266" y="230812"/>
                  </a:lnTo>
                  <a:lnTo>
                    <a:pt x="42760" y="237625"/>
                  </a:lnTo>
                  <a:lnTo>
                    <a:pt x="55459" y="241770"/>
                  </a:lnTo>
                  <a:lnTo>
                    <a:pt x="69341" y="243169"/>
                  </a:lnTo>
                  <a:lnTo>
                    <a:pt x="82955" y="241868"/>
                  </a:lnTo>
                  <a:lnTo>
                    <a:pt x="95707" y="237980"/>
                  </a:lnTo>
                  <a:lnTo>
                    <a:pt x="107575" y="231519"/>
                  </a:lnTo>
                  <a:lnTo>
                    <a:pt x="118536" y="222504"/>
                  </a:lnTo>
                  <a:lnTo>
                    <a:pt x="128128" y="211604"/>
                  </a:lnTo>
                  <a:lnTo>
                    <a:pt x="137189" y="198215"/>
                  </a:lnTo>
                  <a:lnTo>
                    <a:pt x="145722" y="182364"/>
                  </a:lnTo>
                  <a:lnTo>
                    <a:pt x="153732" y="164074"/>
                  </a:lnTo>
                  <a:lnTo>
                    <a:pt x="160291" y="146320"/>
                  </a:lnTo>
                  <a:lnTo>
                    <a:pt x="166985" y="125348"/>
                  </a:lnTo>
                  <a:lnTo>
                    <a:pt x="173839" y="101178"/>
                  </a:lnTo>
                  <a:lnTo>
                    <a:pt x="180880" y="73823"/>
                  </a:lnTo>
                  <a:lnTo>
                    <a:pt x="193017" y="84430"/>
                  </a:lnTo>
                  <a:lnTo>
                    <a:pt x="201835" y="97597"/>
                  </a:lnTo>
                  <a:lnTo>
                    <a:pt x="207012" y="112803"/>
                  </a:lnTo>
                  <a:lnTo>
                    <a:pt x="208833" y="129723"/>
                  </a:lnTo>
                  <a:lnTo>
                    <a:pt x="206940" y="145401"/>
                  </a:lnTo>
                  <a:lnTo>
                    <a:pt x="201262" y="158770"/>
                  </a:lnTo>
                  <a:lnTo>
                    <a:pt x="192286" y="169671"/>
                  </a:lnTo>
                  <a:lnTo>
                    <a:pt x="180594" y="177210"/>
                  </a:lnTo>
                  <a:lnTo>
                    <a:pt x="175973" y="180533"/>
                  </a:lnTo>
                  <a:lnTo>
                    <a:pt x="172211" y="185318"/>
                  </a:lnTo>
                  <a:lnTo>
                    <a:pt x="169432" y="191217"/>
                  </a:lnTo>
                  <a:lnTo>
                    <a:pt x="168545" y="197937"/>
                  </a:lnTo>
                  <a:lnTo>
                    <a:pt x="170033" y="206475"/>
                  </a:lnTo>
                  <a:lnTo>
                    <a:pt x="174449" y="214396"/>
                  </a:lnTo>
                  <a:lnTo>
                    <a:pt x="180944" y="220188"/>
                  </a:lnTo>
                  <a:lnTo>
                    <a:pt x="188689" y="222230"/>
                  </a:lnTo>
                  <a:lnTo>
                    <a:pt x="192593" y="221651"/>
                  </a:lnTo>
                  <a:lnTo>
                    <a:pt x="205016" y="216194"/>
                  </a:lnTo>
                  <a:lnTo>
                    <a:pt x="216283" y="209036"/>
                  </a:lnTo>
                  <a:lnTo>
                    <a:pt x="226397" y="200147"/>
                  </a:lnTo>
                  <a:lnTo>
                    <a:pt x="235363" y="189494"/>
                  </a:lnTo>
                  <a:lnTo>
                    <a:pt x="243224" y="176889"/>
                  </a:lnTo>
                  <a:lnTo>
                    <a:pt x="248816" y="163391"/>
                  </a:lnTo>
                  <a:lnTo>
                    <a:pt x="252160" y="149053"/>
                  </a:lnTo>
                  <a:lnTo>
                    <a:pt x="253270" y="133929"/>
                  </a:lnTo>
                  <a:lnTo>
                    <a:pt x="252271" y="115367"/>
                  </a:lnTo>
                  <a:lnTo>
                    <a:pt x="249275" y="98271"/>
                  </a:lnTo>
                  <a:lnTo>
                    <a:pt x="244288" y="82644"/>
                  </a:lnTo>
                  <a:lnTo>
                    <a:pt x="237314" y="68489"/>
                  </a:lnTo>
                  <a:lnTo>
                    <a:pt x="232627" y="61783"/>
                  </a:lnTo>
                  <a:lnTo>
                    <a:pt x="140634" y="61783"/>
                  </a:lnTo>
                  <a:lnTo>
                    <a:pt x="132960" y="93183"/>
                  </a:lnTo>
                  <a:lnTo>
                    <a:pt x="125063" y="120343"/>
                  </a:lnTo>
                  <a:lnTo>
                    <a:pt x="116915" y="143308"/>
                  </a:lnTo>
                  <a:lnTo>
                    <a:pt x="108490" y="162123"/>
                  </a:lnTo>
                  <a:lnTo>
                    <a:pt x="99947" y="176647"/>
                  </a:lnTo>
                  <a:lnTo>
                    <a:pt x="91118" y="187052"/>
                  </a:lnTo>
                  <a:lnTo>
                    <a:pt x="82022" y="193314"/>
                  </a:lnTo>
                  <a:lnTo>
                    <a:pt x="72676" y="195407"/>
                  </a:lnTo>
                  <a:lnTo>
                    <a:pt x="66306" y="194675"/>
                  </a:lnTo>
                  <a:lnTo>
                    <a:pt x="60578" y="192474"/>
                  </a:lnTo>
                  <a:lnTo>
                    <a:pt x="55530" y="188798"/>
                  </a:lnTo>
                  <a:lnTo>
                    <a:pt x="51197" y="183642"/>
                  </a:lnTo>
                  <a:lnTo>
                    <a:pt x="44874" y="170437"/>
                  </a:lnTo>
                  <a:lnTo>
                    <a:pt x="42766" y="153436"/>
                  </a:lnTo>
                  <a:lnTo>
                    <a:pt x="43461" y="138566"/>
                  </a:lnTo>
                  <a:lnTo>
                    <a:pt x="45576" y="124953"/>
                  </a:lnTo>
                  <a:lnTo>
                    <a:pt x="49155" y="112597"/>
                  </a:lnTo>
                  <a:lnTo>
                    <a:pt x="54245" y="101498"/>
                  </a:lnTo>
                  <a:lnTo>
                    <a:pt x="66007" y="127193"/>
                  </a:lnTo>
                  <a:lnTo>
                    <a:pt x="71889" y="133476"/>
                  </a:lnTo>
                  <a:lnTo>
                    <a:pt x="81341" y="135576"/>
                  </a:lnTo>
                  <a:lnTo>
                    <a:pt x="89957" y="133868"/>
                  </a:lnTo>
                  <a:lnTo>
                    <a:pt x="98105" y="128596"/>
                  </a:lnTo>
                  <a:lnTo>
                    <a:pt x="104035" y="121051"/>
                  </a:lnTo>
                  <a:lnTo>
                    <a:pt x="105963" y="112685"/>
                  </a:lnTo>
                  <a:lnTo>
                    <a:pt x="104820" y="106498"/>
                  </a:lnTo>
                  <a:lnTo>
                    <a:pt x="88343" y="70714"/>
                  </a:lnTo>
                  <a:lnTo>
                    <a:pt x="98874" y="66652"/>
                  </a:lnTo>
                  <a:lnTo>
                    <a:pt x="110441" y="64008"/>
                  </a:lnTo>
                  <a:lnTo>
                    <a:pt x="136160" y="61783"/>
                  </a:lnTo>
                  <a:lnTo>
                    <a:pt x="140634" y="61783"/>
                  </a:lnTo>
                  <a:lnTo>
                    <a:pt x="232627" y="61783"/>
                  </a:lnTo>
                  <a:lnTo>
                    <a:pt x="228461" y="55821"/>
                  </a:lnTo>
                  <a:lnTo>
                    <a:pt x="217854" y="45027"/>
                  </a:lnTo>
                  <a:lnTo>
                    <a:pt x="205523" y="36119"/>
                  </a:lnTo>
                  <a:lnTo>
                    <a:pt x="191499" y="29108"/>
                  </a:lnTo>
                  <a:lnTo>
                    <a:pt x="192880" y="23774"/>
                  </a:lnTo>
                  <a:lnTo>
                    <a:pt x="193736" y="18197"/>
                  </a:lnTo>
                  <a:lnTo>
                    <a:pt x="191879" y="10874"/>
                  </a:lnTo>
                  <a:lnTo>
                    <a:pt x="186452" y="5060"/>
                  </a:lnTo>
                  <a:lnTo>
                    <a:pt x="179016" y="1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1116992" y="5522"/>
              <a:ext cx="285291" cy="274791"/>
            </a:xfrm>
            <a:custGeom>
              <a:pathLst>
                <a:path w="285290" h="274790">
                  <a:moveTo>
                    <a:pt x="268564" y="143354"/>
                  </a:moveTo>
                  <a:cubicBezTo>
                    <a:pt x="268564" y="160972"/>
                    <a:pt x="266897" y="176577"/>
                    <a:pt x="263230" y="190019"/>
                  </a:cubicBezTo>
                  <a:cubicBezTo>
                    <a:pt x="257372" y="212117"/>
                    <a:pt x="248133" y="222967"/>
                    <a:pt x="235036" y="222967"/>
                  </a:cubicBezTo>
                  <a:cubicBezTo>
                    <a:pt x="228321" y="222967"/>
                    <a:pt x="222418" y="220194"/>
                    <a:pt x="217416" y="214860"/>
                  </a:cubicBezTo>
                  <a:cubicBezTo>
                    <a:pt x="212368" y="209587"/>
                    <a:pt x="209845" y="203674"/>
                    <a:pt x="209845" y="196725"/>
                  </a:cubicBezTo>
                  <a:cubicBezTo>
                    <a:pt x="209845" y="193341"/>
                    <a:pt x="210414" y="190019"/>
                    <a:pt x="212082" y="187214"/>
                  </a:cubicBezTo>
                  <a:cubicBezTo>
                    <a:pt x="215179" y="181057"/>
                    <a:pt x="217416" y="174352"/>
                    <a:pt x="219083" y="166823"/>
                  </a:cubicBezTo>
                  <a:cubicBezTo>
                    <a:pt x="220464" y="159234"/>
                    <a:pt x="221320" y="150852"/>
                    <a:pt x="221320" y="141678"/>
                  </a:cubicBezTo>
                  <a:cubicBezTo>
                    <a:pt x="221320" y="117324"/>
                    <a:pt x="215462" y="98335"/>
                    <a:pt x="203986" y="84619"/>
                  </a:cubicBezTo>
                  <a:cubicBezTo>
                    <a:pt x="191413" y="69532"/>
                    <a:pt x="172409" y="62003"/>
                    <a:pt x="147549" y="62003"/>
                  </a:cubicBezTo>
                  <a:cubicBezTo>
                    <a:pt x="119023" y="62003"/>
                    <a:pt x="97495" y="69805"/>
                    <a:pt x="82972" y="86052"/>
                  </a:cubicBezTo>
                  <a:cubicBezTo>
                    <a:pt x="68445" y="102237"/>
                    <a:pt x="61443" y="124609"/>
                    <a:pt x="61443" y="153382"/>
                  </a:cubicBezTo>
                  <a:cubicBezTo>
                    <a:pt x="61443" y="170146"/>
                    <a:pt x="63967" y="183283"/>
                    <a:pt x="68969" y="192244"/>
                  </a:cubicBezTo>
                  <a:cubicBezTo>
                    <a:pt x="74016" y="201205"/>
                    <a:pt x="80445" y="205685"/>
                    <a:pt x="88019" y="205685"/>
                  </a:cubicBezTo>
                  <a:cubicBezTo>
                    <a:pt x="97782" y="205685"/>
                    <a:pt x="106164" y="195292"/>
                    <a:pt x="113165" y="174901"/>
                  </a:cubicBezTo>
                  <a:cubicBezTo>
                    <a:pt x="119880" y="154236"/>
                    <a:pt x="123214" y="126590"/>
                    <a:pt x="123214" y="91324"/>
                  </a:cubicBezTo>
                  <a:cubicBezTo>
                    <a:pt x="123214" y="86844"/>
                    <a:pt x="125452" y="82669"/>
                    <a:pt x="129642" y="79346"/>
                  </a:cubicBezTo>
                  <a:cubicBezTo>
                    <a:pt x="133833" y="75719"/>
                    <a:pt x="139405" y="73707"/>
                    <a:pt x="146120" y="73707"/>
                  </a:cubicBezTo>
                  <a:cubicBezTo>
                    <a:pt x="152835" y="73707"/>
                    <a:pt x="158410" y="75719"/>
                    <a:pt x="162646" y="79346"/>
                  </a:cubicBezTo>
                  <a:cubicBezTo>
                    <a:pt x="166837" y="82943"/>
                    <a:pt x="168791" y="87149"/>
                    <a:pt x="168791" y="91630"/>
                  </a:cubicBezTo>
                  <a:cubicBezTo>
                    <a:pt x="168791" y="145000"/>
                    <a:pt x="161503" y="186118"/>
                    <a:pt x="146980" y="214860"/>
                  </a:cubicBezTo>
                  <a:cubicBezTo>
                    <a:pt x="132166" y="243694"/>
                    <a:pt x="111736" y="258202"/>
                    <a:pt x="85495" y="258202"/>
                  </a:cubicBezTo>
                  <a:cubicBezTo>
                    <a:pt x="65065" y="258202"/>
                    <a:pt x="48870" y="249272"/>
                    <a:pt x="36584" y="232203"/>
                  </a:cubicBezTo>
                  <a:cubicBezTo>
                    <a:pt x="23438" y="213214"/>
                    <a:pt x="16723" y="186635"/>
                    <a:pt x="16723" y="153382"/>
                  </a:cubicBezTo>
                  <a:cubicBezTo>
                    <a:pt x="16723" y="113148"/>
                    <a:pt x="27346" y="80992"/>
                    <a:pt x="48584" y="56669"/>
                  </a:cubicBezTo>
                  <a:cubicBezTo>
                    <a:pt x="72063" y="30121"/>
                    <a:pt x="105877" y="16709"/>
                    <a:pt x="150028" y="16709"/>
                  </a:cubicBezTo>
                  <a:cubicBezTo>
                    <a:pt x="188603" y="16709"/>
                    <a:pt x="218227" y="28749"/>
                    <a:pt x="239227" y="52462"/>
                  </a:cubicBezTo>
                  <a:cubicBezTo>
                    <a:pt x="258753" y="74865"/>
                    <a:pt x="268564" y="105040"/>
                    <a:pt x="268564" y="143354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shape 30"/>
            <p:cNvSpPr/>
            <p:nvPr/>
          </p:nvSpPr>
          <p:spPr>
            <a:xfrm>
              <a:off x="1133716" y="22232"/>
              <a:ext cx="251841" cy="241494"/>
            </a:xfrm>
            <a:custGeom>
              <a:pathLst>
                <a:path w="251840" h="241493">
                  <a:moveTo>
                    <a:pt x="251840" y="126644"/>
                  </a:moveTo>
                  <a:cubicBezTo>
                    <a:pt x="251840" y="144262"/>
                    <a:pt x="250173" y="159867"/>
                    <a:pt x="246506" y="173309"/>
                  </a:cubicBezTo>
                  <a:cubicBezTo>
                    <a:pt x="240648" y="195407"/>
                    <a:pt x="231410" y="206257"/>
                    <a:pt x="218312" y="206257"/>
                  </a:cubicBezTo>
                  <a:cubicBezTo>
                    <a:pt x="211598" y="206257"/>
                    <a:pt x="205694" y="203484"/>
                    <a:pt x="200692" y="198150"/>
                  </a:cubicBezTo>
                  <a:cubicBezTo>
                    <a:pt x="195645" y="192877"/>
                    <a:pt x="193121" y="186964"/>
                    <a:pt x="193121" y="180015"/>
                  </a:cubicBezTo>
                  <a:cubicBezTo>
                    <a:pt x="193121" y="176631"/>
                    <a:pt x="193691" y="173309"/>
                    <a:pt x="195358" y="170505"/>
                  </a:cubicBezTo>
                  <a:cubicBezTo>
                    <a:pt x="198455" y="164348"/>
                    <a:pt x="200692" y="157642"/>
                    <a:pt x="202359" y="150114"/>
                  </a:cubicBezTo>
                  <a:cubicBezTo>
                    <a:pt x="203740" y="142524"/>
                    <a:pt x="204596" y="134142"/>
                    <a:pt x="204596" y="124968"/>
                  </a:cubicBezTo>
                  <a:cubicBezTo>
                    <a:pt x="204596" y="100614"/>
                    <a:pt x="198738" y="81626"/>
                    <a:pt x="187262" y="67909"/>
                  </a:cubicBezTo>
                  <a:cubicBezTo>
                    <a:pt x="174690" y="52822"/>
                    <a:pt x="155685" y="45293"/>
                    <a:pt x="130826" y="45293"/>
                  </a:cubicBezTo>
                  <a:cubicBezTo>
                    <a:pt x="102300" y="45293"/>
                    <a:pt x="80771" y="53095"/>
                    <a:pt x="66248" y="69342"/>
                  </a:cubicBezTo>
                  <a:cubicBezTo>
                    <a:pt x="51721" y="85527"/>
                    <a:pt x="44720" y="107899"/>
                    <a:pt x="44720" y="136673"/>
                  </a:cubicBezTo>
                  <a:cubicBezTo>
                    <a:pt x="44720" y="153436"/>
                    <a:pt x="47243" y="166573"/>
                    <a:pt x="52245" y="175535"/>
                  </a:cubicBezTo>
                  <a:cubicBezTo>
                    <a:pt x="57293" y="184495"/>
                    <a:pt x="63721" y="188976"/>
                    <a:pt x="71295" y="188976"/>
                  </a:cubicBezTo>
                  <a:cubicBezTo>
                    <a:pt x="81058" y="188976"/>
                    <a:pt x="89440" y="178582"/>
                    <a:pt x="96441" y="158191"/>
                  </a:cubicBezTo>
                  <a:cubicBezTo>
                    <a:pt x="103156" y="137526"/>
                    <a:pt x="106491" y="109880"/>
                    <a:pt x="106491" y="74614"/>
                  </a:cubicBezTo>
                  <a:cubicBezTo>
                    <a:pt x="106491" y="70134"/>
                    <a:pt x="108728" y="65959"/>
                    <a:pt x="112919" y="62636"/>
                  </a:cubicBezTo>
                  <a:cubicBezTo>
                    <a:pt x="117110" y="59009"/>
                    <a:pt x="122681" y="56997"/>
                    <a:pt x="129396" y="56997"/>
                  </a:cubicBezTo>
                  <a:cubicBezTo>
                    <a:pt x="136111" y="56997"/>
                    <a:pt x="141686" y="59009"/>
                    <a:pt x="145922" y="62636"/>
                  </a:cubicBezTo>
                  <a:cubicBezTo>
                    <a:pt x="150113" y="66233"/>
                    <a:pt x="152067" y="70439"/>
                    <a:pt x="152067" y="74920"/>
                  </a:cubicBezTo>
                  <a:cubicBezTo>
                    <a:pt x="152067" y="128290"/>
                    <a:pt x="144779" y="169408"/>
                    <a:pt x="130256" y="198150"/>
                  </a:cubicBezTo>
                  <a:cubicBezTo>
                    <a:pt x="115442" y="226984"/>
                    <a:pt x="95012" y="241493"/>
                    <a:pt x="68772" y="241493"/>
                  </a:cubicBezTo>
                  <a:cubicBezTo>
                    <a:pt x="48341" y="241493"/>
                    <a:pt x="32147" y="232562"/>
                    <a:pt x="19860" y="215493"/>
                  </a:cubicBezTo>
                  <a:cubicBezTo>
                    <a:pt x="6714" y="196504"/>
                    <a:pt x="0" y="169926"/>
                    <a:pt x="0" y="136673"/>
                  </a:cubicBezTo>
                  <a:cubicBezTo>
                    <a:pt x="0" y="96439"/>
                    <a:pt x="10622" y="64282"/>
                    <a:pt x="31860" y="39959"/>
                  </a:cubicBezTo>
                  <a:cubicBezTo>
                    <a:pt x="55339" y="13411"/>
                    <a:pt x="89153" y="0"/>
                    <a:pt x="133304" y="0"/>
                  </a:cubicBezTo>
                  <a:cubicBezTo>
                    <a:pt x="171879" y="0"/>
                    <a:pt x="201503" y="12039"/>
                    <a:pt x="222503" y="35752"/>
                  </a:cubicBezTo>
                  <a:cubicBezTo>
                    <a:pt x="242029" y="58156"/>
                    <a:pt x="251840" y="88331"/>
                    <a:pt x="251840" y="1266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937500" y="285224"/>
              <a:ext cx="293462" cy="294092"/>
            </a:xfrm>
            <a:custGeom>
              <a:pathLst>
                <a:path w="293461" h="294091">
                  <a:moveTo>
                    <a:pt x="277299" y="68539"/>
                  </a:moveTo>
                  <a:cubicBezTo>
                    <a:pt x="277299" y="73263"/>
                    <a:pt x="276156" y="77439"/>
                    <a:pt x="273915" y="80822"/>
                  </a:cubicBezTo>
                  <a:cubicBezTo>
                    <a:pt x="271965" y="84449"/>
                    <a:pt x="269200" y="86674"/>
                    <a:pt x="265820" y="88107"/>
                  </a:cubicBezTo>
                  <a:cubicBezTo>
                    <a:pt x="265820" y="110724"/>
                    <a:pt x="263296" y="132547"/>
                    <a:pt x="258581" y="152938"/>
                  </a:cubicBezTo>
                  <a:cubicBezTo>
                    <a:pt x="253533" y="173359"/>
                    <a:pt x="246008" y="192349"/>
                    <a:pt x="235913" y="209936"/>
                  </a:cubicBezTo>
                  <a:cubicBezTo>
                    <a:pt x="243771" y="214417"/>
                    <a:pt x="249629" y="218074"/>
                    <a:pt x="253247" y="220543"/>
                  </a:cubicBezTo>
                  <a:cubicBezTo>
                    <a:pt x="259675" y="225328"/>
                    <a:pt x="262772" y="230937"/>
                    <a:pt x="262772" y="237886"/>
                  </a:cubicBezTo>
                  <a:cubicBezTo>
                    <a:pt x="262772" y="244043"/>
                    <a:pt x="260535" y="249072"/>
                    <a:pt x="256057" y="254406"/>
                  </a:cubicBezTo>
                  <a:cubicBezTo>
                    <a:pt x="251580" y="259405"/>
                    <a:pt x="246532" y="261935"/>
                    <a:pt x="240387" y="261935"/>
                  </a:cubicBezTo>
                  <a:cubicBezTo>
                    <a:pt x="236769" y="261935"/>
                    <a:pt x="231435" y="259405"/>
                    <a:pt x="224766" y="254650"/>
                  </a:cubicBezTo>
                  <a:cubicBezTo>
                    <a:pt x="220575" y="251602"/>
                    <a:pt x="216101" y="247975"/>
                    <a:pt x="210767" y="242945"/>
                  </a:cubicBezTo>
                  <a:cubicBezTo>
                    <a:pt x="205716" y="247975"/>
                    <a:pt x="200145" y="252425"/>
                    <a:pt x="194003" y="257179"/>
                  </a:cubicBezTo>
                  <a:cubicBezTo>
                    <a:pt x="185334" y="264190"/>
                    <a:pt x="178903" y="267513"/>
                    <a:pt x="174998" y="267513"/>
                  </a:cubicBezTo>
                  <a:cubicBezTo>
                    <a:pt x="169140" y="267513"/>
                    <a:pt x="164093" y="265287"/>
                    <a:pt x="160188" y="260563"/>
                  </a:cubicBezTo>
                  <a:cubicBezTo>
                    <a:pt x="155997" y="255503"/>
                    <a:pt x="154043" y="250170"/>
                    <a:pt x="154043" y="244592"/>
                  </a:cubicBezTo>
                  <a:cubicBezTo>
                    <a:pt x="154043" y="237611"/>
                    <a:pt x="157378" y="231454"/>
                    <a:pt x="164379" y="226181"/>
                  </a:cubicBezTo>
                  <a:cubicBezTo>
                    <a:pt x="171381" y="220543"/>
                    <a:pt x="178333" y="215544"/>
                    <a:pt x="185048" y="210515"/>
                  </a:cubicBezTo>
                  <a:cubicBezTo>
                    <a:pt x="181713" y="204937"/>
                    <a:pt x="177809" y="196829"/>
                    <a:pt x="173331" y="187015"/>
                  </a:cubicBezTo>
                  <a:cubicBezTo>
                    <a:pt x="167714" y="174457"/>
                    <a:pt x="164949" y="166075"/>
                    <a:pt x="164949" y="162173"/>
                  </a:cubicBezTo>
                  <a:cubicBezTo>
                    <a:pt x="164949" y="157693"/>
                    <a:pt x="166903" y="153792"/>
                    <a:pt x="171094" y="150409"/>
                  </a:cubicBezTo>
                  <a:cubicBezTo>
                    <a:pt x="175285" y="147056"/>
                    <a:pt x="179763" y="145409"/>
                    <a:pt x="184478" y="145409"/>
                  </a:cubicBezTo>
                  <a:cubicBezTo>
                    <a:pt x="191193" y="145409"/>
                    <a:pt x="196527" y="149311"/>
                    <a:pt x="200145" y="156840"/>
                  </a:cubicBezTo>
                  <a:cubicBezTo>
                    <a:pt x="202668" y="163545"/>
                    <a:pt x="205479" y="170251"/>
                    <a:pt x="208240" y="177261"/>
                  </a:cubicBezTo>
                  <a:cubicBezTo>
                    <a:pt x="214671" y="164124"/>
                    <a:pt x="219432" y="150409"/>
                    <a:pt x="223053" y="135595"/>
                  </a:cubicBezTo>
                  <a:cubicBezTo>
                    <a:pt x="226433" y="121056"/>
                    <a:pt x="228101" y="105389"/>
                    <a:pt x="228101" y="88626"/>
                  </a:cubicBezTo>
                  <a:lnTo>
                    <a:pt x="207719" y="88626"/>
                  </a:lnTo>
                  <a:cubicBezTo>
                    <a:pt x="204049" y="101762"/>
                    <a:pt x="200431" y="111303"/>
                    <a:pt x="196810" y="117733"/>
                  </a:cubicBezTo>
                  <a:cubicBezTo>
                    <a:pt x="190382" y="129164"/>
                    <a:pt x="182524" y="135016"/>
                    <a:pt x="173855" y="135016"/>
                  </a:cubicBezTo>
                  <a:cubicBezTo>
                    <a:pt x="167997" y="135016"/>
                    <a:pt x="162999" y="133339"/>
                    <a:pt x="158521" y="129743"/>
                  </a:cubicBezTo>
                  <a:cubicBezTo>
                    <a:pt x="154043" y="126390"/>
                    <a:pt x="151520" y="121635"/>
                    <a:pt x="150663" y="115783"/>
                  </a:cubicBezTo>
                  <a:cubicBezTo>
                    <a:pt x="148140" y="119684"/>
                    <a:pt x="144805" y="121635"/>
                    <a:pt x="140614" y="121635"/>
                  </a:cubicBezTo>
                  <a:lnTo>
                    <a:pt x="115468" y="121635"/>
                  </a:lnTo>
                  <a:cubicBezTo>
                    <a:pt x="113231" y="124409"/>
                    <a:pt x="111277" y="126908"/>
                    <a:pt x="109323" y="129438"/>
                  </a:cubicBezTo>
                  <a:cubicBezTo>
                    <a:pt x="108467" y="130292"/>
                    <a:pt x="106230" y="132822"/>
                    <a:pt x="102609" y="136449"/>
                  </a:cubicBezTo>
                  <a:lnTo>
                    <a:pt x="124661" y="136449"/>
                  </a:lnTo>
                  <a:cubicBezTo>
                    <a:pt x="130851" y="136449"/>
                    <a:pt x="135567" y="137820"/>
                    <a:pt x="139233" y="140623"/>
                  </a:cubicBezTo>
                  <a:cubicBezTo>
                    <a:pt x="143138" y="143459"/>
                    <a:pt x="144805" y="147635"/>
                    <a:pt x="144805" y="152938"/>
                  </a:cubicBezTo>
                  <a:cubicBezTo>
                    <a:pt x="144805" y="162448"/>
                    <a:pt x="141184" y="170830"/>
                    <a:pt x="133613" y="177535"/>
                  </a:cubicBezTo>
                  <a:cubicBezTo>
                    <a:pt x="124661" y="183967"/>
                    <a:pt x="115755" y="189849"/>
                    <a:pt x="106799" y="195976"/>
                  </a:cubicBezTo>
                  <a:cubicBezTo>
                    <a:pt x="110421" y="195702"/>
                    <a:pt x="116849" y="194605"/>
                    <a:pt x="125517" y="192898"/>
                  </a:cubicBezTo>
                  <a:cubicBezTo>
                    <a:pt x="134186" y="190916"/>
                    <a:pt x="139520" y="190124"/>
                    <a:pt x="140901" y="190124"/>
                  </a:cubicBezTo>
                  <a:cubicBezTo>
                    <a:pt x="145092" y="190124"/>
                    <a:pt x="148140" y="191800"/>
                    <a:pt x="150377" y="195122"/>
                  </a:cubicBezTo>
                  <a:cubicBezTo>
                    <a:pt x="152901" y="198505"/>
                    <a:pt x="154043" y="202133"/>
                    <a:pt x="154043" y="206309"/>
                  </a:cubicBezTo>
                  <a:cubicBezTo>
                    <a:pt x="154043" y="209936"/>
                    <a:pt x="153187" y="213014"/>
                    <a:pt x="151520" y="215544"/>
                  </a:cubicBezTo>
                  <a:cubicBezTo>
                    <a:pt x="149852" y="218074"/>
                    <a:pt x="147329" y="220024"/>
                    <a:pt x="143711" y="221122"/>
                  </a:cubicBezTo>
                  <a:cubicBezTo>
                    <a:pt x="140041" y="221976"/>
                    <a:pt x="134186" y="223377"/>
                    <a:pt x="126660" y="224505"/>
                  </a:cubicBezTo>
                  <a:cubicBezTo>
                    <a:pt x="119086" y="225877"/>
                    <a:pt x="112371" y="226700"/>
                    <a:pt x="106230" y="227279"/>
                  </a:cubicBezTo>
                  <a:lnTo>
                    <a:pt x="106230" y="244592"/>
                  </a:lnTo>
                  <a:cubicBezTo>
                    <a:pt x="106230" y="255503"/>
                    <a:pt x="103419" y="263886"/>
                    <a:pt x="98418" y="269220"/>
                  </a:cubicBezTo>
                  <a:cubicBezTo>
                    <a:pt x="93084" y="274523"/>
                    <a:pt x="84702" y="277022"/>
                    <a:pt x="72702" y="277327"/>
                  </a:cubicBezTo>
                  <a:lnTo>
                    <a:pt x="57318" y="277327"/>
                  </a:lnTo>
                  <a:cubicBezTo>
                    <a:pt x="54270" y="277022"/>
                    <a:pt x="51460" y="275650"/>
                    <a:pt x="49223" y="272572"/>
                  </a:cubicBezTo>
                  <a:cubicBezTo>
                    <a:pt x="46983" y="269463"/>
                    <a:pt x="45840" y="265287"/>
                    <a:pt x="45840" y="260258"/>
                  </a:cubicBezTo>
                  <a:cubicBezTo>
                    <a:pt x="45840" y="255503"/>
                    <a:pt x="46983" y="251876"/>
                    <a:pt x="49223" y="249072"/>
                  </a:cubicBezTo>
                  <a:cubicBezTo>
                    <a:pt x="51174" y="246542"/>
                    <a:pt x="53984" y="244896"/>
                    <a:pt x="57318" y="244896"/>
                  </a:cubicBezTo>
                  <a:lnTo>
                    <a:pt x="62366" y="244896"/>
                  </a:lnTo>
                  <a:cubicBezTo>
                    <a:pt x="65987" y="244896"/>
                    <a:pt x="67651" y="243494"/>
                    <a:pt x="67651" y="240141"/>
                  </a:cubicBezTo>
                  <a:lnTo>
                    <a:pt x="67651" y="229504"/>
                  </a:lnTo>
                  <a:lnTo>
                    <a:pt x="37744" y="229778"/>
                  </a:lnTo>
                  <a:cubicBezTo>
                    <a:pt x="34410" y="229778"/>
                    <a:pt x="31316" y="228406"/>
                    <a:pt x="28789" y="225603"/>
                  </a:cubicBezTo>
                  <a:cubicBezTo>
                    <a:pt x="26314" y="222798"/>
                    <a:pt x="25171" y="219171"/>
                    <a:pt x="25171" y="214111"/>
                  </a:cubicBezTo>
                  <a:cubicBezTo>
                    <a:pt x="25171" y="209661"/>
                    <a:pt x="26314" y="206034"/>
                    <a:pt x="28789" y="203261"/>
                  </a:cubicBezTo>
                  <a:cubicBezTo>
                    <a:pt x="31316" y="200456"/>
                    <a:pt x="34410" y="198780"/>
                    <a:pt x="37744" y="198780"/>
                  </a:cubicBezTo>
                  <a:lnTo>
                    <a:pt x="68224" y="198780"/>
                  </a:lnTo>
                  <a:cubicBezTo>
                    <a:pt x="69891" y="191496"/>
                    <a:pt x="75750" y="185064"/>
                    <a:pt x="85845" y="179486"/>
                  </a:cubicBezTo>
                  <a:cubicBezTo>
                    <a:pt x="95894" y="173878"/>
                    <a:pt x="100941" y="170556"/>
                    <a:pt x="100941" y="169702"/>
                  </a:cubicBezTo>
                  <a:cubicBezTo>
                    <a:pt x="100085" y="169123"/>
                    <a:pt x="99228" y="168605"/>
                    <a:pt x="98704" y="168605"/>
                  </a:cubicBezTo>
                  <a:lnTo>
                    <a:pt x="60936" y="168605"/>
                  </a:lnTo>
                  <a:cubicBezTo>
                    <a:pt x="54795" y="171653"/>
                    <a:pt x="50604" y="173878"/>
                    <a:pt x="48363" y="175036"/>
                  </a:cubicBezTo>
                  <a:cubicBezTo>
                    <a:pt x="41649" y="177779"/>
                    <a:pt x="37458" y="179212"/>
                    <a:pt x="35220" y="179212"/>
                  </a:cubicBezTo>
                  <a:cubicBezTo>
                    <a:pt x="30219" y="179212"/>
                    <a:pt x="25741" y="177261"/>
                    <a:pt x="21837" y="173086"/>
                  </a:cubicBezTo>
                  <a:cubicBezTo>
                    <a:pt x="17932" y="168879"/>
                    <a:pt x="15933" y="164124"/>
                    <a:pt x="15933" y="158485"/>
                  </a:cubicBezTo>
                  <a:cubicBezTo>
                    <a:pt x="15933" y="154584"/>
                    <a:pt x="17076" y="151262"/>
                    <a:pt x="19313" y="148153"/>
                  </a:cubicBezTo>
                  <a:cubicBezTo>
                    <a:pt x="21267" y="144830"/>
                    <a:pt x="23790" y="142879"/>
                    <a:pt x="26601" y="142026"/>
                  </a:cubicBezTo>
                  <a:cubicBezTo>
                    <a:pt x="39981" y="137272"/>
                    <a:pt x="52554" y="130596"/>
                    <a:pt x="64033" y="121361"/>
                  </a:cubicBezTo>
                  <a:lnTo>
                    <a:pt x="34410" y="121361"/>
                  </a:lnTo>
                  <a:cubicBezTo>
                    <a:pt x="31029" y="121635"/>
                    <a:pt x="27695" y="119684"/>
                    <a:pt x="24885" y="116301"/>
                  </a:cubicBezTo>
                  <a:cubicBezTo>
                    <a:pt x="21837" y="112979"/>
                    <a:pt x="20407" y="108773"/>
                    <a:pt x="20407" y="103744"/>
                  </a:cubicBezTo>
                  <a:cubicBezTo>
                    <a:pt x="20407" y="98958"/>
                    <a:pt x="21837" y="94783"/>
                    <a:pt x="24885" y="91430"/>
                  </a:cubicBezTo>
                  <a:cubicBezTo>
                    <a:pt x="27695" y="88107"/>
                    <a:pt x="31029" y="86400"/>
                    <a:pt x="34410" y="86400"/>
                  </a:cubicBezTo>
                  <a:lnTo>
                    <a:pt x="44745" y="86400"/>
                  </a:lnTo>
                  <a:lnTo>
                    <a:pt x="44745" y="66009"/>
                  </a:lnTo>
                  <a:lnTo>
                    <a:pt x="31599" y="66009"/>
                  </a:lnTo>
                  <a:cubicBezTo>
                    <a:pt x="27981" y="66284"/>
                    <a:pt x="24885" y="64637"/>
                    <a:pt x="22123" y="61528"/>
                  </a:cubicBezTo>
                  <a:cubicBezTo>
                    <a:pt x="19599" y="58450"/>
                    <a:pt x="18170" y="54244"/>
                    <a:pt x="18170" y="49245"/>
                  </a:cubicBezTo>
                  <a:cubicBezTo>
                    <a:pt x="18170" y="44185"/>
                    <a:pt x="19599" y="40284"/>
                    <a:pt x="22361" y="37206"/>
                  </a:cubicBezTo>
                  <a:cubicBezTo>
                    <a:pt x="25171" y="33853"/>
                    <a:pt x="28268" y="32481"/>
                    <a:pt x="31599" y="32207"/>
                  </a:cubicBezTo>
                  <a:lnTo>
                    <a:pt x="44745" y="32207"/>
                  </a:lnTo>
                  <a:cubicBezTo>
                    <a:pt x="44745" y="28306"/>
                    <a:pt x="46413" y="24343"/>
                    <a:pt x="50031" y="21295"/>
                  </a:cubicBezTo>
                  <a:cubicBezTo>
                    <a:pt x="53697" y="18186"/>
                    <a:pt x="58461" y="16540"/>
                    <a:pt x="64033" y="16540"/>
                  </a:cubicBezTo>
                  <a:cubicBezTo>
                    <a:pt x="69318" y="16540"/>
                    <a:pt x="73796" y="17912"/>
                    <a:pt x="77463" y="20990"/>
                  </a:cubicBezTo>
                  <a:cubicBezTo>
                    <a:pt x="81084" y="24343"/>
                    <a:pt x="83034" y="27726"/>
                    <a:pt x="83034" y="31627"/>
                  </a:cubicBezTo>
                  <a:lnTo>
                    <a:pt x="93657" y="32207"/>
                  </a:lnTo>
                  <a:cubicBezTo>
                    <a:pt x="97274" y="32481"/>
                    <a:pt x="100371" y="33853"/>
                    <a:pt x="103182" y="36962"/>
                  </a:cubicBezTo>
                  <a:cubicBezTo>
                    <a:pt x="105657" y="40009"/>
                    <a:pt x="107086" y="44185"/>
                    <a:pt x="107086" y="49245"/>
                  </a:cubicBezTo>
                  <a:cubicBezTo>
                    <a:pt x="107086" y="54244"/>
                    <a:pt x="105657" y="58207"/>
                    <a:pt x="102895" y="61255"/>
                  </a:cubicBezTo>
                  <a:cubicBezTo>
                    <a:pt x="100085" y="64637"/>
                    <a:pt x="96988" y="66284"/>
                    <a:pt x="93657" y="66009"/>
                  </a:cubicBezTo>
                  <a:lnTo>
                    <a:pt x="83034" y="66009"/>
                  </a:lnTo>
                  <a:lnTo>
                    <a:pt x="83034" y="86400"/>
                  </a:lnTo>
                  <a:lnTo>
                    <a:pt x="95607" y="86400"/>
                  </a:lnTo>
                  <a:cubicBezTo>
                    <a:pt x="106513" y="68814"/>
                    <a:pt x="113231" y="50921"/>
                    <a:pt x="116279" y="32207"/>
                  </a:cubicBezTo>
                  <a:cubicBezTo>
                    <a:pt x="116849" y="28823"/>
                    <a:pt x="118803" y="25775"/>
                    <a:pt x="121896" y="23245"/>
                  </a:cubicBezTo>
                  <a:cubicBezTo>
                    <a:pt x="125231" y="20716"/>
                    <a:pt x="129135" y="19618"/>
                    <a:pt x="133899" y="19618"/>
                  </a:cubicBezTo>
                  <a:cubicBezTo>
                    <a:pt x="138377" y="19618"/>
                    <a:pt x="142568" y="20990"/>
                    <a:pt x="146759" y="24099"/>
                  </a:cubicBezTo>
                  <a:cubicBezTo>
                    <a:pt x="150950" y="26873"/>
                    <a:pt x="153187" y="30774"/>
                    <a:pt x="153187" y="35255"/>
                  </a:cubicBezTo>
                  <a:cubicBezTo>
                    <a:pt x="153187" y="40284"/>
                    <a:pt x="151233" y="48666"/>
                    <a:pt x="147329" y="59852"/>
                  </a:cubicBezTo>
                  <a:cubicBezTo>
                    <a:pt x="143711" y="71069"/>
                    <a:pt x="140041" y="79969"/>
                    <a:pt x="136993" y="86400"/>
                  </a:cubicBezTo>
                  <a:lnTo>
                    <a:pt x="140614" y="86400"/>
                  </a:lnTo>
                  <a:cubicBezTo>
                    <a:pt x="144232" y="86400"/>
                    <a:pt x="147329" y="87833"/>
                    <a:pt x="150139" y="90881"/>
                  </a:cubicBezTo>
                  <a:cubicBezTo>
                    <a:pt x="153187" y="93960"/>
                    <a:pt x="154568" y="97861"/>
                    <a:pt x="154568" y="102646"/>
                  </a:cubicBezTo>
                  <a:cubicBezTo>
                    <a:pt x="159615" y="94264"/>
                    <a:pt x="164093" y="83626"/>
                    <a:pt x="167714" y="71282"/>
                  </a:cubicBezTo>
                  <a:cubicBezTo>
                    <a:pt x="171381" y="59304"/>
                    <a:pt x="173048" y="46136"/>
                    <a:pt x="173048" y="32481"/>
                  </a:cubicBezTo>
                  <a:cubicBezTo>
                    <a:pt x="173048" y="28306"/>
                    <a:pt x="174998" y="24617"/>
                    <a:pt x="179189" y="20990"/>
                  </a:cubicBezTo>
                  <a:cubicBezTo>
                    <a:pt x="183380" y="17668"/>
                    <a:pt x="188428" y="15961"/>
                    <a:pt x="194859" y="15961"/>
                  </a:cubicBezTo>
                  <a:cubicBezTo>
                    <a:pt x="201001" y="15961"/>
                    <a:pt x="206003" y="17668"/>
                    <a:pt x="209956" y="20990"/>
                  </a:cubicBezTo>
                  <a:cubicBezTo>
                    <a:pt x="213861" y="24343"/>
                    <a:pt x="215815" y="28000"/>
                    <a:pt x="215815" y="32207"/>
                  </a:cubicBezTo>
                  <a:lnTo>
                    <a:pt x="214671" y="48666"/>
                  </a:lnTo>
                  <a:lnTo>
                    <a:pt x="261342" y="48666"/>
                  </a:lnTo>
                  <a:cubicBezTo>
                    <a:pt x="265533" y="48666"/>
                    <a:pt x="269200" y="50617"/>
                    <a:pt x="272248" y="54518"/>
                  </a:cubicBezTo>
                  <a:cubicBezTo>
                    <a:pt x="275631" y="58207"/>
                    <a:pt x="277299" y="62900"/>
                    <a:pt x="277299" y="68539"/>
                  </a:cubicBezTo>
                  <a:close/>
                </a:path>
              </a:pathLst>
            </a:custGeom>
            <a:ln w="33528" cap="flat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2" name="shape 32"/>
            <p:cNvSpPr/>
            <p:nvPr/>
          </p:nvSpPr>
          <p:spPr>
            <a:xfrm>
              <a:off x="953433" y="301186"/>
              <a:ext cx="261367" cy="261366"/>
            </a:xfrm>
            <a:custGeom>
              <a:pathLst>
                <a:path w="261366" h="261365">
                  <a:moveTo>
                    <a:pt x="261366" y="52577"/>
                  </a:moveTo>
                  <a:cubicBezTo>
                    <a:pt x="261366" y="57301"/>
                    <a:pt x="260222" y="61477"/>
                    <a:pt x="257982" y="64861"/>
                  </a:cubicBezTo>
                  <a:cubicBezTo>
                    <a:pt x="256031" y="68488"/>
                    <a:pt x="253267" y="70712"/>
                    <a:pt x="249887" y="72145"/>
                  </a:cubicBezTo>
                  <a:cubicBezTo>
                    <a:pt x="249887" y="94762"/>
                    <a:pt x="247363" y="116585"/>
                    <a:pt x="242648" y="136976"/>
                  </a:cubicBezTo>
                  <a:cubicBezTo>
                    <a:pt x="237600" y="157398"/>
                    <a:pt x="230075" y="176387"/>
                    <a:pt x="219980" y="193974"/>
                  </a:cubicBezTo>
                  <a:cubicBezTo>
                    <a:pt x="227838" y="198455"/>
                    <a:pt x="233696" y="202112"/>
                    <a:pt x="237314" y="204582"/>
                  </a:cubicBezTo>
                  <a:cubicBezTo>
                    <a:pt x="243742" y="209366"/>
                    <a:pt x="246839" y="214975"/>
                    <a:pt x="246839" y="221924"/>
                  </a:cubicBezTo>
                  <a:cubicBezTo>
                    <a:pt x="246839" y="228081"/>
                    <a:pt x="244602" y="233110"/>
                    <a:pt x="240124" y="238444"/>
                  </a:cubicBezTo>
                  <a:cubicBezTo>
                    <a:pt x="235646" y="243444"/>
                    <a:pt x="230599" y="245973"/>
                    <a:pt x="224454" y="245973"/>
                  </a:cubicBezTo>
                  <a:cubicBezTo>
                    <a:pt x="220836" y="245973"/>
                    <a:pt x="215502" y="243444"/>
                    <a:pt x="208833" y="238688"/>
                  </a:cubicBezTo>
                  <a:cubicBezTo>
                    <a:pt x="204642" y="235640"/>
                    <a:pt x="200168" y="232013"/>
                    <a:pt x="194834" y="226983"/>
                  </a:cubicBezTo>
                  <a:cubicBezTo>
                    <a:pt x="189783" y="232013"/>
                    <a:pt x="184211" y="236463"/>
                    <a:pt x="178070" y="241217"/>
                  </a:cubicBezTo>
                  <a:cubicBezTo>
                    <a:pt x="169401" y="248228"/>
                    <a:pt x="162970" y="251551"/>
                    <a:pt x="159065" y="251551"/>
                  </a:cubicBezTo>
                  <a:cubicBezTo>
                    <a:pt x="153207" y="251551"/>
                    <a:pt x="148160" y="249325"/>
                    <a:pt x="144255" y="244601"/>
                  </a:cubicBezTo>
                  <a:cubicBezTo>
                    <a:pt x="140064" y="239541"/>
                    <a:pt x="138110" y="234208"/>
                    <a:pt x="138110" y="228630"/>
                  </a:cubicBezTo>
                  <a:cubicBezTo>
                    <a:pt x="138110" y="221650"/>
                    <a:pt x="141445" y="215493"/>
                    <a:pt x="148446" y="210219"/>
                  </a:cubicBezTo>
                  <a:cubicBezTo>
                    <a:pt x="155447" y="204582"/>
                    <a:pt x="162400" y="199582"/>
                    <a:pt x="169115" y="194554"/>
                  </a:cubicBezTo>
                  <a:cubicBezTo>
                    <a:pt x="165780" y="188975"/>
                    <a:pt x="161876" y="180868"/>
                    <a:pt x="157398" y="171053"/>
                  </a:cubicBezTo>
                  <a:cubicBezTo>
                    <a:pt x="151781" y="158495"/>
                    <a:pt x="149016" y="150113"/>
                    <a:pt x="149016" y="146212"/>
                  </a:cubicBezTo>
                  <a:cubicBezTo>
                    <a:pt x="149016" y="141731"/>
                    <a:pt x="150970" y="137830"/>
                    <a:pt x="155161" y="134447"/>
                  </a:cubicBezTo>
                  <a:cubicBezTo>
                    <a:pt x="159352" y="131094"/>
                    <a:pt x="163830" y="129447"/>
                    <a:pt x="168545" y="129447"/>
                  </a:cubicBezTo>
                  <a:cubicBezTo>
                    <a:pt x="175260" y="129447"/>
                    <a:pt x="180594" y="133350"/>
                    <a:pt x="184211" y="140878"/>
                  </a:cubicBezTo>
                  <a:cubicBezTo>
                    <a:pt x="186735" y="147583"/>
                    <a:pt x="189545" y="154289"/>
                    <a:pt x="192307" y="161299"/>
                  </a:cubicBezTo>
                  <a:cubicBezTo>
                    <a:pt x="198738" y="148163"/>
                    <a:pt x="203499" y="134447"/>
                    <a:pt x="207120" y="119633"/>
                  </a:cubicBezTo>
                  <a:cubicBezTo>
                    <a:pt x="210500" y="105094"/>
                    <a:pt x="212168" y="89427"/>
                    <a:pt x="212168" y="72664"/>
                  </a:cubicBezTo>
                  <a:lnTo>
                    <a:pt x="191786" y="72664"/>
                  </a:lnTo>
                  <a:cubicBezTo>
                    <a:pt x="188116" y="85800"/>
                    <a:pt x="184498" y="95341"/>
                    <a:pt x="180877" y="101772"/>
                  </a:cubicBezTo>
                  <a:cubicBezTo>
                    <a:pt x="174449" y="113202"/>
                    <a:pt x="166591" y="119054"/>
                    <a:pt x="157922" y="119054"/>
                  </a:cubicBezTo>
                  <a:cubicBezTo>
                    <a:pt x="152064" y="119054"/>
                    <a:pt x="147066" y="117378"/>
                    <a:pt x="142588" y="113781"/>
                  </a:cubicBezTo>
                  <a:cubicBezTo>
                    <a:pt x="138110" y="110428"/>
                    <a:pt x="135587" y="105673"/>
                    <a:pt x="134730" y="99821"/>
                  </a:cubicBezTo>
                  <a:cubicBezTo>
                    <a:pt x="132207" y="103723"/>
                    <a:pt x="128872" y="105673"/>
                    <a:pt x="124681" y="105673"/>
                  </a:cubicBezTo>
                  <a:lnTo>
                    <a:pt x="99535" y="105673"/>
                  </a:lnTo>
                  <a:cubicBezTo>
                    <a:pt x="97298" y="108447"/>
                    <a:pt x="95344" y="110946"/>
                    <a:pt x="93390" y="113476"/>
                  </a:cubicBezTo>
                  <a:cubicBezTo>
                    <a:pt x="92534" y="114330"/>
                    <a:pt x="90297" y="116860"/>
                    <a:pt x="86675" y="120487"/>
                  </a:cubicBezTo>
                  <a:lnTo>
                    <a:pt x="108728" y="120487"/>
                  </a:lnTo>
                  <a:cubicBezTo>
                    <a:pt x="114918" y="120487"/>
                    <a:pt x="119634" y="121858"/>
                    <a:pt x="123300" y="124662"/>
                  </a:cubicBezTo>
                  <a:cubicBezTo>
                    <a:pt x="127205" y="127497"/>
                    <a:pt x="128872" y="131673"/>
                    <a:pt x="128872" y="136976"/>
                  </a:cubicBezTo>
                  <a:cubicBezTo>
                    <a:pt x="128872" y="146486"/>
                    <a:pt x="125251" y="154868"/>
                    <a:pt x="117680" y="161573"/>
                  </a:cubicBezTo>
                  <a:cubicBezTo>
                    <a:pt x="108728" y="168006"/>
                    <a:pt x="99822" y="173887"/>
                    <a:pt x="90866" y="180014"/>
                  </a:cubicBezTo>
                  <a:cubicBezTo>
                    <a:pt x="94488" y="179740"/>
                    <a:pt x="100916" y="178643"/>
                    <a:pt x="109584" y="176936"/>
                  </a:cubicBezTo>
                  <a:cubicBezTo>
                    <a:pt x="118253" y="174954"/>
                    <a:pt x="123587" y="174162"/>
                    <a:pt x="124968" y="174162"/>
                  </a:cubicBezTo>
                  <a:cubicBezTo>
                    <a:pt x="129159" y="174162"/>
                    <a:pt x="132207" y="175838"/>
                    <a:pt x="134444" y="179161"/>
                  </a:cubicBezTo>
                  <a:cubicBezTo>
                    <a:pt x="136967" y="182543"/>
                    <a:pt x="138110" y="186171"/>
                    <a:pt x="138110" y="190347"/>
                  </a:cubicBezTo>
                  <a:cubicBezTo>
                    <a:pt x="138110" y="193974"/>
                    <a:pt x="137254" y="197052"/>
                    <a:pt x="135587" y="199582"/>
                  </a:cubicBezTo>
                  <a:cubicBezTo>
                    <a:pt x="133919" y="202112"/>
                    <a:pt x="131396" y="204062"/>
                    <a:pt x="127778" y="205160"/>
                  </a:cubicBezTo>
                  <a:cubicBezTo>
                    <a:pt x="124108" y="206014"/>
                    <a:pt x="118253" y="207416"/>
                    <a:pt x="110727" y="208543"/>
                  </a:cubicBezTo>
                  <a:cubicBezTo>
                    <a:pt x="103153" y="209915"/>
                    <a:pt x="96438" y="210738"/>
                    <a:pt x="90297" y="211317"/>
                  </a:cubicBezTo>
                  <a:lnTo>
                    <a:pt x="90297" y="228630"/>
                  </a:lnTo>
                  <a:cubicBezTo>
                    <a:pt x="90297" y="239541"/>
                    <a:pt x="87486" y="247924"/>
                    <a:pt x="82484" y="253258"/>
                  </a:cubicBezTo>
                  <a:cubicBezTo>
                    <a:pt x="77151" y="258561"/>
                    <a:pt x="68768" y="261060"/>
                    <a:pt x="56768" y="261365"/>
                  </a:cubicBezTo>
                  <a:lnTo>
                    <a:pt x="41385" y="261365"/>
                  </a:lnTo>
                  <a:cubicBezTo>
                    <a:pt x="38337" y="261060"/>
                    <a:pt x="35527" y="259688"/>
                    <a:pt x="33290" y="256610"/>
                  </a:cubicBezTo>
                  <a:cubicBezTo>
                    <a:pt x="31049" y="253501"/>
                    <a:pt x="29906" y="249325"/>
                    <a:pt x="29906" y="244296"/>
                  </a:cubicBezTo>
                  <a:cubicBezTo>
                    <a:pt x="29906" y="239541"/>
                    <a:pt x="31049" y="235914"/>
                    <a:pt x="33290" y="233110"/>
                  </a:cubicBezTo>
                  <a:cubicBezTo>
                    <a:pt x="35240" y="230580"/>
                    <a:pt x="38051" y="228934"/>
                    <a:pt x="41385" y="228934"/>
                  </a:cubicBezTo>
                  <a:lnTo>
                    <a:pt x="46433" y="228934"/>
                  </a:lnTo>
                  <a:cubicBezTo>
                    <a:pt x="50054" y="228934"/>
                    <a:pt x="51718" y="227532"/>
                    <a:pt x="51718" y="224180"/>
                  </a:cubicBezTo>
                  <a:lnTo>
                    <a:pt x="51718" y="213542"/>
                  </a:lnTo>
                  <a:lnTo>
                    <a:pt x="21811" y="213816"/>
                  </a:lnTo>
                  <a:cubicBezTo>
                    <a:pt x="18476" y="213816"/>
                    <a:pt x="15383" y="212445"/>
                    <a:pt x="12856" y="209641"/>
                  </a:cubicBezTo>
                  <a:cubicBezTo>
                    <a:pt x="10381" y="206836"/>
                    <a:pt x="9238" y="203209"/>
                    <a:pt x="9238" y="198149"/>
                  </a:cubicBezTo>
                  <a:cubicBezTo>
                    <a:pt x="9238" y="193699"/>
                    <a:pt x="10381" y="190072"/>
                    <a:pt x="12856" y="187299"/>
                  </a:cubicBezTo>
                  <a:cubicBezTo>
                    <a:pt x="15383" y="184494"/>
                    <a:pt x="18476" y="182818"/>
                    <a:pt x="21811" y="182818"/>
                  </a:cubicBezTo>
                  <a:lnTo>
                    <a:pt x="52291" y="182818"/>
                  </a:lnTo>
                  <a:cubicBezTo>
                    <a:pt x="53958" y="175534"/>
                    <a:pt x="59816" y="169102"/>
                    <a:pt x="69912" y="163524"/>
                  </a:cubicBezTo>
                  <a:cubicBezTo>
                    <a:pt x="79961" y="157916"/>
                    <a:pt x="85008" y="154594"/>
                    <a:pt x="85008" y="153740"/>
                  </a:cubicBezTo>
                  <a:cubicBezTo>
                    <a:pt x="84152" y="153161"/>
                    <a:pt x="83295" y="152643"/>
                    <a:pt x="82771" y="152643"/>
                  </a:cubicBezTo>
                  <a:lnTo>
                    <a:pt x="45003" y="152643"/>
                  </a:lnTo>
                  <a:cubicBezTo>
                    <a:pt x="38861" y="155692"/>
                    <a:pt x="34670" y="157916"/>
                    <a:pt x="32430" y="159074"/>
                  </a:cubicBezTo>
                  <a:cubicBezTo>
                    <a:pt x="25715" y="161818"/>
                    <a:pt x="21524" y="163250"/>
                    <a:pt x="19287" y="163250"/>
                  </a:cubicBezTo>
                  <a:cubicBezTo>
                    <a:pt x="14285" y="163250"/>
                    <a:pt x="9808" y="161299"/>
                    <a:pt x="5904" y="157124"/>
                  </a:cubicBezTo>
                  <a:cubicBezTo>
                    <a:pt x="1999" y="152917"/>
                    <a:pt x="0" y="148163"/>
                    <a:pt x="0" y="142523"/>
                  </a:cubicBezTo>
                  <a:cubicBezTo>
                    <a:pt x="0" y="138622"/>
                    <a:pt x="1142" y="135300"/>
                    <a:pt x="3380" y="132191"/>
                  </a:cubicBezTo>
                  <a:cubicBezTo>
                    <a:pt x="5333" y="128868"/>
                    <a:pt x="7857" y="126917"/>
                    <a:pt x="10667" y="126065"/>
                  </a:cubicBezTo>
                  <a:cubicBezTo>
                    <a:pt x="24048" y="121310"/>
                    <a:pt x="36621" y="114634"/>
                    <a:pt x="48100" y="105399"/>
                  </a:cubicBezTo>
                  <a:lnTo>
                    <a:pt x="18476" y="105399"/>
                  </a:lnTo>
                  <a:cubicBezTo>
                    <a:pt x="15096" y="105673"/>
                    <a:pt x="11762" y="103723"/>
                    <a:pt x="8951" y="100339"/>
                  </a:cubicBezTo>
                  <a:cubicBezTo>
                    <a:pt x="5904" y="97017"/>
                    <a:pt x="4474" y="92811"/>
                    <a:pt x="4474" y="87782"/>
                  </a:cubicBezTo>
                  <a:cubicBezTo>
                    <a:pt x="4474" y="82996"/>
                    <a:pt x="5904" y="78821"/>
                    <a:pt x="8951" y="75468"/>
                  </a:cubicBezTo>
                  <a:cubicBezTo>
                    <a:pt x="11762" y="72145"/>
                    <a:pt x="15096" y="70439"/>
                    <a:pt x="18476" y="70439"/>
                  </a:cubicBezTo>
                  <a:lnTo>
                    <a:pt x="28812" y="70439"/>
                  </a:lnTo>
                  <a:lnTo>
                    <a:pt x="28812" y="50047"/>
                  </a:lnTo>
                  <a:lnTo>
                    <a:pt x="15666" y="50047"/>
                  </a:lnTo>
                  <a:cubicBezTo>
                    <a:pt x="12048" y="50322"/>
                    <a:pt x="8951" y="48676"/>
                    <a:pt x="6190" y="45566"/>
                  </a:cubicBezTo>
                  <a:cubicBezTo>
                    <a:pt x="3666" y="42488"/>
                    <a:pt x="2237" y="38282"/>
                    <a:pt x="2237" y="33283"/>
                  </a:cubicBezTo>
                  <a:cubicBezTo>
                    <a:pt x="2237" y="28223"/>
                    <a:pt x="3666" y="24322"/>
                    <a:pt x="6428" y="21244"/>
                  </a:cubicBezTo>
                  <a:cubicBezTo>
                    <a:pt x="9238" y="17891"/>
                    <a:pt x="12335" y="16519"/>
                    <a:pt x="15666" y="16245"/>
                  </a:cubicBezTo>
                  <a:lnTo>
                    <a:pt x="28812" y="16245"/>
                  </a:lnTo>
                  <a:cubicBezTo>
                    <a:pt x="28812" y="12344"/>
                    <a:pt x="30479" y="8381"/>
                    <a:pt x="34097" y="5333"/>
                  </a:cubicBezTo>
                  <a:cubicBezTo>
                    <a:pt x="37764" y="2224"/>
                    <a:pt x="42528" y="578"/>
                    <a:pt x="48100" y="578"/>
                  </a:cubicBezTo>
                  <a:cubicBezTo>
                    <a:pt x="53385" y="578"/>
                    <a:pt x="57863" y="1950"/>
                    <a:pt x="61529" y="5028"/>
                  </a:cubicBezTo>
                  <a:cubicBezTo>
                    <a:pt x="65150" y="8381"/>
                    <a:pt x="67101" y="11765"/>
                    <a:pt x="67101" y="15665"/>
                  </a:cubicBezTo>
                  <a:lnTo>
                    <a:pt x="77723" y="16245"/>
                  </a:lnTo>
                  <a:cubicBezTo>
                    <a:pt x="81341" y="16519"/>
                    <a:pt x="84438" y="17891"/>
                    <a:pt x="87249" y="21000"/>
                  </a:cubicBezTo>
                  <a:cubicBezTo>
                    <a:pt x="89723" y="24048"/>
                    <a:pt x="91153" y="28223"/>
                    <a:pt x="91153" y="33283"/>
                  </a:cubicBezTo>
                  <a:cubicBezTo>
                    <a:pt x="91153" y="38282"/>
                    <a:pt x="89723" y="42245"/>
                    <a:pt x="86962" y="45293"/>
                  </a:cubicBezTo>
                  <a:cubicBezTo>
                    <a:pt x="84152" y="48676"/>
                    <a:pt x="81055" y="50322"/>
                    <a:pt x="77723" y="50047"/>
                  </a:cubicBezTo>
                  <a:lnTo>
                    <a:pt x="67101" y="50047"/>
                  </a:lnTo>
                  <a:lnTo>
                    <a:pt x="67101" y="70439"/>
                  </a:lnTo>
                  <a:lnTo>
                    <a:pt x="79674" y="70439"/>
                  </a:lnTo>
                  <a:cubicBezTo>
                    <a:pt x="90580" y="52852"/>
                    <a:pt x="97298" y="34959"/>
                    <a:pt x="100346" y="16245"/>
                  </a:cubicBezTo>
                  <a:cubicBezTo>
                    <a:pt x="100916" y="12862"/>
                    <a:pt x="102870" y="9814"/>
                    <a:pt x="105963" y="7284"/>
                  </a:cubicBezTo>
                  <a:cubicBezTo>
                    <a:pt x="109298" y="4754"/>
                    <a:pt x="113202" y="3657"/>
                    <a:pt x="117966" y="3657"/>
                  </a:cubicBezTo>
                  <a:cubicBezTo>
                    <a:pt x="122444" y="3657"/>
                    <a:pt x="126635" y="5028"/>
                    <a:pt x="130826" y="8137"/>
                  </a:cubicBezTo>
                  <a:cubicBezTo>
                    <a:pt x="135017" y="10911"/>
                    <a:pt x="137254" y="14813"/>
                    <a:pt x="137254" y="19293"/>
                  </a:cubicBezTo>
                  <a:cubicBezTo>
                    <a:pt x="137254" y="24322"/>
                    <a:pt x="135300" y="32704"/>
                    <a:pt x="131396" y="43890"/>
                  </a:cubicBezTo>
                  <a:cubicBezTo>
                    <a:pt x="127778" y="55107"/>
                    <a:pt x="124108" y="64007"/>
                    <a:pt x="121060" y="70439"/>
                  </a:cubicBezTo>
                  <a:lnTo>
                    <a:pt x="124681" y="70439"/>
                  </a:lnTo>
                  <a:cubicBezTo>
                    <a:pt x="128299" y="70439"/>
                    <a:pt x="131396" y="71871"/>
                    <a:pt x="134206" y="74919"/>
                  </a:cubicBezTo>
                  <a:cubicBezTo>
                    <a:pt x="137254" y="77998"/>
                    <a:pt x="138635" y="81899"/>
                    <a:pt x="138635" y="86684"/>
                  </a:cubicBezTo>
                  <a:cubicBezTo>
                    <a:pt x="143682" y="78302"/>
                    <a:pt x="148160" y="67664"/>
                    <a:pt x="151781" y="55320"/>
                  </a:cubicBezTo>
                  <a:cubicBezTo>
                    <a:pt x="155447" y="43342"/>
                    <a:pt x="157115" y="30174"/>
                    <a:pt x="157115" y="16519"/>
                  </a:cubicBezTo>
                  <a:cubicBezTo>
                    <a:pt x="157115" y="12344"/>
                    <a:pt x="159065" y="8656"/>
                    <a:pt x="163256" y="5028"/>
                  </a:cubicBezTo>
                  <a:cubicBezTo>
                    <a:pt x="167447" y="1706"/>
                    <a:pt x="172495" y="0"/>
                    <a:pt x="178926" y="0"/>
                  </a:cubicBezTo>
                  <a:cubicBezTo>
                    <a:pt x="185068" y="0"/>
                    <a:pt x="190070" y="1706"/>
                    <a:pt x="194023" y="5028"/>
                  </a:cubicBezTo>
                  <a:cubicBezTo>
                    <a:pt x="197927" y="8381"/>
                    <a:pt x="199881" y="12038"/>
                    <a:pt x="199881" y="16245"/>
                  </a:cubicBezTo>
                  <a:lnTo>
                    <a:pt x="198738" y="32704"/>
                  </a:lnTo>
                  <a:lnTo>
                    <a:pt x="245409" y="32704"/>
                  </a:lnTo>
                  <a:cubicBezTo>
                    <a:pt x="249600" y="32704"/>
                    <a:pt x="253267" y="34656"/>
                    <a:pt x="256315" y="38556"/>
                  </a:cubicBezTo>
                  <a:cubicBezTo>
                    <a:pt x="259698" y="42245"/>
                    <a:pt x="261366" y="46938"/>
                    <a:pt x="261366" y="5257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shape 33"/>
          <p:cNvGrpSpPr/>
          <p:nvPr/>
        </p:nvGrpSpPr>
        <p:grpSpPr>
          <a:xfrm>
            <a:off x="504725" y="2571825"/>
            <a:ext cx="889920" cy="1271527"/>
            <a:chOff x="0" y="0"/>
            <a:chExt cx="889920" cy="1271526"/>
          </a:xfrm>
        </p:grpSpPr>
        <p:pic>
          <p:nvPicPr>
            <p:cNvPr id="34" name="shape 3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7" y="2251"/>
              <a:ext cx="887127" cy="1264036"/>
            </a:xfrm>
            <a:prstGeom prst="rect"/>
          </p:spPr>
        </p:pic>
        <p:sp>
          <p:nvSpPr>
            <p:cNvPr id="35" name="shape 35"/>
            <p:cNvSpPr/>
            <p:nvPr/>
          </p:nvSpPr>
          <p:spPr>
            <a:xfrm>
              <a:off x="0" y="0"/>
              <a:ext cx="889920" cy="1271527"/>
            </a:xfrm>
            <a:prstGeom prst="rect">
              <a:avLst/>
            </a:prstGeom>
            <a:ln w="4320" cap="flat">
              <a:solidFill>
                <a:srgbClr val="221F1F"/>
              </a:solidFill>
              <a:prstDash val="solid"/>
              <a:miter lim="10"/>
            </a:ln>
          </p:spPr>
        </p:sp>
      </p:grpSp>
      <p:grpSp>
        <p:nvGrpSpPr>
          <p:cNvPr id="36" name="shape 36"/>
          <p:cNvGrpSpPr/>
          <p:nvPr/>
        </p:nvGrpSpPr>
        <p:grpSpPr>
          <a:xfrm>
            <a:off x="3870015" y="4154410"/>
            <a:ext cx="3257984" cy="1807184"/>
            <a:chOff x="0" y="0"/>
            <a:chExt cx="3257983" cy="1807184"/>
          </a:xfrm>
        </p:grpSpPr>
        <p:pic>
          <p:nvPicPr>
            <p:cNvPr id="37" name="shape 3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627425" cy="854745"/>
            </a:xfrm>
            <a:prstGeom prst="rect"/>
          </p:spPr>
        </p:pic>
        <p:pic>
          <p:nvPicPr>
            <p:cNvPr id="38" name="shape 3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" y="907246"/>
              <a:ext cx="627617" cy="897743"/>
            </a:xfrm>
            <a:prstGeom prst="rect"/>
          </p:spPr>
        </p:pic>
        <p:sp>
          <p:nvSpPr>
            <p:cNvPr id="39" name="shape 39"/>
            <p:cNvSpPr/>
            <p:nvPr/>
          </p:nvSpPr>
          <p:spPr>
            <a:xfrm>
              <a:off x="698388" y="1677584"/>
              <a:ext cx="2559596" cy="129600"/>
            </a:xfrm>
            <a:prstGeom prst="rect">
              <a:avLst/>
            </a:prstGeom>
            <a:solidFill>
              <a:srgbClr val="606B43"/>
            </a:solidFill>
          </p:spPr>
        </p:sp>
      </p:grpSp>
      <p:pic>
        <p:nvPicPr>
          <p:cNvPr id="40" name="shape 4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70167" y="759623"/>
            <a:ext cx="3249359" cy="252699"/>
          </a:xfrm>
          <a:prstGeom prst="rect"/>
        </p:spPr>
      </p:pic>
      <p:pic>
        <p:nvPicPr>
          <p:cNvPr id="41" name="shape 4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870137" y="3096047"/>
            <a:ext cx="2134347" cy="493106"/>
          </a:xfrm>
          <a:prstGeom prst="rect"/>
        </p:spPr>
      </p:pic>
      <p:pic>
        <p:nvPicPr>
          <p:cNvPr id="42" name="shape 4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870076" y="1998026"/>
            <a:ext cx="1709837" cy="539506"/>
          </a:xfrm>
          <a:prstGeom prst="rect"/>
        </p:spPr>
      </p:pic>
      <p:sp>
        <p:nvSpPr>
          <p:cNvPr id="43" name="shape 43"/>
          <p:cNvSpPr/>
          <p:nvPr/>
        </p:nvSpPr>
        <p:spPr>
          <a:xfrm>
            <a:off x="5794187" y="6337447"/>
            <a:ext cx="1202406" cy="4320"/>
          </a:xfrm>
          <a:custGeom>
            <a:pathLst>
              <a:path w="1202405" h="4319">
                <a:moveTo>
                  <a:pt x="0" y="2159"/>
                </a:moveTo>
                <a:lnTo>
                  <a:pt x="1202405" y="2159"/>
                </a:lnTo>
              </a:path>
            </a:pathLst>
          </a:custGeom>
          <a:ln w="4320" cap="flat">
            <a:solidFill>
              <a:srgbClr val="221F1F"/>
            </a:solidFill>
            <a:prstDash val="solid"/>
            <a:miter lim="10"/>
          </a:ln>
        </p:spPr>
      </p:sp>
      <p:sp>
        <p:nvSpPr>
          <p:cNvPr id="44" name="shape 44"/>
          <p:cNvSpPr/>
          <p:nvPr/>
        </p:nvSpPr>
        <p:spPr>
          <a:xfrm>
            <a:off x="6350386" y="6524624"/>
            <a:ext cx="637215" cy="4320"/>
          </a:xfrm>
          <a:custGeom>
            <a:pathLst>
              <a:path w="637215" h="4319">
                <a:moveTo>
                  <a:pt x="0" y="2159"/>
                </a:moveTo>
                <a:lnTo>
                  <a:pt x="637215" y="2159"/>
                </a:lnTo>
              </a:path>
            </a:pathLst>
          </a:custGeom>
          <a:ln w="4320" cap="flat">
            <a:solidFill>
              <a:srgbClr val="221F1F"/>
            </a:solidFill>
            <a:prstDash val="solid"/>
            <a:miter lim="10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2031297</dc:title>
  <dc:subject/>
  <dc:creator>iTextSharp™ 5.5.11 ©2000-2017 iText Group NV (AGPL-version); modified using iTextSharp™ 5.5.11 ©2000-2017 iText Group NV (AGPL-version)</dc:creator>
  <cp:keywords/>
  <dc:description/>
  <cp:lastModifiedBy/>
  <cp:revision>1</cp:revision>
  <cp:category>pdf2pptx</cp:category>
  <cp:contentStatus>Created with Avanquest.Pdf 0.91.2025103001.0</cp:contentStatus>
  <dcterms:created xsi:type="dcterms:W3CDTF">2021-03-09T15:39:57+0000</dcterms:created>
  <dcterms:modified xsi:type="dcterms:W3CDTF">2021-03-09T15:39:58+0000</dcterms:modified>
</cp:coreProperties>
</file>