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Relationship Id='rId7' Type='http://schemas.openxmlformats.org/officeDocument/2006/relationships/slide' Target='slides/slide2.xml'/><Relationship Id='rId8' Type='http://schemas.openxmlformats.org/officeDocument/2006/relationships/slide' Target='slides/slide3.xml'/><Relationship Id='rId9' Type='http://schemas.openxmlformats.org/officeDocument/2006/relationships/slide' Target='slides/slide4.xml'/><Relationship Id='rId10' Type='http://schemas.openxmlformats.org/officeDocument/2006/relationships/slide' Target='slides/slide5.xml'/><Relationship Id='rId11' Type='http://schemas.openxmlformats.org/officeDocument/2006/relationships/slide' Target='slides/slide6.xml'/><Relationship Id='rId12' Type='http://schemas.openxmlformats.org/officeDocument/2006/relationships/slide' Target='slides/slide7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f1b4dbe60210d455.jpg'/></Relationships>
</file>

<file path=ppt/slides/_rels/slide2.xml.rels>&#65279;<?xml version="1.0"?><Relationships xmlns='http://schemas.openxmlformats.org/package/2006/relationships'><Relationship Id='rId2' Type='http://schemas.openxmlformats.org/officeDocument/2006/relationships/image' Target='../media/f94fad4bd609cc50.jpg'/><Relationship Id='rId1' Type='http://schemas.openxmlformats.org/officeDocument/2006/relationships/slideLayout' Target='../slideLayouts/slideLayout1.xml'/></Relationships>
</file>

<file path=ppt/slides/_rels/slide3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242a6b21bed4c597.jpg'/></Relationships>
</file>

<file path=ppt/slides/_rels/slide4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a48d8b4a9b476b68.jpg'/></Relationships>
</file>

<file path=ppt/slides/_rels/slide5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e660f5998df516a9.jpg'/></Relationships>
</file>

<file path=ppt/slides/_rels/slide6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73e9862ab909d9c9.jpg'/></Relationships>
</file>

<file path=ppt/slides/_rels/slide7.xml.rels>&#65279;<?xml version="1.0"?><Relationships xmlns='http://schemas.openxmlformats.org/package/2006/relationships'><Relationship Id='rId1' Type='http://schemas.openxmlformats.org/officeDocument/2006/relationships/slideLayout' Target='../slideLayouts/slideLayout1.xml'/><Relationship Id='rId2' Type='http://schemas.openxmlformats.org/officeDocument/2006/relationships/image' Target='../media/67230c1f917592f6.jpg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6200000">
            <a:off x="-86868" y="1408177"/>
            <a:ext cx="7786116" cy="6368796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6200000">
            <a:off x="-555498" y="1831086"/>
            <a:ext cx="8846820" cy="6510528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6200000">
            <a:off x="-550927" y="1812797"/>
            <a:ext cx="8860537" cy="6533388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6200000">
            <a:off x="-544069" y="1824227"/>
            <a:ext cx="8846820" cy="6524245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6200000">
            <a:off x="-560071" y="1835658"/>
            <a:ext cx="8846820" cy="6501385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6200000">
            <a:off x="-587502" y="1853945"/>
            <a:ext cx="8833104" cy="6405373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6200000">
            <a:off x="-969264" y="1408175"/>
            <a:ext cx="9614916" cy="7392926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v.0.91.2025103001.0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2032755</dc:title>
  <dc:subject/>
  <dc:creator/>
  <cp:keywords/>
  <dc:description/>
  <cp:lastModifiedBy/>
  <cp:revision>1</cp:revision>
  <cp:category>pdf2pptx</cp:category>
  <cp:contentStatus>Created with Avanquest.Pdf 0.91.2025103001.0</cp:contentStatus>
  <dcterms:created xsi:type="dcterms:W3CDTF">2010-07-09T23:07:45+0000</dcterms:created>
  <dcterms:modified xsi:type="dcterms:W3CDTF">2010-07-09T22:30:48+0000</dcterms:modified>
</cp:coreProperties>
</file>