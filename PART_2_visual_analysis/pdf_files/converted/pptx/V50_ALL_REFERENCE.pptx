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&#65279;<?xml version='1.0' encoding='UTF-8' standalone='yes'?><Relationships xmlns='http://schemas.openxmlformats.org/package/2006/relationships'><Relationship Id='rId3' Type='http://schemas.openxmlformats.org/officeDocument/2006/relationships/extended-properties' Target='docProps/app.xml'/><Relationship Id='rId2' Type='http://schemas.openxmlformats.org/package/2006/relationships/metadata/core-properties' Target='docProps/core.xml'/><Relationship Id='rId1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554700" cy="16459200"/>
  <p:notesSz cx="18554700" cy="164592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&#65279;<?xml version="1.0"?><Relationships xmlns='http://schemas.openxmlformats.org/package/2006/relationships'><Relationship Id='rId1' Type='http://schemas.openxmlformats.org/officeDocument/2006/relationships/slideMaster' Target='slideMasters/slideMaster1.xml'/><Relationship Id='rId2' Type='http://schemas.openxmlformats.org/officeDocument/2006/relationships/theme' Target='theme/theme1.xml'/><Relationship Id='rId3' Type='http://schemas.openxmlformats.org/officeDocument/2006/relationships/viewProps' Target='viewProps.xml'/><Relationship Id='rId4' Type='http://schemas.openxmlformats.org/officeDocument/2006/relationships/presProps' Target='presProps.xml'/><Relationship Id='rId5' Type='http://schemas.openxmlformats.org/officeDocument/2006/relationships/tableStyles' Target='tableStyles.xml'/><Relationship Id='rId6' Type='http://schemas.openxmlformats.org/officeDocument/2006/relationships/slide' Target='slides/slide1.xml'/><Relationship Id='rId7' Type='http://schemas.openxmlformats.org/officeDocument/2006/relationships/slide' Target='slides/slide2.xml'/><Relationship Id='rId8' Type='http://schemas.openxmlformats.org/officeDocument/2006/relationships/slide' Target='slides/slide3.xml'/><Relationship Id='rId9' Type='http://schemas.openxmlformats.org/officeDocument/2006/relationships/slide' Target='slides/slide4.xml'/><Relationship Id='rId10' Type='http://schemas.openxmlformats.org/officeDocument/2006/relationships/slide' Target='slides/slide5.xml'/><Relationship Id='rId11' Type='http://schemas.openxmlformats.org/officeDocument/2006/relationships/slide' Target='slides/slide6.xml'/><Relationship Id='rId12' Type='http://schemas.openxmlformats.org/officeDocument/2006/relationships/slide' Target='slides/slide7.xml'/></Relationships>
</file>

<file path=ppt/slideLayouts/_rels/slideLayout1.xml.rels>&#65279;<?xml version='1.0' encoding='UTF-8'?><Relationships xmlns='http://schemas.openxmlformats.org/package/2006/relationships'><Relationship Id='rId1' Type='http://schemas.openxmlformats.org/officeDocument/2006/relationships/slideMaster' Target='../slideMasters/slideMaster1.xml'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&#65279;<?xml version='1.0' encoding='UTF-8' standalone='yes'?><Relationships xmlns='http://schemas.openxmlformats.org/package/2006/relationships'><Relationship Id='rId2' Type='http://schemas.openxmlformats.org/officeDocument/2006/relationships/theme' Target='../theme/theme1.xml'/><Relationship Id='rId1' Type='http://schemas.openxmlformats.org/officeDocument/2006/relationships/slideLayout' Target='../slideLayouts/slideLayout1.xml'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?><Relationships xmlns='http://schemas.openxmlformats.org/package/2006/relationships'><Relationship Id='rId1' Type='http://schemas.openxmlformats.org/officeDocument/2006/relationships/slideLayout' Target='../slideLayouts/slideLayout1.xml'/><Relationship Id='rId2' Type='http://schemas.openxmlformats.org/officeDocument/2006/relationships/image' Target='../media/0a56d6995141136f.png'/></Relationships>
</file>

<file path=ppt/slides/_rels/slide2.xml.rels>&#65279;<?xml version="1.0"?><Relationships xmlns='http://schemas.openxmlformats.org/package/2006/relationships'><Relationship Id='rId1' Type='http://schemas.openxmlformats.org/officeDocument/2006/relationships/slideLayout' Target='../slideLayouts/slideLayout1.xml'/><Relationship Id='rId2' Type='http://schemas.openxmlformats.org/officeDocument/2006/relationships/image' Target='../media/60da94293f3b8709.png'/></Relationships>
</file>

<file path=ppt/slides/_rels/slide3.xml.rels>&#65279;<?xml version="1.0"?><Relationships xmlns='http://schemas.openxmlformats.org/package/2006/relationships'><Relationship Id='rId1' Type='http://schemas.openxmlformats.org/officeDocument/2006/relationships/slideLayout' Target='../slideLayouts/slideLayout1.xml'/><Relationship Id='rId2' Type='http://schemas.openxmlformats.org/officeDocument/2006/relationships/image' Target='../media/775283f50f3d2c0d.png'/></Relationships>
</file>

<file path=ppt/slides/_rels/slide4.xml.rels>&#65279;<?xml version="1.0"?><Relationships xmlns='http://schemas.openxmlformats.org/package/2006/relationships'><Relationship Id='rId1' Type='http://schemas.openxmlformats.org/officeDocument/2006/relationships/slideLayout' Target='../slideLayouts/slideLayout1.xml'/><Relationship Id='rId2' Type='http://schemas.openxmlformats.org/officeDocument/2006/relationships/image' Target='../media/c0d74fb43e033da4.png'/></Relationships>
</file>

<file path=ppt/slides/_rels/slide5.xml.rels>&#65279;<?xml version="1.0"?><Relationships xmlns='http://schemas.openxmlformats.org/package/2006/relationships'><Relationship Id='rId1' Type='http://schemas.openxmlformats.org/officeDocument/2006/relationships/slideLayout' Target='../slideLayouts/slideLayout1.xml'/><Relationship Id='rId2' Type='http://schemas.openxmlformats.org/officeDocument/2006/relationships/image' Target='../media/ac9ce7f48648920e.png'/></Relationships>
</file>

<file path=ppt/slides/_rels/slide6.xml.rels>&#65279;<?xml version="1.0"?><Relationships xmlns='http://schemas.openxmlformats.org/package/2006/relationships'><Relationship Id='rId2' Type='http://schemas.openxmlformats.org/officeDocument/2006/relationships/image' Target='../media/8e00e37d8090249d.png'/><Relationship Id='rId1' Type='http://schemas.openxmlformats.org/officeDocument/2006/relationships/slideLayout' Target='../slideLayouts/slideLayout1.xml'/></Relationships>
</file>

<file path=ppt/slides/_rels/slide7.xml.rels>&#65279;<?xml version="1.0"?><Relationships xmlns='http://schemas.openxmlformats.org/package/2006/relationships'><Relationship Id='rId1' Type='http://schemas.openxmlformats.org/officeDocument/2006/relationships/slideLayout' Target='../slideLayouts/slideLayout1.xml'/><Relationship Id='rId2' Type='http://schemas.openxmlformats.org/officeDocument/2006/relationships/image' Target='../media/079c2d1f949ad95d.png'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hap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39700"/>
            <a:ext cx="18554700" cy="16319500"/>
          </a:xfrm>
          <a:prstGeom prst="rect"/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hap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39700"/>
            <a:ext cx="18554700" cy="16319500"/>
          </a:xfrm>
          <a:prstGeom prst="rect"/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hap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39700"/>
            <a:ext cx="18554700" cy="16319500"/>
          </a:xfrm>
          <a:prstGeom prst="rect"/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hap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219200"/>
            <a:ext cx="18554700" cy="15240000"/>
          </a:xfrm>
          <a:prstGeom prst="rect"/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hap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27000"/>
            <a:ext cx="18554700" cy="16332200"/>
          </a:xfrm>
          <a:prstGeom prst="rect"/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hap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206500"/>
            <a:ext cx="18554700" cy="15252700"/>
          </a:xfrm>
          <a:prstGeom prst="rect"/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hap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206500"/>
            <a:ext cx="18554700" cy="15252700"/>
          </a:xfrm>
          <a:prstGeom prst="rect"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Company>Avanquest</Company>
  <Application>Avanquest Pdf2Office Converter v.0.91.2025103001.0</Application>
  <PresentationFormat>On-screen Show (4:3)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Ghent PDF Output Suite 5.0 - Reference</dc:title>
  <dc:subject>Ghent PDF Output Suite 5.0 Reference</dc:subject>
  <dc:creator>Stephan Jaeggi</dc:creator>
  <cp:keywords>Ghent Workgroup; Ghent PDF Output Suite 5.0; Reference; Separations</cp:keywords>
  <dc:description>Ghent PDF Output Suite 5.0 Reference</dc:description>
  <cp:lastModifiedBy>Stephan Jaeggi</cp:lastModifiedBy>
  <cp:revision>1</cp:revision>
  <cp:category>pdf2pptx</cp:category>
  <cp:contentStatus>Created with Avanquest.Pdf 0.91.2025103001.0</cp:contentStatus>
  <dcterms:created xsi:type="dcterms:W3CDTF">2005-11-03T18:03:48+0000</dcterms:created>
  <dcterms:modified xsi:type="dcterms:W3CDTF">2021-07-04T21:15:37+0000</dcterms:modified>
</cp:coreProperties>
</file>