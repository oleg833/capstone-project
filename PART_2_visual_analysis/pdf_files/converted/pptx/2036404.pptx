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734300" cy="10617200"/>
  <p:notesSz cx="7734300" cy="10617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3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4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29537" y="1886928"/>
            <a:ext cx="4680001" cy="6478"/>
          </a:xfrm>
          <a:custGeom>
            <a:pathLst>
              <a:path w="4680001" h="6477">
                <a:moveTo>
                  <a:pt x="0" y="3238"/>
                </a:moveTo>
                <a:lnTo>
                  <a:pt x="4680001" y="3238"/>
                </a:lnTo>
              </a:path>
            </a:pathLst>
          </a:custGeom>
          <a:ln w="6477" cap="flat">
            <a:solidFill>
              <a:srgbClr val="231F20"/>
            </a:solidFill>
            <a:prstDash val="solid"/>
            <a:miter lim="10"/>
          </a:ln>
        </p:spPr>
      </p:sp>
      <p:sp>
        <p:nvSpPr>
          <p:cNvPr id="3" name="shape 3"/>
          <p:cNvSpPr txBox="1"/>
          <p:nvPr/>
        </p:nvSpPr>
        <p:spPr>
          <a:xfrm>
            <a:off x="1883410" y="2051989"/>
            <a:ext cx="681355" cy="2870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,      5      </a:t>
            </a:r>
            <a:endParaRPr/>
          </a:p>
          <a:p>
            <a:pPr marL="26352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E </a:t>
            </a:r>
            <a:endParaRPr/>
          </a:p>
        </p:txBody>
      </p:sp>
      <p:sp>
        <p:nvSpPr>
          <p:cNvPr id="4" name="shape 4"/>
          <p:cNvSpPr txBox="1"/>
          <p:nvPr/>
        </p:nvSpPr>
        <p:spPr>
          <a:xfrm>
            <a:off x="3828415" y="2051989"/>
            <a:ext cx="266700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 '   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4544695" y="2051989"/>
            <a:ext cx="292735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'    4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5161280" y="2051989"/>
            <a:ext cx="1059180" cy="4394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A;;     '    </a:t>
            </a:r>
            <a:endParaRPr/>
          </a:p>
          <a:p>
            <a:pPr/>
            <a:r>
              <a:rPr sz="1000">
                <a:latin typeface="Arial"/>
                <a:cs typeface="Arial"/>
              </a:rPr>
              <a:t/>
            </a:r>
            <a:endParaRPr sz="1000"/>
          </a:p>
          <a:p>
            <a:pPr marL="21907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?  #      H     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2546985" y="2645629"/>
            <a:ext cx="3261360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76580" algn="l"/>
                <a:tab pos="1298575" algn="l"/>
                <a:tab pos="2386330" algn="l"/>
                <a:tab pos="28759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&amp; ,      &amp;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&amp;   -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./ .0.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1516380" y="2793225"/>
            <a:ext cx="2891155" cy="3505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?         R      8L         %&lt;,1  &amp;  $  #%  #$   (  </a:t>
            </a:r>
            <a:endParaRPr/>
          </a:p>
          <a:p>
            <a:pPr marL="1035685">
              <a:spcBef>
                <a:spcPts val="600"/>
              </a:spcBef>
              <a:tabLst>
                <a:tab pos="225806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:7!       A   ;   #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*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4714875" y="2793225"/>
            <a:ext cx="1506221" cy="3505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F 6</a:t>
            </a:r>
            <a:endParaRPr/>
          </a:p>
          <a:p>
            <a:pPr marL="71120">
              <a:spcBef>
                <a:spcPts val="600"/>
              </a:spcBef>
              <a:tabLst>
                <a:tab pos="145732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*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440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1516380" y="3159351"/>
            <a:ext cx="4705350" cy="162328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926590" algn="l"/>
                <a:tab pos="3350260" algn="l"/>
                <a:tab pos="40697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*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"  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7  #  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7   "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%</a:t>
            </a:r>
            <a:endParaRPr/>
          </a:p>
          <a:p>
            <a:pPr marL="277495">
              <a:spcBef>
                <a:spcPts val="100"/>
              </a:spcBef>
              <a:tabLst>
                <a:tab pos="1536065" algn="l"/>
                <a:tab pos="1871345" algn="l"/>
                <a:tab pos="2946400" algn="l"/>
                <a:tab pos="42602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"   :#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2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A06  $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B&amp;    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" </a:t>
            </a:r>
            <a:endParaRPr/>
          </a:p>
          <a:p>
            <a:pPr marL="12700" marR="13335" algn="r">
              <a:lnSpc>
                <a:spcPct val="107463"/>
              </a:lnSpc>
              <a:spcBef>
                <a:spcPts val="100"/>
              </a:spcBef>
              <a:tabLst>
                <a:tab pos="1744980" algn="l"/>
                <a:tab pos="2556510" algn="l"/>
                <a:tab pos="403352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   E;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:!      </a:t>
            </a:r>
            <a:r>
              <a:rPr sz="900" spc="4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$        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$   </a:t>
            </a:r>
            <a:r>
              <a:rPr sz="900" spc="4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% #                  #       '                   '     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          ! %</a:t>
            </a:r>
            <a:endParaRPr/>
          </a:p>
          <a:p>
            <a:pPr marR="13970" algn="r">
              <a:lnSpc>
                <a:spcPts val="1085"/>
              </a:lnSpc>
              <a:tabLst>
                <a:tab pos="1242695" algn="l"/>
                <a:tab pos="1567815" algn="l"/>
                <a:tab pos="1871345" algn="l"/>
                <a:tab pos="2225675" algn="l"/>
                <a:tab pos="301879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7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&lt;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I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3 !  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"   3  #  A    # </a:t>
            </a:r>
            <a:endParaRPr/>
          </a:p>
          <a:p>
            <a:pPr marR="13970" algn="r">
              <a:tabLst>
                <a:tab pos="894080" algn="l"/>
                <a:tab pos="2278380" algn="l"/>
                <a:tab pos="264033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AP   $ #    3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   ,         $   *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          #  A0P ;  2    '  </a:t>
            </a:r>
            <a:endParaRPr/>
          </a:p>
          <a:p>
            <a:pPr marR="13970" algn="r">
              <a:spcBef>
                <a:spcPts val="100"/>
              </a:spcBef>
              <a:tabLst>
                <a:tab pos="589280" algn="l"/>
                <a:tab pos="1026795" algn="l"/>
                <a:tab pos="1458595" algn="l"/>
                <a:tab pos="328993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'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"      *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*       *     %</a:t>
            </a:r>
            <a:endParaRPr/>
          </a:p>
          <a:p>
            <a:pPr marL="12700" marR="13335" algn="r">
              <a:lnSpc>
                <a:spcPct val="107708"/>
              </a:lnSpc>
              <a:spcBef>
                <a:spcPts val="100"/>
              </a:spcBef>
              <a:tabLst>
                <a:tab pos="365760" algn="l"/>
                <a:tab pos="970280" algn="l"/>
                <a:tab pos="2005330" algn="l"/>
                <a:tab pos="2162175" algn="l"/>
                <a:tab pos="2684780" algn="l"/>
                <a:tab pos="3283585" algn="l"/>
                <a:tab pos="412877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!   B7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'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E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4   $  #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AP0 .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B9 #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      E &lt; 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AA6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B4                  R  +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&lt;                   5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E      #$   (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&lt; %  AA6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#  ; </a:t>
            </a:r>
            <a:r>
              <a:rPr sz="900" spc="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         *</a:t>
            </a:r>
            <a:r>
              <a:rPr sz="900" spc="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  #    </a:t>
            </a:r>
            <a:r>
              <a:rPr sz="900" spc="2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"      </a:t>
            </a:r>
            <a:r>
              <a:rPr sz="900" spc="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#                          !      </a:t>
            </a:r>
            <a:r>
              <a:rPr sz="900" spc="1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!   "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                        $       !                                         !   #  (  :     (   !    (  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1793875" y="4780069"/>
            <a:ext cx="1318260" cy="43068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64465" indent="150495" algn="just">
              <a:lnSpc>
                <a:spcPct val="107463"/>
              </a:lnSpc>
            </a:pP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!  $  (          ( 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      *       (  </a:t>
            </a:r>
            <a:endParaRPr/>
          </a:p>
          <a:p>
            <a:pPr marL="212090">
              <a:tabLst>
                <a:tab pos="82042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'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$     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3152775" y="4927310"/>
            <a:ext cx="60198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4116705" y="4780069"/>
            <a:ext cx="768350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8415">
              <a:lnSpc>
                <a:spcPct val="107463"/>
              </a:lnSpc>
            </a:pPr>
            <a:r>
              <a:rPr sz="900" spc="150">
                <a:solidFill>
                  <a:srgbClr val="231F20"/>
                </a:solidFill>
                <a:latin typeface="Arial"/>
                <a:cs typeface="Arial"/>
              </a:rPr>
              <a:t>       "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   *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5082540" y="4780069"/>
            <a:ext cx="42608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#   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5664200" y="4780069"/>
            <a:ext cx="556896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81000"/>
            <a:r>
              <a:rPr sz="900" spc="-65">
                <a:solidFill>
                  <a:srgbClr val="231F20"/>
                </a:solidFill>
                <a:latin typeface="Arial"/>
                <a:cs typeface="Arial"/>
              </a:rPr>
              <a:t>2 %</a:t>
            </a:r>
            <a:endParaRPr/>
          </a:p>
          <a:p>
            <a:pPr marL="12700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      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1516380" y="5221793"/>
            <a:ext cx="4704715" cy="10376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28600">
              <a:tabLst>
                <a:tab pos="815975" algn="l"/>
                <a:tab pos="2326640" algn="l"/>
                <a:tab pos="2735580" algn="l"/>
                <a:tab pos="3158490" algn="l"/>
                <a:tab pos="3970655" algn="l"/>
                <a:tab pos="44507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!  #         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%</a:t>
            </a:r>
            <a:endParaRPr/>
          </a:p>
          <a:p>
            <a:pPr marL="12700" marR="13335" indent="604520" algn="just">
              <a:lnSpc>
                <a:spcPct val="107463"/>
              </a:lnSpc>
              <a:spcBef>
                <a:spcPts val="100"/>
              </a:spcBef>
              <a:tabLst>
                <a:tab pos="22409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"  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! #      #     $          $  !     #      #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  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$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+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   ( 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      *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      $     </a:t>
            </a:r>
            <a:endParaRPr/>
          </a:p>
          <a:p>
            <a:pPr marL="228600">
              <a:tabLst>
                <a:tab pos="1487805" algn="l"/>
                <a:tab pos="3614420" algn="l"/>
              </a:tabLst>
            </a:pP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7    #  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!             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 !           </a:t>
            </a:r>
            <a:endParaRPr/>
          </a:p>
          <a:p>
            <a:pPr marL="12700" marR="12700" indent="576580">
              <a:lnSpc>
                <a:spcPct val="107787"/>
              </a:lnSpc>
              <a:spcBef>
                <a:spcPts val="100"/>
              </a:spcBef>
              <a:tabLst>
                <a:tab pos="767080" algn="l"/>
                <a:tab pos="1012825" algn="l"/>
                <a:tab pos="1739265" algn="l"/>
                <a:tab pos="2365375" algn="l"/>
                <a:tab pos="3213100" algn="l"/>
                <a:tab pos="3671570" algn="l"/>
                <a:tab pos="4452620" algn="l"/>
                <a:tab pos="4655820" algn="l"/>
              </a:tabLst>
            </a:pPr>
            <a:r>
              <a:rPr sz="900" spc="45">
                <a:solidFill>
                  <a:srgbClr val="231F20"/>
                </a:solidFill>
                <a:latin typeface="Arial"/>
                <a:cs typeface="Arial"/>
              </a:rPr>
              <a:t>    $ </a:t>
            </a:r>
            <a:r>
              <a:rPr sz="900" spc="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45">
                <a:solidFill>
                  <a:srgbClr val="231F20"/>
                </a:solidFill>
                <a:latin typeface="Arial"/>
                <a:cs typeface="Arial"/>
              </a:rPr>
              <a:t>  # ' </a:t>
            </a:r>
            <a:r>
              <a:rPr sz="900" spc="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45">
                <a:solidFill>
                  <a:srgbClr val="231F20"/>
                </a:solidFill>
                <a:latin typeface="Arial"/>
                <a:cs typeface="Arial"/>
              </a:rPr>
              <a:t>"     </a:t>
            </a:r>
            <a:r>
              <a:rPr sz="900" spc="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45">
                <a:solidFill>
                  <a:srgbClr val="231F20"/>
                </a:solidFill>
                <a:latin typeface="Arial"/>
                <a:cs typeface="Arial"/>
              </a:rPr>
              <a:t>(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40">
                <a:solidFill>
                  <a:srgbClr val="231F20"/>
                </a:solidFill>
                <a:latin typeface="Arial"/>
                <a:cs typeface="Arial"/>
              </a:rPr>
              <a:t>! $      </a:t>
            </a:r>
            <a:r>
              <a:rPr sz="900" spc="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4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spc="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40">
                <a:solidFill>
                  <a:srgbClr val="231F20"/>
                </a:solidFill>
                <a:latin typeface="Arial"/>
                <a:cs typeface="Arial"/>
              </a:rPr>
              <a:t>        *</a:t>
            </a:r>
            <a:r>
              <a:rPr sz="900" spc="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40">
                <a:solidFill>
                  <a:srgbClr val="231F20"/>
                </a:solidFill>
                <a:latin typeface="Arial"/>
                <a:cs typeface="Arial"/>
              </a:rPr>
              <a:t> 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!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(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                     3            '                   E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  %    ;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"     </a:t>
            </a: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!    $       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!         &amp;                       4        B-      !     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!     #  &amp;     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540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1516380" y="6253191"/>
            <a:ext cx="2502536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91465" algn="just">
              <a:lnSpc>
                <a:spcPct val="107463"/>
              </a:lnSpc>
              <a:tabLst>
                <a:tab pos="1285875" algn="l"/>
                <a:tab pos="1789430" algn="l"/>
              </a:tabLst>
            </a:pP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#         "       #     E :   %0  ; !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     *       $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+ 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4081780" y="6253191"/>
            <a:ext cx="1042671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60045" algn="just">
              <a:lnSpc>
                <a:spcPct val="107463"/>
              </a:lnSpc>
            </a:pP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 '     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   *    3 !    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5349240" y="6253191"/>
            <a:ext cx="871855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9050" algn="just">
              <a:lnSpc>
                <a:spcPct val="107463"/>
              </a:lnSpc>
              <a:tabLst>
                <a:tab pos="711200" algn="l"/>
              </a:tabLst>
            </a:pP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!     3    $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4">
                <a:solidFill>
                  <a:srgbClr val="231F20"/>
                </a:solidFill>
                <a:latin typeface="Arial"/>
                <a:cs typeface="Arial"/>
              </a:rPr>
              <a:t>   %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1516380" y="6547674"/>
            <a:ext cx="4705350" cy="44439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02870" algn="just">
              <a:lnSpc>
                <a:spcPct val="107657"/>
              </a:lnSpc>
              <a:tabLst>
                <a:tab pos="423545" algn="l"/>
                <a:tab pos="1258570" algn="l"/>
                <a:tab pos="2188210" algn="l"/>
                <a:tab pos="2447925" algn="l"/>
                <a:tab pos="3297555" algn="l"/>
                <a:tab pos="373316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  !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    !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15">
                <a:solidFill>
                  <a:srgbClr val="231F20"/>
                </a:solidFill>
                <a:latin typeface="Arial"/>
                <a:cs typeface="Arial"/>
              </a:rPr>
              <a:t>  !        $       "  $   *             #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5">
                <a:solidFill>
                  <a:srgbClr val="231F20"/>
                </a:solidFill>
                <a:latin typeface="Arial"/>
                <a:cs typeface="Arial"/>
              </a:rPr>
              <a:t>   #         ! O !  !      #                  &gt;?   &gt;?,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:  '          (    $       !  % </a:t>
            </a: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  !                                     #          </a:t>
            </a:r>
            <a:r>
              <a:rPr sz="900" spc="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   "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  $   "  *</a:t>
            </a:r>
            <a:r>
              <a:rPr sz="900" spc="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!    #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#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$  +       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1516380" y="6989753"/>
            <a:ext cx="838200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!    !  (  </a:t>
            </a:r>
            <a:endParaRPr/>
          </a:p>
          <a:p>
            <a:pPr marL="33083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" 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2844800" y="6989753"/>
            <a:ext cx="629285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350" algn="ctr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/>
          </a:p>
          <a:p>
            <a:pPr algn="ctr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! 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3605530" y="6989753"/>
            <a:ext cx="2019300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*         ;      #       &gt;?,, </a:t>
            </a:r>
            <a:endParaRPr/>
          </a:p>
          <a:p>
            <a:pPr marL="366395">
              <a:spcBef>
                <a:spcPts val="100"/>
              </a:spcBef>
              <a:tabLst>
                <a:tab pos="916305" algn="l"/>
                <a:tab pos="144907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&gt;?,,, 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5935980" y="6989753"/>
            <a:ext cx="284480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$ </a:t>
            </a:r>
            <a:endParaRPr/>
          </a:p>
          <a:p>
            <a:pPr marL="8953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1791335" y="7284235"/>
            <a:ext cx="442849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32765" algn="l"/>
                <a:tab pos="1393190" algn="l"/>
                <a:tab pos="255714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#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'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 "   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1      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7       *  ( $      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1516380" y="7431831"/>
            <a:ext cx="1134745" cy="440284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>
              <a:lnSpc>
                <a:spcPct val="107462"/>
              </a:lnSpc>
              <a:tabLst>
                <a:tab pos="553085" algn="l"/>
              </a:tabLst>
            </a:pP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     ;   7  #       # '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!     #   3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#     !          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2850515" y="7431831"/>
            <a:ext cx="1693545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  *  ! #        !    !    </a:t>
            </a:r>
            <a:endParaRPr/>
          </a:p>
          <a:p>
            <a:pPr marL="1214755">
              <a:spcBef>
                <a:spcPts val="100"/>
              </a:spcBef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!   (    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4993640" y="7431831"/>
            <a:ext cx="1228725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9535"/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/>
          </a:p>
          <a:p>
            <a:pPr marL="12700">
              <a:spcBef>
                <a:spcPts val="100"/>
              </a:spcBef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!     !           '      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1732280" y="7873555"/>
            <a:ext cx="448881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644525" algn="l"/>
                <a:tab pos="1160780" algn="l"/>
                <a:tab pos="1703705" algn="l"/>
                <a:tab pos="2889885" algn="l"/>
                <a:tab pos="318198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B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 ( 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&gt;?,,,       E :0  %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1516380" y="8021150"/>
            <a:ext cx="2360295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092835" algn="l"/>
              </a:tabLst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A6 ;    '    !   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! (   "     </a:t>
            </a:r>
            <a:endParaRPr/>
          </a:p>
          <a:p>
            <a:pPr marL="12700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#  "   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I  ! #     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!  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 ( $      $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</a:t>
            </a:r>
            <a:endParaRPr/>
          </a:p>
        </p:txBody>
      </p:sp>
      <p:sp>
        <p:nvSpPr>
          <p:cNvPr id="31" name="shape 31"/>
          <p:cNvSpPr txBox="1"/>
          <p:nvPr/>
        </p:nvSpPr>
        <p:spPr>
          <a:xfrm>
            <a:off x="3883660" y="8021150"/>
            <a:ext cx="2337436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07463"/>
              </a:lnSpc>
              <a:tabLst>
                <a:tab pos="705485" algn="l"/>
                <a:tab pos="1934210" algn="l"/>
              </a:tabLst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!     !          H  ( $%-   $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$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!          %</a:t>
            </a:r>
            <a:endParaRPr/>
          </a:p>
        </p:txBody>
      </p:sp>
      <p:sp>
        <p:nvSpPr>
          <p:cNvPr id="32" name="shape 32"/>
          <p:cNvSpPr txBox="1"/>
          <p:nvPr/>
        </p:nvSpPr>
        <p:spPr>
          <a:xfrm>
            <a:off x="1895475" y="8315632"/>
            <a:ext cx="384937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442720" algn="l"/>
                <a:tab pos="3767455" algn="l"/>
              </a:tabLst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:!    !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*  #   ;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! 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!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#        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1516380" y="8462873"/>
            <a:ext cx="78740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?   "       S   </a:t>
            </a:r>
            <a:endParaRPr/>
          </a:p>
        </p:txBody>
      </p:sp>
      <p:sp>
        <p:nvSpPr>
          <p:cNvPr id="34" name="shape 34"/>
          <p:cNvSpPr txBox="1"/>
          <p:nvPr/>
        </p:nvSpPr>
        <p:spPr>
          <a:xfrm>
            <a:off x="2320290" y="8462873"/>
            <a:ext cx="3848100" cy="29626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24790" algn="just">
              <a:lnSpc>
                <a:spcPct val="107502"/>
              </a:lnSpc>
              <a:tabLst>
                <a:tab pos="567055" algn="l"/>
              </a:tabLst>
            </a:pPr>
            <a:r>
              <a:rPr sz="900" spc="100">
                <a:solidFill>
                  <a:srgbClr val="231F20"/>
                </a:solidFill>
                <a:latin typeface="Arial"/>
                <a:cs typeface="Arial"/>
              </a:rPr>
              <a:t>&amp;    !        #   !        "      !    #    * !    (     *      $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* !      #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29842" y="1886928"/>
            <a:ext cx="4680001" cy="6478"/>
          </a:xfrm>
          <a:custGeom>
            <a:pathLst>
              <a:path w="4680001" h="6477">
                <a:moveTo>
                  <a:pt x="0" y="3238"/>
                </a:moveTo>
                <a:lnTo>
                  <a:pt x="4680001" y="3238"/>
                </a:lnTo>
              </a:path>
            </a:pathLst>
          </a:custGeom>
          <a:ln w="6477" cap="flat">
            <a:solidFill>
              <a:srgbClr val="231F20"/>
            </a:solidFill>
            <a:prstDash val="solid"/>
            <a:miter lim="10"/>
          </a:ln>
        </p:spPr>
      </p:sp>
      <p:sp>
        <p:nvSpPr>
          <p:cNvPr id="3" name="shape 3"/>
          <p:cNvSpPr txBox="1"/>
          <p:nvPr/>
        </p:nvSpPr>
        <p:spPr>
          <a:xfrm>
            <a:off x="5334635" y="1687047"/>
            <a:ext cx="382906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 spc="-15">
                <a:solidFill>
                  <a:srgbClr val="231F20"/>
                </a:solidFill>
                <a:latin typeface="Arial"/>
                <a:cs typeface="Arial"/>
              </a:rPr>
              <a:t>   ! "#</a:t>
            </a:r>
            <a:endParaRPr/>
          </a:p>
        </p:txBody>
      </p:sp>
      <p:sp>
        <p:nvSpPr>
          <p:cNvPr id="4" name="shape 4"/>
          <p:cNvSpPr txBox="1"/>
          <p:nvPr/>
        </p:nvSpPr>
        <p:spPr>
          <a:xfrm>
            <a:off x="1732915" y="2051989"/>
            <a:ext cx="3381375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514475" algn="l"/>
                <a:tab pos="285813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-  !  !        *      $  +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(  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1603375" y="2200670"/>
            <a:ext cx="555625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"   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2238375" y="2200670"/>
            <a:ext cx="1529080" cy="29900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482600" algn="just">
              <a:lnSpc>
                <a:spcPct val="108552"/>
              </a:lnSpc>
              <a:tabLst>
                <a:tab pos="644525" algn="l"/>
              </a:tabLst>
            </a:pPr>
            <a:r>
              <a:rPr sz="900" spc="115">
                <a:solidFill>
                  <a:srgbClr val="231F20"/>
                </a:solidFill>
                <a:latin typeface="Arial"/>
                <a:cs typeface="Arial"/>
              </a:rPr>
              <a:t>!          '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   5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3985895" y="2200670"/>
            <a:ext cx="2233930" cy="29900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220470" algn="just">
              <a:lnSpc>
                <a:spcPct val="108552"/>
              </a:lnSpc>
              <a:tabLst>
                <a:tab pos="34607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)   #  B            % &gt;?,,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&gt;?,,,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E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:A  %  P ;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!    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1517015" y="2497668"/>
            <a:ext cx="4704081" cy="436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61950">
              <a:tabLst>
                <a:tab pos="1810385" algn="l"/>
                <a:tab pos="2602865" algn="l"/>
              </a:tabLst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$  #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! 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# </a:t>
            </a:r>
            <a:endParaRPr/>
          </a:p>
          <a:p>
            <a:pPr marL="1390015">
              <a:spcBef>
                <a:spcPts val="100"/>
              </a:spcBef>
              <a:tabLst>
                <a:tab pos="352806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*</a:t>
            </a:r>
            <a:endParaRPr/>
          </a:p>
          <a:p>
            <a:pPr marL="12700">
              <a:spcBef>
                <a:spcPts val="100"/>
              </a:spcBef>
              <a:tabLst>
                <a:tab pos="1382395" algn="l"/>
                <a:tab pos="288544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$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%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1998980" y="2943713"/>
            <a:ext cx="883286" cy="2870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# $ $ </a:t>
            </a:r>
            <a:endParaRPr/>
          </a:p>
          <a:p>
            <a:pPr marL="146685">
              <a:spcBef>
                <a:spcPts val="100"/>
              </a:spcBef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F 6   $ #     3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3583940" y="2943713"/>
            <a:ext cx="466090" cy="2870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 </a:t>
            </a:r>
            <a:endParaRPr/>
          </a:p>
          <a:p>
            <a:pPr marL="208915">
              <a:spcBef>
                <a:spcPts val="100"/>
              </a:spcBef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#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4290060" y="2943713"/>
            <a:ext cx="836931" cy="2870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R="26670" algn="ctr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( </a:t>
            </a:r>
            <a:endParaRPr/>
          </a:p>
          <a:p>
            <a:pPr algn="ctr">
              <a:spcBef>
                <a:spcPts val="100"/>
              </a:spcBef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*  $       3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5151755" y="2943713"/>
            <a:ext cx="1069341" cy="29626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08018"/>
              </a:lnSpc>
            </a:pP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2          1      "%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#   B   *   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1517015" y="3240710"/>
            <a:ext cx="4704715" cy="22358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3970" indent="372745" algn="just">
              <a:lnSpc>
                <a:spcPct val="108552"/>
              </a:lnSpc>
              <a:tabLst>
                <a:tab pos="443230" algn="l"/>
                <a:tab pos="1175385" algn="l"/>
                <a:tab pos="1659890" algn="l"/>
                <a:tab pos="3148330" algn="l"/>
                <a:tab pos="3693795" algn="l"/>
                <a:tab pos="4205605" algn="l"/>
              </a:tabLst>
            </a:pP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: F 6;     $     (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30">
                <a:solidFill>
                  <a:srgbClr val="231F20"/>
                </a:solidFill>
                <a:latin typeface="Arial"/>
                <a:cs typeface="Arial"/>
              </a:rPr>
              <a:t>      "    !         E :  A %    ; -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1 '    $   *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(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#              $  9       7 ( 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F    $ #     !       </a:t>
            </a:r>
            <a:endParaRPr/>
          </a:p>
          <a:p>
            <a:pPr marL="12700" marR="13335" indent="56515" algn="just">
              <a:lnSpc>
                <a:spcPct val="108018"/>
              </a:lnSpc>
              <a:tabLst>
                <a:tab pos="889000" algn="l"/>
                <a:tab pos="1068705" algn="l"/>
                <a:tab pos="204470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"  * $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45">
                <a:solidFill>
                  <a:srgbClr val="231F20"/>
                </a:solidFill>
                <a:latin typeface="Arial"/>
                <a:cs typeface="Arial"/>
              </a:rPr>
              <a:t>   $  H  ( $%-   $    #    #  $   #   #   *       *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!             !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# '</a:t>
            </a:r>
            <a:r>
              <a:rPr sz="900" spc="2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'    #      $ !        </a:t>
            </a:r>
            <a:endParaRPr/>
          </a:p>
          <a:p>
            <a:pPr marL="12700" marR="13335" indent="215900">
              <a:lnSpc>
                <a:spcPct val="108552"/>
              </a:lnSpc>
              <a:tabLst>
                <a:tab pos="362585" algn="l"/>
                <a:tab pos="666750" algn="l"/>
                <a:tab pos="1828800" algn="l"/>
                <a:tab pos="3120390" algn="l"/>
                <a:tab pos="404685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(  '     E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    :    %  P ;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:  #     !    $ ;     +  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  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$  ! #        :     ;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(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:           ;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#                   #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%</a:t>
            </a:r>
            <a:endParaRPr/>
          </a:p>
          <a:p>
            <a:pPr marL="71120">
              <a:lnSpc>
                <a:spcPts val="1100"/>
              </a:lnSpc>
              <a:tabLst>
                <a:tab pos="1269365" algn="l"/>
                <a:tab pos="2520950" algn="l"/>
                <a:tab pos="4302760" algn="l"/>
                <a:tab pos="457581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&gt;,,,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&gt;,&gt;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E</a:t>
            </a:r>
            <a:endParaRPr/>
          </a:p>
          <a:p>
            <a:pPr marL="12700" marR="12700">
              <a:lnSpc>
                <a:spcPct val="108346"/>
              </a:lnSpc>
              <a:tabLst>
                <a:tab pos="375920" algn="l"/>
                <a:tab pos="727710" algn="l"/>
                <a:tab pos="1743710" algn="l"/>
                <a:tab pos="2113915" algn="l"/>
                <a:tab pos="2291715" algn="l"/>
                <a:tab pos="3320415" algn="l"/>
                <a:tab pos="440118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   %  P ; !  #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70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 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'    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     " ;     *   !                                                                $     #                      $  ! #           '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   #   $               # 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  #    $ 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#    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B&amp;                         ( E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  #  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5">
                <a:solidFill>
                  <a:srgbClr val="231F20"/>
                </a:solidFill>
                <a:latin typeface="Arial"/>
                <a:cs typeface="Arial"/>
              </a:rPr>
              <a:t>          *    "           '    *                   : #  $ ;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* :               *; !     (                                6F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$ #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:!     (                               $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 ;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$        $     (  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   '   </a:t>
            </a:r>
            <a:endParaRPr/>
          </a:p>
          <a:p>
            <a:pPr marL="12700" marR="13335" indent="272415">
              <a:lnSpc>
                <a:spcPct val="108552"/>
              </a:lnSpc>
              <a:spcBef>
                <a:spcPts val="100"/>
              </a:spcBef>
              <a:tabLst>
                <a:tab pos="412115" algn="l"/>
                <a:tab pos="1695450" algn="l"/>
                <a:tab pos="2515235" algn="l"/>
                <a:tab pos="352425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     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(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%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  #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5">
                <a:solidFill>
                  <a:srgbClr val="231F20"/>
                </a:solidFill>
                <a:latin typeface="Arial"/>
                <a:cs typeface="Arial"/>
              </a:rPr>
              <a:t>   !  !     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# </a:t>
            </a:r>
            <a:r>
              <a:rPr sz="900" spc="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#    </a:t>
            </a:r>
            <a:r>
              <a:rPr sz="900" spc="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"     *                    #                      *</a:t>
            </a:r>
            <a:r>
              <a:rPr sz="900" spc="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!     ( </a:t>
            </a:r>
            <a:r>
              <a:rPr sz="900" spc="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:  A % P  ; </a:t>
            </a:r>
            <a:r>
              <a:rPr sz="900" spc="1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B&amp; 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1 *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                      "       !    (  :&gt;,?%&gt;?,    ;E : P  % A  ;   #                                                 %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1517015" y="5618153"/>
            <a:ext cx="397511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$  #   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2113280" y="5469471"/>
            <a:ext cx="1313180" cy="29900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722630">
              <a:lnSpc>
                <a:spcPct val="108552"/>
              </a:lnSpc>
            </a:pPr>
            <a:r>
              <a:rPr sz="900" spc="30">
                <a:solidFill>
                  <a:srgbClr val="231F20"/>
                </a:solidFill>
                <a:latin typeface="Arial"/>
                <a:cs typeface="Arial"/>
              </a:rPr>
              <a:t>$ #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 *       '  "  *   !   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3758565" y="5469471"/>
            <a:ext cx="1059180" cy="29900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65125" algn="just">
              <a:lnSpc>
                <a:spcPct val="108552"/>
              </a:lnSpc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"        " 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#       #     B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4933315" y="5469471"/>
            <a:ext cx="1287780" cy="29900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426085" algn="just">
              <a:lnSpc>
                <a:spcPct val="108552"/>
              </a:lnSpc>
              <a:tabLst>
                <a:tab pos="930910" algn="l"/>
              </a:tabLst>
            </a:pP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!    (   4  $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'       !   # (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1517015" y="5766834"/>
            <a:ext cx="414464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76225" algn="l"/>
                <a:tab pos="368363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&gt;?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E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AF %    ;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(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'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'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  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1732915" y="5915516"/>
            <a:ext cx="1685926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018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#  #</a:t>
            </a:r>
            <a:endParaRPr/>
          </a:p>
          <a:p>
            <a:pPr marL="12700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)   #   # H  ( $%-   $ #  &amp;    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3712210" y="5915516"/>
            <a:ext cx="1550036" cy="29900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97790" algn="just">
              <a:lnSpc>
                <a:spcPct val="109070"/>
              </a:lnSpc>
              <a:tabLst>
                <a:tab pos="436880" algn="l"/>
                <a:tab pos="899160" algn="l"/>
              </a:tabLst>
            </a:pPr>
            <a:r>
              <a:rPr sz="900" spc="50">
                <a:solidFill>
                  <a:srgbClr val="231F20"/>
                </a:solidFill>
                <a:latin typeface="Arial"/>
                <a:cs typeface="Arial"/>
              </a:rPr>
              <a:t> #                $    #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   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5608955" y="6064552"/>
            <a:ext cx="612141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*    " %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1517015" y="6214308"/>
            <a:ext cx="4705985" cy="254335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49555">
              <a:tabLst>
                <a:tab pos="2210435" algn="l"/>
                <a:tab pos="3444240" algn="l"/>
                <a:tab pos="4144010" algn="l"/>
                <a:tab pos="465518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#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          $ B?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$     (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  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425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  <a:p>
            <a:pPr marL="804545">
              <a:spcBef>
                <a:spcPts val="100"/>
              </a:spcBef>
              <a:tabLst>
                <a:tab pos="1280160" algn="l"/>
                <a:tab pos="2992120" algn="l"/>
              </a:tabLst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"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#     E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:  6 %  P ;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# "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#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B-       </a:t>
            </a:r>
            <a:endParaRPr/>
          </a:p>
          <a:p>
            <a:pPr marL="12700" marR="15240" algn="r">
              <a:lnSpc>
                <a:spcPct val="109105"/>
              </a:lnSpc>
              <a:spcBef>
                <a:spcPts val="100"/>
              </a:spcBef>
              <a:tabLst>
                <a:tab pos="514985" algn="l"/>
                <a:tab pos="852170" algn="l"/>
                <a:tab pos="1244600" algn="l"/>
                <a:tab pos="1471295" algn="l"/>
                <a:tab pos="2477135" algn="l"/>
                <a:tab pos="2942590" algn="l"/>
                <a:tab pos="4195445" algn="l"/>
                <a:tab pos="445770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'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"  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&amp;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   #     E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:  A % 60 ;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40">
                <a:solidFill>
                  <a:srgbClr val="231F20"/>
                </a:solidFill>
                <a:latin typeface="Arial"/>
                <a:cs typeface="Arial"/>
              </a:rPr>
              <a:t>  ! 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*                 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%  $     (  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"                      $  #   *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  <a:p>
            <a:pPr marR="15240" algn="r">
              <a:tabLst>
                <a:tab pos="361950" algn="l"/>
                <a:tab pos="1720850" algn="l"/>
                <a:tab pos="2235835" algn="l"/>
                <a:tab pos="3556000" algn="l"/>
                <a:tab pos="408940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'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    $  +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(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%</a:t>
            </a:r>
            <a:endParaRPr/>
          </a:p>
          <a:p>
            <a:pPr marR="15240" algn="r">
              <a:spcBef>
                <a:spcPts val="100"/>
              </a:spcBef>
              <a:tabLst>
                <a:tab pos="728980" algn="l"/>
                <a:tab pos="1365885" algn="l"/>
                <a:tab pos="3609340" algn="l"/>
                <a:tab pos="445389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 !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$    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</a:t>
            </a:r>
            <a:endParaRPr/>
          </a:p>
          <a:p>
            <a:pPr marL="12700" marR="66675" algn="r">
              <a:lnSpc>
                <a:spcPct val="109106"/>
              </a:lnSpc>
              <a:spcBef>
                <a:spcPts val="100"/>
              </a:spcBef>
              <a:tabLst>
                <a:tab pos="586105" algn="l"/>
                <a:tab pos="1337945" algn="l"/>
                <a:tab pos="2054225" algn="l"/>
                <a:tab pos="3394075" algn="l"/>
                <a:tab pos="3961765" algn="l"/>
                <a:tab pos="413702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#  "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$  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"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  "     </a:t>
            </a:r>
            <a:r>
              <a:rPr sz="900" spc="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7           </a:t>
            </a:r>
            <a:r>
              <a:rPr sz="900" spc="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)   (  </a:t>
            </a:r>
            <a:r>
              <a:rPr sz="900" spc="10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'  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$     (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#   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! #  "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&amp;          $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#         *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$   </a:t>
            </a:r>
            <a:endParaRPr/>
          </a:p>
          <a:p>
            <a:pPr marR="15240" algn="r">
              <a:tabLst>
                <a:tab pos="340804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#    ! " (    $           #             '   :     ( 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'  </a:t>
            </a:r>
            <a:endParaRPr/>
          </a:p>
          <a:p>
            <a:pPr marL="12700" marR="12700" indent="534670" algn="just">
              <a:lnSpc>
                <a:spcPct val="109106"/>
              </a:lnSpc>
              <a:spcBef>
                <a:spcPts val="100"/>
              </a:spcBef>
              <a:tabLst>
                <a:tab pos="1146810" algn="l"/>
                <a:tab pos="1707515" algn="l"/>
                <a:tab pos="2668270" algn="l"/>
                <a:tab pos="3531235" algn="l"/>
                <a:tab pos="4466590" algn="l"/>
              </a:tabLst>
            </a:pP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 ! #        $ 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50">
                <a:solidFill>
                  <a:srgbClr val="231F20"/>
                </a:solidFill>
                <a:latin typeface="Arial"/>
                <a:cs typeface="Arial"/>
              </a:rPr>
              <a:t>#                *     "         #      "    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 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B2#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  5                         #    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   #     E : 6P % F  ;  9                            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I                      ! (   "                                               " </a:t>
            </a:r>
            <a:r>
              <a:rPr sz="900" spc="4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 "                                  %</a:t>
            </a:r>
            <a:endParaRPr/>
          </a:p>
          <a:p>
            <a:pPr marL="577215" marR="902335" indent="372745" algn="just">
              <a:lnSpc>
                <a:spcPct val="109105"/>
              </a:lnSpc>
              <a:tabLst>
                <a:tab pos="1772920" algn="l"/>
                <a:tab pos="330327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"   ! #  $       I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(   &gt;? !    $  BI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&gt;?         E : F  % A  ; </a:t>
            </a:r>
            <a:endParaRPr/>
          </a:p>
          <a:p>
            <a:pPr marL="151765" marR="15240" algn="r">
              <a:lnSpc>
                <a:spcPct val="109439"/>
              </a:lnSpc>
              <a:tabLst>
                <a:tab pos="518795" algn="l"/>
                <a:tab pos="1383665" algn="l"/>
                <a:tab pos="1865630" algn="l"/>
                <a:tab pos="2858135" algn="l"/>
                <a:tab pos="3486785" algn="l"/>
                <a:tab pos="3872865" algn="l"/>
                <a:tab pos="42221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#  "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'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         *</a:t>
            </a:r>
            <a:r>
              <a:rPr sz="900" spc="1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  %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)   #  B2               5                                        # "         *   E : A  %    ;                            % 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   #     !     # "                                 F     F P    F      FF0    0       F6F  $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"     %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1517015" y="8945527"/>
            <a:ext cx="213361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spc="5">
                <a:solidFill>
                  <a:srgbClr val="231F20"/>
                </a:solidFill>
                <a:latin typeface="Arial"/>
                <a:cs typeface="Arial"/>
              </a:rPr>
              <a:t>  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29537" y="1886928"/>
            <a:ext cx="4680001" cy="6478"/>
          </a:xfrm>
          <a:custGeom>
            <a:pathLst>
              <a:path w="4680001" h="6477">
                <a:moveTo>
                  <a:pt x="0" y="3238"/>
                </a:moveTo>
                <a:lnTo>
                  <a:pt x="4680001" y="3238"/>
                </a:lnTo>
              </a:path>
            </a:pathLst>
          </a:custGeom>
          <a:ln w="6477" cap="flat">
            <a:solidFill>
              <a:srgbClr val="231F20"/>
            </a:solidFill>
            <a:prstDash val="solid"/>
            <a:miter lim="10"/>
          </a:ln>
        </p:spPr>
      </p:sp>
      <p:sp>
        <p:nvSpPr>
          <p:cNvPr id="3" name="shape 3"/>
          <p:cNvSpPr txBox="1"/>
          <p:nvPr/>
        </p:nvSpPr>
        <p:spPr>
          <a:xfrm>
            <a:off x="1516380" y="2050188"/>
            <a:ext cx="4705350" cy="590144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4780">
              <a:tabLst>
                <a:tab pos="1485265" algn="l"/>
                <a:tab pos="2486660" algn="l"/>
                <a:tab pos="3079750" algn="l"/>
                <a:tab pos="3644265" algn="l"/>
                <a:tab pos="437324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# (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 "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#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#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B? ( </a:t>
            </a:r>
            <a:endParaRPr/>
          </a:p>
          <a:p>
            <a:pPr marL="12700" marR="12700" algn="r">
              <a:lnSpc>
                <a:spcPct val="106698"/>
              </a:lnSpc>
              <a:spcBef>
                <a:spcPts val="100"/>
              </a:spcBef>
              <a:tabLst>
                <a:tab pos="749300" algn="l"/>
                <a:tab pos="1143000" algn="l"/>
                <a:tab pos="1722755" algn="l"/>
                <a:tab pos="1851025" algn="l"/>
                <a:tab pos="2846070" algn="l"/>
                <a:tab pos="4521835" algn="l"/>
              </a:tabLst>
            </a:pP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&amp;      E 3 !       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FF  % 0 A ; 3  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        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60">
                <a:solidFill>
                  <a:srgbClr val="231F20"/>
                </a:solidFill>
                <a:latin typeface="Arial"/>
                <a:cs typeface="Arial"/>
              </a:rPr>
              <a:t>! %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    $  #     4  $                  *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$  +  !  #               &amp;         '       !      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;                   #  $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                     3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%</a:t>
            </a:r>
            <a:endParaRPr/>
          </a:p>
        </p:txBody>
      </p:sp>
      <p:sp>
        <p:nvSpPr>
          <p:cNvPr id="4" name="shape 4"/>
          <p:cNvSpPr txBox="1"/>
          <p:nvPr/>
        </p:nvSpPr>
        <p:spPr>
          <a:xfrm>
            <a:off x="1516380" y="2634456"/>
            <a:ext cx="557530" cy="2870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8958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/>
          </a:p>
          <a:p>
            <a:pPr marL="12700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   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2322195" y="2634456"/>
            <a:ext cx="682625" cy="2907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02260" algn="just">
              <a:lnSpc>
                <a:spcPct val="106375"/>
              </a:lnSpc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$   !    $    B8 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3418840" y="2634456"/>
            <a:ext cx="153670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3857625" y="2634456"/>
            <a:ext cx="2364105" cy="2907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49530" algn="just">
              <a:lnSpc>
                <a:spcPct val="106375"/>
              </a:lnSpc>
              <a:tabLst>
                <a:tab pos="1023620" algn="l"/>
              </a:tabLst>
            </a:pPr>
            <a:r>
              <a:rPr sz="900" spc="50">
                <a:solidFill>
                  <a:srgbClr val="231F20"/>
                </a:solidFill>
                <a:latin typeface="Arial"/>
                <a:cs typeface="Arial"/>
              </a:rPr>
              <a:t>!      *   !    "  *   #    :    % 6F ;  1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"    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1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"   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&gt;,&gt;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E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60 %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1516380" y="2926412"/>
            <a:ext cx="4704715" cy="58704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06892"/>
              </a:lnSpc>
              <a:tabLst>
                <a:tab pos="756920" algn="l"/>
                <a:tab pos="1998345" algn="l"/>
                <a:tab pos="2517775" algn="l"/>
                <a:tab pos="3023235" algn="l"/>
                <a:tab pos="3711575" algn="l"/>
                <a:tab pos="446659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P ;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9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%$  ! #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50">
                <a:solidFill>
                  <a:srgbClr val="231F20"/>
                </a:solidFill>
                <a:latin typeface="Arial"/>
                <a:cs typeface="Arial"/>
              </a:rPr>
              <a:t>    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                         '  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'    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           #        ! "    </a:t>
            </a: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#    </a:t>
            </a:r>
            <a:endParaRPr/>
          </a:p>
          <a:p>
            <a:pPr marL="12700" marR="877570" indent="394970" algn="just">
              <a:lnSpc>
                <a:spcPct val="106892"/>
              </a:lnSpc>
              <a:tabLst>
                <a:tab pos="2075815" algn="l"/>
                <a:tab pos="301752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     #        I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'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   !      $ B  $            !                      #  1      E  #            P    $ #    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1732280" y="3510680"/>
            <a:ext cx="1035050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6990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B7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( E</a:t>
            </a:r>
            <a:endParaRPr/>
          </a:p>
          <a:p>
            <a:pPr marL="34861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&amp;  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3181350" y="3510680"/>
            <a:ext cx="626746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$</a:t>
            </a:r>
            <a:endParaRPr/>
          </a:p>
          <a:p>
            <a:pPr marL="11620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!    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3894455" y="3510680"/>
            <a:ext cx="146686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4357370" y="3510680"/>
            <a:ext cx="50800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: F  %60  ;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5233035" y="3510680"/>
            <a:ext cx="365125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</a:t>
            </a:r>
            <a:endParaRPr/>
          </a:p>
          <a:p>
            <a:pPr marL="7175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B5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5793105" y="3656481"/>
            <a:ext cx="427991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#  %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1516380" y="3802636"/>
            <a:ext cx="1951355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06892"/>
              </a:lnSpc>
            </a:pP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  E : F  % P6 ;  ! #         "         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       "             " 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3655060" y="3802636"/>
            <a:ext cx="2565400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408940" algn="just">
              <a:lnSpc>
                <a:spcPct val="106892"/>
              </a:lnSpc>
              <a:tabLst>
                <a:tab pos="697865" algn="l"/>
                <a:tab pos="960120" algn="l"/>
                <a:tab pos="2360295" algn="l"/>
              </a:tabLst>
            </a:pP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4  !    $      !  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15">
                <a:solidFill>
                  <a:srgbClr val="231F20"/>
                </a:solidFill>
                <a:latin typeface="Arial"/>
                <a:cs typeface="Arial"/>
              </a:rPr>
              <a:t>$  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FF  $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1516380" y="4094947"/>
            <a:ext cx="470471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18795" algn="l"/>
                <a:tab pos="1791970" algn="l"/>
                <a:tab pos="3462020" algn="l"/>
                <a:tab pos="465582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&gt;,?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!       #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440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1516380" y="4386904"/>
            <a:ext cx="215266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2306320" y="4386904"/>
            <a:ext cx="53340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1    (    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3201670" y="4240748"/>
            <a:ext cx="1231265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06070" algn="just">
              <a:lnSpc>
                <a:spcPct val="106892"/>
              </a:lnSpc>
            </a:pP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   #  !        *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B4  $     ! 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4500880" y="4386904"/>
            <a:ext cx="229871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4827905" y="4240748"/>
            <a:ext cx="1393191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06892"/>
              </a:lnSpc>
              <a:tabLst>
                <a:tab pos="607060" algn="l"/>
                <a:tab pos="98298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'    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#          &gt;,?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1516380" y="4533059"/>
            <a:ext cx="4705350" cy="349968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3970" algn="just">
              <a:lnSpc>
                <a:spcPct val="106698"/>
              </a:lnSpc>
              <a:tabLst>
                <a:tab pos="420370" algn="l"/>
                <a:tab pos="1442085" algn="l"/>
                <a:tab pos="2272665" algn="l"/>
                <a:tab pos="3303905" algn="l"/>
                <a:tab pos="3699510" algn="l"/>
                <a:tab pos="3893820" algn="l"/>
                <a:tab pos="4635500" algn="l"/>
              </a:tabLst>
            </a:pP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     E : PP % A0 ;  # "   !    $ B7  (            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40">
                <a:solidFill>
                  <a:srgbClr val="231F20"/>
                </a:solidFill>
                <a:latin typeface="Arial"/>
                <a:cs typeface="Arial"/>
              </a:rPr>
              <a:t>$  +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  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70">
                <a:solidFill>
                  <a:srgbClr val="231F20"/>
                </a:solidFill>
                <a:latin typeface="Arial"/>
                <a:cs typeface="Arial"/>
              </a:rPr>
              <a:t>3 </a:t>
            </a:r>
            <a:r>
              <a:rPr sz="900" spc="45">
                <a:solidFill>
                  <a:srgbClr val="231F20"/>
                </a:solidFill>
                <a:latin typeface="Arial"/>
                <a:cs typeface="Arial"/>
              </a:rPr>
              <a:t>!       &amp; $#     E : AP %6   ;  !                                   #              *        !        3   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3 "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!    :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      ( ;   "           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 </a:t>
            </a:r>
            <a:endParaRPr/>
          </a:p>
          <a:p>
            <a:pPr marL="12700" algn="just">
              <a:tabLst>
                <a:tab pos="1117600" algn="l"/>
                <a:tab pos="2015490" algn="l"/>
                <a:tab pos="2814955" algn="l"/>
                <a:tab pos="344297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$#    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#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B-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E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:6   %6   ;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'  </a:t>
            </a:r>
            <a:endParaRPr/>
          </a:p>
          <a:p>
            <a:pPr marL="12700" marR="12700" algn="r">
              <a:lnSpc>
                <a:spcPct val="106648"/>
              </a:lnSpc>
              <a:spcBef>
                <a:spcPts val="100"/>
              </a:spcBef>
              <a:tabLst>
                <a:tab pos="1416685" algn="l"/>
                <a:tab pos="2902585" algn="l"/>
                <a:tab pos="4077335" algn="l"/>
                <a:tab pos="430847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$ 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(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!  #         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$  #         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!       % </a:t>
            </a:r>
            <a:r>
              <a:rPr sz="900" spc="30">
                <a:solidFill>
                  <a:srgbClr val="231F20"/>
                </a:solidFill>
                <a:latin typeface="Arial"/>
                <a:cs typeface="Arial"/>
              </a:rPr>
              <a:t>:    #      (      !   " ;     5                            1          #  $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70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4  !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5               !     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  "            (  (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&lt;     ( 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   #        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! %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 #      $ !  (          "  $                    5     ,                     !     "       #(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%</a:t>
            </a:r>
            <a:endParaRPr/>
          </a:p>
          <a:p>
            <a:pPr marR="13335" algn="r">
              <a:lnSpc>
                <a:spcPts val="1035"/>
              </a:lnSpc>
              <a:tabLst>
                <a:tab pos="140843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*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:,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,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9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-   #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9 #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2    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 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 ; </a:t>
            </a:r>
            <a:r>
              <a:rPr sz="9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I     </a:t>
            </a:r>
            <a:endParaRPr/>
          </a:p>
          <a:p>
            <a:pPr marL="12700" marR="13335" algn="r">
              <a:lnSpc>
                <a:spcPct val="106698"/>
              </a:lnSpc>
              <a:tabLst>
                <a:tab pos="535305" algn="l"/>
                <a:tab pos="2075815" algn="l"/>
                <a:tab pos="2879090" algn="l"/>
                <a:tab pos="3174365" algn="l"/>
                <a:tab pos="3693795" algn="l"/>
                <a:tab pos="43745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 *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4  ! 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I  ! </a:t>
            </a:r>
            <a:r>
              <a:rPr sz="900" spc="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=  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  "   </a:t>
            </a:r>
            <a:r>
              <a:rPr sz="900" spc="1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!  #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(  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#     B&lt;            !  E                    (       #     !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5">
                <a:solidFill>
                  <a:srgbClr val="231F20"/>
                </a:solidFill>
                <a:latin typeface="Arial"/>
                <a:cs typeface="Arial"/>
              </a:rPr>
              <a:t> $ 9 #     2                          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B4  !  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5">
                <a:solidFill>
                  <a:srgbClr val="231F20"/>
                </a:solidFill>
                <a:latin typeface="Arial"/>
                <a:cs typeface="Arial"/>
              </a:rPr>
              <a:t>    E :6   %6 6 ;  2         #           (       :B</a:t>
            </a:r>
            <a:r>
              <a:rPr sz="900" spc="2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5">
                <a:solidFill>
                  <a:srgbClr val="231F20"/>
                </a:solidFill>
                <a:latin typeface="Arial"/>
                <a:cs typeface="Arial"/>
              </a:rPr>
              <a:t>   (  (  &lt;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       E </a:t>
            </a:r>
            <a:endParaRPr/>
          </a:p>
          <a:p>
            <a:pPr marR="13335" algn="r">
              <a:tabLst>
                <a:tab pos="1236345" algn="l"/>
                <a:tab pos="1845310" algn="l"/>
                <a:tab pos="2583815" algn="l"/>
                <a:tab pos="3538220" algn="l"/>
                <a:tab pos="450469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6   %60  ;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"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"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,         $   *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3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1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30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  <a:p>
            <a:pPr marL="71755" marR="13335" indent="182880" algn="just">
              <a:lnSpc>
                <a:spcPct val="106374"/>
              </a:lnSpc>
              <a:spcBef>
                <a:spcPts val="100"/>
              </a:spcBef>
              <a:tabLst>
                <a:tab pos="1186815" algn="l"/>
                <a:tab pos="2025650" algn="l"/>
                <a:tab pos="2885440" algn="l"/>
                <a:tab pos="374586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!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?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 (    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#   ;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'           (    %            "                                     !          (  </a:t>
            </a:r>
            <a:endParaRPr/>
          </a:p>
          <a:p>
            <a:pPr marL="228600">
              <a:tabLst>
                <a:tab pos="1459865" algn="l"/>
                <a:tab pos="465582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2       (       :B5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  E  60  % 06 ;    *       #    !         !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435">
                <a:solidFill>
                  <a:srgbClr val="231F20"/>
                </a:solidFill>
                <a:latin typeface="Arial"/>
                <a:cs typeface="Arial"/>
              </a:rPr>
              <a:t>%</a:t>
            </a:r>
            <a:endParaRPr/>
          </a:p>
          <a:p>
            <a:pPr marL="12700" marR="13335" indent="255905" algn="just">
              <a:lnSpc>
                <a:spcPct val="106374"/>
              </a:lnSpc>
              <a:spcBef>
                <a:spcPts val="100"/>
              </a:spcBef>
              <a:tabLst>
                <a:tab pos="933450" algn="l"/>
                <a:tab pos="1590040" algn="l"/>
                <a:tab pos="2846070" algn="l"/>
                <a:tab pos="3531870" algn="l"/>
              </a:tabLst>
            </a:pPr>
            <a:r>
              <a:rPr sz="900" spc="55">
                <a:solidFill>
                  <a:srgbClr val="231F20"/>
                </a:solidFill>
                <a:latin typeface="Arial"/>
                <a:cs typeface="Arial"/>
              </a:rPr>
              <a:t>*       $           *      (         $ B7! (   "     *    &amp;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>
                <a:solidFill>
                  <a:srgbClr val="231F20"/>
                </a:solidFill>
                <a:latin typeface="Arial"/>
                <a:cs typeface="Arial"/>
              </a:rPr>
              <a:t>!              E :60  %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6P  ;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 "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"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# 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!  #     </a:t>
            </a:r>
            <a:endParaRPr/>
          </a:p>
          <a:p>
            <a:pPr marL="12700" marR="12700" algn="r">
              <a:lnSpc>
                <a:spcPct val="106569"/>
              </a:lnSpc>
              <a:tabLst>
                <a:tab pos="960755" algn="l"/>
                <a:tab pos="1087120" algn="l"/>
                <a:tab pos="1519555" algn="l"/>
                <a:tab pos="2397125" algn="l"/>
                <a:tab pos="3216275" algn="l"/>
                <a:tab pos="3371215" algn="l"/>
                <a:tab pos="3602355" algn="l"/>
                <a:tab pos="4146550" algn="l"/>
              </a:tabLst>
            </a:pPr>
            <a:r>
              <a:rPr sz="900" spc="115">
                <a:solidFill>
                  <a:srgbClr val="231F20"/>
                </a:solidFill>
                <a:latin typeface="Arial"/>
                <a:cs typeface="Arial"/>
              </a:rPr>
              <a:t>   !        ! 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!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20">
                <a:solidFill>
                  <a:srgbClr val="231F20"/>
                </a:solidFill>
                <a:latin typeface="Arial"/>
                <a:cs typeface="Arial"/>
              </a:rPr>
              <a:t>   "   !  #            "  $       '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     "   # 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 $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  *     $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   #                   3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"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35">
                <a:solidFill>
                  <a:srgbClr val="231F20"/>
                </a:solidFill>
                <a:latin typeface="Arial"/>
                <a:cs typeface="Arial"/>
              </a:rPr>
              <a:t>  ' 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35">
                <a:solidFill>
                  <a:srgbClr val="231F20"/>
                </a:solidFill>
                <a:latin typeface="Arial"/>
                <a:cs typeface="Arial"/>
              </a:rPr>
              <a:t>: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35">
                <a:solidFill>
                  <a:srgbClr val="231F20"/>
                </a:solidFill>
                <a:latin typeface="Arial"/>
                <a:cs typeface="Arial"/>
              </a:rPr>
              <a:t>!     #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;                 !   " %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!        * !  (  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$ +     )     #       #             #  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!  $  #    !   #  #      </a:t>
            </a:r>
            <a:endParaRPr/>
          </a:p>
          <a:p>
            <a:pPr marR="13335" algn="r">
              <a:lnSpc>
                <a:spcPts val="1090"/>
              </a:lnSpc>
              <a:tabLst>
                <a:tab pos="683895" algn="l"/>
                <a:tab pos="1960245" algn="l"/>
                <a:tab pos="2604135" algn="l"/>
                <a:tab pos="362077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B,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 E :6PF %  6 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$  B-    !  #   </a:t>
            </a:r>
            <a:endParaRPr/>
          </a:p>
          <a:p>
            <a:pPr marL="12700" marR="13970" algn="r">
              <a:lnSpc>
                <a:spcPct val="106374"/>
              </a:lnSpc>
              <a:tabLst>
                <a:tab pos="2550795" algn="l"/>
                <a:tab pos="4157345" algn="l"/>
              </a:tabLst>
            </a:pPr>
            <a:r>
              <a:rPr sz="900" spc="40">
                <a:solidFill>
                  <a:srgbClr val="231F20"/>
                </a:solidFill>
                <a:latin typeface="Arial"/>
                <a:cs typeface="Arial"/>
              </a:rPr>
              <a:t>     '            $     !       3 !   #   !        !     $ #     (    6A6% AA6E  :    %  P ;      %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!  #        #               (           *      '   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!               O 9 #   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    * 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1516380" y="8037955"/>
            <a:ext cx="1537335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527050" algn="just">
              <a:lnSpc>
                <a:spcPct val="106892"/>
              </a:lnSpc>
              <a:tabLst>
                <a:tab pos="724535" algn="l"/>
                <a:tab pos="1053465" algn="l"/>
                <a:tab pos="1323975" algn="l"/>
              </a:tabLst>
            </a:pP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     #  &amp; ' #    ?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  &lt;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I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3286125" y="8037955"/>
            <a:ext cx="1045846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443230">
              <a:lnSpc>
                <a:spcPct val="106892"/>
              </a:lnSpc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$ </a:t>
            </a:r>
            <a:r>
              <a:rPr sz="900" spc="-25">
                <a:solidFill>
                  <a:srgbClr val="231F20"/>
                </a:solidFill>
                <a:latin typeface="Arial"/>
                <a:cs typeface="Arial"/>
              </a:rPr>
              <a:t> P  G P 6E :  A %  A ;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372610" y="8037955"/>
            <a:ext cx="49847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R  +   &lt; 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4978400" y="8037955"/>
            <a:ext cx="1242696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32740" algn="just">
              <a:lnSpc>
                <a:spcPct val="106892"/>
              </a:lnSpc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7    #    # B      %    "            "    1 %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2005330" y="8330266"/>
            <a:ext cx="396049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66090" algn="l"/>
                <a:tab pos="1010920" algn="l"/>
                <a:tab pos="1851025" algn="l"/>
                <a:tab pos="2181225" algn="l"/>
                <a:tab pos="247904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)$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      &lt;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&amp;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!     $  A       ! #   P   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1516380" y="8476067"/>
            <a:ext cx="3363595" cy="29626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15900" algn="just">
              <a:lnSpc>
                <a:spcPct val="107502"/>
              </a:lnSpc>
              <a:tabLst>
                <a:tab pos="874395" algn="l"/>
                <a:tab pos="1333500" algn="l"/>
                <a:tab pos="1794510" algn="l"/>
                <a:tab pos="1894840" algn="l"/>
                <a:tab pos="2686050" algn="l"/>
              </a:tabLst>
            </a:pPr>
            <a:r>
              <a:rPr sz="900" spc="35">
                <a:solidFill>
                  <a:srgbClr val="231F20"/>
                </a:solidFill>
                <a:latin typeface="Arial"/>
                <a:cs typeface="Arial"/>
              </a:rPr>
              <a:t>-         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 *            '         :  #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"   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35">
                <a:solidFill>
                  <a:srgbClr val="231F20"/>
                </a:solidFill>
                <a:latin typeface="Arial"/>
                <a:cs typeface="Arial"/>
              </a:rPr>
              <a:t>   *       +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# 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(   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5130800" y="8476067"/>
            <a:ext cx="1090296" cy="29626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07502"/>
              </a:lnSpc>
              <a:tabLst>
                <a:tab pos="46609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+ ;    * % !                  #%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29842" y="1886928"/>
            <a:ext cx="4680001" cy="6478"/>
          </a:xfrm>
          <a:custGeom>
            <a:pathLst>
              <a:path w="4680001" h="6477">
                <a:moveTo>
                  <a:pt x="0" y="3238"/>
                </a:moveTo>
                <a:lnTo>
                  <a:pt x="4680001" y="3238"/>
                </a:lnTo>
              </a:path>
            </a:pathLst>
          </a:custGeom>
          <a:ln w="6477" cap="flat">
            <a:solidFill>
              <a:srgbClr val="231F20"/>
            </a:solidFill>
            <a:prstDash val="solid"/>
            <a:miter lim="10"/>
          </a:ln>
        </p:spPr>
      </p:sp>
      <p:sp>
        <p:nvSpPr>
          <p:cNvPr id="3" name="shape 3"/>
          <p:cNvSpPr txBox="1"/>
          <p:nvPr/>
        </p:nvSpPr>
        <p:spPr>
          <a:xfrm>
            <a:off x="1517015" y="1687047"/>
            <a:ext cx="4704081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830320"/>
            <a:r>
              <a:rPr sz="800" spc="-15">
                <a:solidFill>
                  <a:srgbClr val="231F20"/>
                </a:solidFill>
                <a:latin typeface="Arial"/>
                <a:cs typeface="Arial"/>
              </a:rPr>
              <a:t>   ! "#</a:t>
            </a:r>
            <a:endParaRPr/>
          </a:p>
        </p:txBody>
      </p:sp>
      <p:sp>
        <p:nvSpPr>
          <p:cNvPr id="4" name="shape 4"/>
          <p:cNvSpPr txBox="1"/>
          <p:nvPr/>
        </p:nvSpPr>
        <p:spPr>
          <a:xfrm>
            <a:off x="1517015" y="2051269"/>
            <a:ext cx="4704081" cy="1034187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8115" marR="12700" indent="6350" algn="just">
              <a:lnSpc>
                <a:spcPct val="107981"/>
              </a:lnSpc>
              <a:tabLst>
                <a:tab pos="2109470" algn="l"/>
                <a:tab pos="2629535" algn="l"/>
                <a:tab pos="4086225" algn="l"/>
              </a:tabLst>
            </a:pPr>
            <a:r>
              <a:rPr sz="900" spc="110">
                <a:solidFill>
                  <a:srgbClr val="231F20"/>
                </a:solidFill>
                <a:latin typeface="Arial"/>
                <a:cs typeface="Arial"/>
              </a:rPr>
              <a:t>  # "          * !   $              (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40">
                <a:solidFill>
                  <a:srgbClr val="231F20"/>
                </a:solidFill>
                <a:latin typeface="Arial"/>
                <a:cs typeface="Arial"/>
              </a:rPr>
              <a:t>  #  B-  "                  #          "%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      *   E : 6  % FA ;  # "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"    !    $  B</a:t>
            </a:r>
            <a:r>
              <a:rPr sz="900" spc="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$      </a:t>
            </a:r>
            <a:endParaRPr/>
          </a:p>
          <a:p>
            <a:pPr marL="12700" marR="292735" indent="69850" algn="just">
              <a:lnSpc>
                <a:spcPct val="107463"/>
              </a:lnSpc>
              <a:tabLst>
                <a:tab pos="762635" algn="l"/>
                <a:tab pos="1457960" algn="l"/>
                <a:tab pos="1975485" algn="l"/>
                <a:tab pos="3464560" algn="l"/>
                <a:tab pos="3996055" algn="l"/>
              </a:tabLst>
            </a:pP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 *    $   E : 0  % 06 ; !           #       *       $         !       "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#$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*    *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'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'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       $  +  </a:t>
            </a:r>
            <a:endParaRPr/>
          </a:p>
          <a:p>
            <a:pPr marL="12700" marR="12700" indent="215900" algn="just">
              <a:lnSpc>
                <a:spcPct val="107787"/>
              </a:lnSpc>
              <a:tabLst>
                <a:tab pos="326390" algn="l"/>
                <a:tab pos="685800" algn="l"/>
                <a:tab pos="1155700" algn="l"/>
                <a:tab pos="1887220" algn="l"/>
                <a:tab pos="3985895" algn="l"/>
                <a:tab pos="4184650" algn="l"/>
              </a:tabLst>
            </a:pPr>
            <a:r>
              <a:rPr sz="900" spc="115">
                <a:solidFill>
                  <a:srgbClr val="231F20"/>
                </a:solidFill>
                <a:latin typeface="Arial"/>
                <a:cs typeface="Arial"/>
              </a:rPr>
              <a:t>-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B7!            (   E : 0  % 0P ;  '     !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:B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(      %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$ E;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5">
                <a:solidFill>
                  <a:srgbClr val="231F20"/>
                </a:solidFill>
                <a:latin typeface="Arial"/>
                <a:cs typeface="Arial"/>
              </a:rPr>
              <a:t>!    !    +   "      $  ?          R      : 0A % P  ;  B&amp;     $         #                                E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P6 % AF ;                               !  #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: A0 %F   ;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1517015" y="3082667"/>
            <a:ext cx="1389381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15900" algn="just">
              <a:lnSpc>
                <a:spcPct val="107463"/>
              </a:lnSpc>
              <a:tabLst>
                <a:tab pos="474980" algn="l"/>
                <a:tab pos="733425" algn="l"/>
                <a:tab pos="99123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7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&amp;   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5">
                <a:solidFill>
                  <a:srgbClr val="231F20"/>
                </a:solidFill>
                <a:latin typeface="Arial"/>
                <a:cs typeface="Arial"/>
              </a:rPr>
              <a:t>  !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3077210" y="3082667"/>
            <a:ext cx="725806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457835" algn="just">
              <a:lnSpc>
                <a:spcPct val="107463"/>
              </a:lnSpc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!    #     3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4212590" y="3082667"/>
            <a:ext cx="2008505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07463"/>
              </a:lnSpc>
            </a:pPr>
            <a:r>
              <a:rPr sz="900" spc="120">
                <a:solidFill>
                  <a:srgbClr val="231F20"/>
                </a:solidFill>
                <a:latin typeface="Arial"/>
                <a:cs typeface="Arial"/>
              </a:rPr>
              <a:t>     "        !      #         "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3   #   $ !   "         !        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1517015" y="3377150"/>
            <a:ext cx="4704715" cy="88641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3970" algn="r">
              <a:lnSpc>
                <a:spcPct val="107981"/>
              </a:lnSpc>
              <a:tabLst>
                <a:tab pos="539750" algn="l"/>
                <a:tab pos="1176655" algn="l"/>
                <a:tab pos="2566670" algn="l"/>
                <a:tab pos="3213735" algn="l"/>
                <a:tab pos="3394075" algn="l"/>
                <a:tab pos="445897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(           '   "   !     !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     !  $  #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85">
                <a:solidFill>
                  <a:srgbClr val="231F20"/>
                </a:solidFill>
                <a:latin typeface="Arial"/>
                <a:cs typeface="Arial"/>
              </a:rPr>
              <a:t>   " 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*       $  +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    #  ! #                                            #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'   "  *</a:t>
            </a:r>
            <a:endParaRPr/>
          </a:p>
          <a:p>
            <a:pPr marL="1049020">
              <a:tabLst>
                <a:tab pos="2908300" algn="l"/>
                <a:tab pos="3841115" algn="l"/>
                <a:tab pos="4605655" algn="l"/>
              </a:tabLst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  *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#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      *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"   *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#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&amp;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/>
          </a:p>
          <a:p>
            <a:pPr marL="12700" marR="83185">
              <a:lnSpc>
                <a:spcPct val="107463"/>
              </a:lnSpc>
              <a:spcBef>
                <a:spcPts val="100"/>
              </a:spcBef>
              <a:tabLst>
                <a:tab pos="437515" algn="l"/>
                <a:tab pos="977265" algn="l"/>
                <a:tab pos="1424305" algn="l"/>
                <a:tab pos="1520825" algn="l"/>
                <a:tab pos="2578735" algn="l"/>
                <a:tab pos="3413125" algn="l"/>
                <a:tab pos="4152265" algn="l"/>
              </a:tabLst>
            </a:pPr>
            <a:r>
              <a:rPr sz="900" spc="110">
                <a:solidFill>
                  <a:srgbClr val="231F20"/>
                </a:solidFill>
                <a:latin typeface="Arial"/>
                <a:cs typeface="Arial"/>
              </a:rPr>
              <a:t>$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      $       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80">
                <a:solidFill>
                  <a:srgbClr val="231F20"/>
                </a:solidFill>
                <a:latin typeface="Arial"/>
                <a:cs typeface="Arial"/>
              </a:rPr>
              <a:t>!         '    # 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 !                  * !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75">
                <a:solidFill>
                  <a:srgbClr val="231F20"/>
                </a:solidFill>
                <a:latin typeface="Arial"/>
                <a:cs typeface="Arial"/>
              </a:rPr>
              <a:t>               '   "  * !            ! #  "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3     #  ,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1    (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3                                   "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  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'    %!     " 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!  $    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2085340" y="4261307"/>
            <a:ext cx="3188970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286510" algn="just">
              <a:lnSpc>
                <a:spcPct val="107463"/>
              </a:lnSpc>
              <a:tabLst>
                <a:tab pos="1861185" algn="l"/>
              </a:tabLst>
            </a:pP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"    #                   #      ! '     ,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! 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$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$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   $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 </a:t>
            </a:r>
            <a:r>
              <a:rPr sz="9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 $ 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5379085" y="4261307"/>
            <a:ext cx="841375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53060" algn="just">
              <a:lnSpc>
                <a:spcPct val="107463"/>
              </a:lnSpc>
            </a:pPr>
            <a:r>
              <a:rPr sz="900" spc="50">
                <a:solidFill>
                  <a:srgbClr val="231F20"/>
                </a:solidFill>
                <a:latin typeface="Arial"/>
                <a:cs typeface="Arial"/>
              </a:rPr>
              <a:t>!    $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  !  $  (    #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1517015" y="4555790"/>
            <a:ext cx="4704081" cy="43068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58420" algn="just">
              <a:lnSpc>
                <a:spcPct val="107463"/>
              </a:lnSpc>
              <a:tabLst>
                <a:tab pos="760730" algn="l"/>
                <a:tab pos="1459865" algn="l"/>
                <a:tab pos="403415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$    # '     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 !  #             $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$           $      '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$         !    $     !       (   2       *       *      (  </a:t>
            </a:r>
            <a:endParaRPr/>
          </a:p>
          <a:p>
            <a:pPr marL="3909695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/        N      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1517015" y="5145109"/>
            <a:ext cx="1649731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15900" algn="just">
              <a:lnSpc>
                <a:spcPct val="107082"/>
              </a:lnSpc>
              <a:tabLst>
                <a:tab pos="589280" algn="l"/>
                <a:tab pos="1351280" algn="l"/>
              </a:tabLst>
            </a:pP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/  #     9         "    +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&amp;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  &amp;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'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3397885" y="5292350"/>
            <a:ext cx="26987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9  I 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3906520" y="5145109"/>
            <a:ext cx="516255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/ ' </a:t>
            </a:r>
            <a:endParaRPr/>
          </a:p>
          <a:p>
            <a:pPr marL="133350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2 $    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4521835" y="5145109"/>
            <a:ext cx="1039496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66611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+     &amp;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    </a:t>
            </a:r>
            <a:endParaRPr/>
          </a:p>
          <a:p>
            <a:pPr marL="215900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A6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5763895" y="5145109"/>
            <a:ext cx="15430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1  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1517015" y="5511589"/>
            <a:ext cx="4704081" cy="20659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15900" algn="just">
              <a:lnSpc>
                <a:spcPct val="107663"/>
              </a:lnSpc>
              <a:tabLst>
                <a:tab pos="361315" algn="l"/>
                <a:tab pos="1033780" algn="l"/>
                <a:tab pos="2299335" algn="l"/>
                <a:tab pos="2816860" algn="l"/>
                <a:tab pos="3376930" algn="l"/>
                <a:tab pos="4534535" algn="l"/>
              </a:tabLst>
            </a:pP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)   #            (                (        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2 $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# $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85">
                <a:solidFill>
                  <a:srgbClr val="231F20"/>
                </a:solidFill>
                <a:latin typeface="Arial"/>
                <a:cs typeface="Arial"/>
              </a:rPr>
              <a:t>  % </a:t>
            </a:r>
            <a:r>
              <a:rPr sz="900" spc="95">
                <a:solidFill>
                  <a:srgbClr val="231F20"/>
                </a:solidFill>
                <a:latin typeface="Arial"/>
                <a:cs typeface="Arial"/>
              </a:rPr>
              <a:t>    #           $  /  #      9          "     9             #                $ #    $         #   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900" spc="-2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.  #  AA   #   AAP     '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!     (             (                (              % </a:t>
            </a:r>
            <a:r>
              <a:rPr sz="900" spc="205">
                <a:solidFill>
                  <a:srgbClr val="231F20"/>
                </a:solidFill>
                <a:latin typeface="Arial"/>
                <a:cs typeface="Arial"/>
              </a:rPr>
              <a:t>(     #   $   #                      9          #           (           %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(          *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           !     ( </a:t>
            </a:r>
            <a:r>
              <a:rPr sz="900" spc="8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,     </a:t>
            </a:r>
            <a:endParaRPr/>
          </a:p>
          <a:p>
            <a:pPr marL="228600" algn="just">
              <a:lnSpc>
                <a:spcPts val="1085"/>
              </a:lnSpc>
              <a:tabLst>
                <a:tab pos="617855" algn="l"/>
                <a:tab pos="981075" algn="l"/>
                <a:tab pos="2099310" algn="l"/>
                <a:tab pos="2540000" algn="l"/>
                <a:tab pos="391985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"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B          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*</a:t>
            </a:r>
            <a:endParaRPr/>
          </a:p>
          <a:p>
            <a:pPr marL="76835">
              <a:tabLst>
                <a:tab pos="1059180" algn="l"/>
                <a:tab pos="2395855" algn="l"/>
                <a:tab pos="383667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K #    E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:     F ;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&gt;,,,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( </a:t>
            </a:r>
            <a:r>
              <a:rPr sz="9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&gt;&gt; </a:t>
            </a:r>
            <a:endParaRPr/>
          </a:p>
          <a:p>
            <a:pPr marL="12700" marR="12700" algn="just">
              <a:lnSpc>
                <a:spcPct val="107463"/>
              </a:lnSpc>
              <a:spcBef>
                <a:spcPts val="100"/>
              </a:spcBef>
              <a:tabLst>
                <a:tab pos="480060" algn="l"/>
                <a:tab pos="1153160" algn="l"/>
                <a:tab pos="1816100" algn="l"/>
                <a:tab pos="2946400" algn="l"/>
                <a:tab pos="3813810" algn="l"/>
                <a:tab pos="417766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#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!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"     4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 :   % AA ;                    #    #     !     (                            "      !               # &gt;,,,  #  &gt;?,,, </a:t>
            </a:r>
            <a:endParaRPr/>
          </a:p>
          <a:p>
            <a:pPr marL="259715">
              <a:tabLst>
                <a:tab pos="1510030" algn="l"/>
                <a:tab pos="2159000" algn="l"/>
                <a:tab pos="2721610" algn="l"/>
                <a:tab pos="3305175" algn="l"/>
                <a:tab pos="381952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#    #     !     (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&gt;,,,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'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(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#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5 !  </a:t>
            </a:r>
            <a:endParaRPr/>
          </a:p>
          <a:p>
            <a:pPr marL="940435">
              <a:spcBef>
                <a:spcPts val="100"/>
              </a:spcBef>
              <a:tabLst>
                <a:tab pos="1457960" algn="l"/>
                <a:tab pos="2648585" algn="l"/>
                <a:tab pos="425513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*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</a:t>
            </a:r>
            <a:r>
              <a:rPr sz="900" spc="40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K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</a:t>
            </a:r>
            <a:endParaRPr/>
          </a:p>
          <a:p>
            <a:pPr marL="12700" marR="12700" indent="59690" algn="just">
              <a:lnSpc>
                <a:spcPct val="107786"/>
              </a:lnSpc>
              <a:spcBef>
                <a:spcPts val="100"/>
              </a:spcBef>
              <a:tabLst>
                <a:tab pos="838200" algn="l"/>
                <a:tab pos="1699895" algn="l"/>
                <a:tab pos="2118995" algn="l"/>
                <a:tab pos="2760345" algn="l"/>
                <a:tab pos="3611245" algn="l"/>
                <a:tab pos="4523740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4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#   $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5">
                <a:solidFill>
                  <a:srgbClr val="231F20"/>
                </a:solidFill>
                <a:latin typeface="Arial"/>
                <a:cs typeface="Arial"/>
              </a:rPr>
              <a:t>    $     $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#      !         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0">
                <a:solidFill>
                  <a:srgbClr val="231F20"/>
                </a:solidFill>
                <a:latin typeface="Arial"/>
                <a:cs typeface="Arial"/>
              </a:rPr>
              <a:t>   % </a:t>
            </a: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    (         (        K          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  5               *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20">
                <a:solidFill>
                  <a:srgbClr val="231F20"/>
                </a:solidFill>
                <a:latin typeface="Arial"/>
                <a:cs typeface="Arial"/>
              </a:rPr>
              <a:t>$  +           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      ! !                                #                    #  $ *      $                         #     ?           ?   (   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1517015" y="7574031"/>
            <a:ext cx="2529205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07463"/>
              </a:lnSpc>
              <a:tabLst>
                <a:tab pos="517525" algn="l"/>
                <a:tab pos="1111250" algn="l"/>
                <a:tab pos="1709420" algn="l"/>
              </a:tabLst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? (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30">
                <a:solidFill>
                  <a:srgbClr val="231F20"/>
                </a:solidFill>
                <a:latin typeface="Arial"/>
                <a:cs typeface="Arial"/>
              </a:rPr>
              <a:t>   #        #    F    #    0     )  ! $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               (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(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K       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4188460" y="7721272"/>
            <a:ext cx="297816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   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4758690" y="7574031"/>
            <a:ext cx="140970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60">
                <a:solidFill>
                  <a:srgbClr val="231F20"/>
                </a:solidFill>
                <a:latin typeface="Arial"/>
                <a:cs typeface="Arial"/>
              </a:rPr>
              <a:t>B4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4902835" y="7574031"/>
            <a:ext cx="1016636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60045" algn="just">
              <a:lnSpc>
                <a:spcPct val="107463"/>
              </a:lnSpc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#        E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 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1517015" y="7868514"/>
            <a:ext cx="4704081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478155">
              <a:lnSpc>
                <a:spcPct val="107463"/>
              </a:lnSpc>
              <a:tabLst>
                <a:tab pos="1051560" algn="l"/>
                <a:tab pos="2079625" algn="l"/>
                <a:tab pos="2757805" algn="l"/>
                <a:tab pos="3684905" algn="l"/>
                <a:tab pos="3848735" algn="l"/>
              </a:tabLst>
            </a:pP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"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    "      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  "  $</a:t>
            </a:r>
            <a:r>
              <a:rPr sz="900" spc="-1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 B</a:t>
            </a:r>
            <a:r>
              <a:rPr sz="900" spc="-3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 +  </a:t>
            </a:r>
            <a:r>
              <a:rPr sz="900" spc="2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#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      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$                          "                 (           9               #    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#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6  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0   </a:t>
            </a:r>
            <a:r>
              <a:rPr sz="9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1517015" y="8163351"/>
            <a:ext cx="960121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07463"/>
              </a:lnSpc>
              <a:tabLst>
                <a:tab pos="345440" algn="l"/>
              </a:tabLst>
            </a:pPr>
            <a:r>
              <a:rPr sz="900" spc="60">
                <a:solidFill>
                  <a:srgbClr val="231F20"/>
                </a:solidFill>
                <a:latin typeface="Arial"/>
                <a:cs typeface="Arial"/>
              </a:rPr>
              <a:t>! $       B)    '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(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9     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2583815" y="8163351"/>
            <a:ext cx="725170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19710" algn="just">
              <a:lnSpc>
                <a:spcPct val="107463"/>
              </a:lnSpc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#  ( E    '   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3602355" y="8163351"/>
            <a:ext cx="2618741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07463"/>
              </a:lnSpc>
              <a:tabLst>
                <a:tab pos="446405" algn="l"/>
                <a:tab pos="588010" algn="l"/>
                <a:tab pos="230949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$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  (   </a:t>
            </a:r>
            <a:r>
              <a:rPr sz="900" spc="5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(   </a:t>
            </a:r>
            <a:r>
              <a:rPr sz="900" spc="101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K 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% </a:t>
            </a:r>
            <a:r>
              <a:rPr sz="900" spc="104">
                <a:solidFill>
                  <a:srgbClr val="231F20"/>
                </a:solidFill>
                <a:latin typeface="Arial"/>
                <a:cs typeface="Arial"/>
              </a:rPr>
              <a:t>! $    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 #    !     (       !  #         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1517015" y="8605074"/>
            <a:ext cx="73661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4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1875155" y="8457833"/>
            <a:ext cx="429261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"  </a:t>
            </a:r>
            <a:endParaRPr/>
          </a:p>
          <a:p>
            <a:pPr marL="161925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E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2423160" y="8457833"/>
            <a:ext cx="1777365" cy="287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435735" algn="l"/>
              </a:tabLst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  +  #     !     (     ,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   </a:t>
            </a:r>
            <a:endParaRPr/>
          </a:p>
          <a:p>
            <a:pPr marL="386080">
              <a:spcBef>
                <a:spcPts val="100"/>
              </a:spcBef>
            </a:pP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! $      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4569460" y="8457833"/>
            <a:ext cx="1651000" cy="2935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316230" algn="just">
              <a:lnSpc>
                <a:spcPct val="107463"/>
              </a:lnSpc>
              <a:tabLst>
                <a:tab pos="450850" algn="l"/>
              </a:tabLst>
            </a:pPr>
            <a:r>
              <a:rPr sz="900" spc="10">
                <a:solidFill>
                  <a:srgbClr val="231F20"/>
                </a:solidFill>
                <a:latin typeface="Arial"/>
                <a:cs typeface="Arial"/>
              </a:rPr>
              <a:t>   #       #   6P  #   0F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  #  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spc="-15">
                <a:solidFill>
                  <a:srgbClr val="231F20"/>
                </a:solidFill>
                <a:latin typeface="Arial"/>
                <a:cs typeface="Arial"/>
              </a:rPr>
              <a:t>#  $   !     (   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1517015" y="8945527"/>
            <a:ext cx="213361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spc="5">
                <a:solidFill>
                  <a:srgbClr val="231F20"/>
                </a:solidFill>
                <a:latin typeface="Arial"/>
                <a:cs typeface="Arial"/>
              </a:rPr>
              <a:t>  F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 Prikazi.p65</dc:title>
  <dc:subject/>
  <dc:creator>Muhek</dc:creator>
  <cp:keywords/>
  <dc:description/>
  <cp:lastModifiedBy>Muhek</cp:lastModifiedBy>
  <cp:revision>1</cp:revision>
  <cp:category>pdf2pptx</cp:category>
  <cp:contentStatus>Created with Avanquest.Pdf 0.91.2025103001.0</cp:contentStatus>
  <dcterms:created xsi:type="dcterms:W3CDTF">2007-03-06T03:07:12+0000</dcterms:created>
  <dcterms:modified xsi:type="dcterms:W3CDTF">2007-03-08T14:20:02+0000</dcterms:modified>
</cp:coreProperties>
</file>