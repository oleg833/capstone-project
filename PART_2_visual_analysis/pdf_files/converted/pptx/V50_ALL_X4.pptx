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560005" cy="10043999"/>
  <p:notesSz cx="7560005" cy="10043999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Relationship Id='rId10' Type='http://schemas.openxmlformats.org/officeDocument/2006/relationships/slide' Target='slides/slide5.xml'/><Relationship Id='rId11' Type='http://schemas.openxmlformats.org/officeDocument/2006/relationships/slide' Target='slides/slide6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6' Type='http://schemas.openxmlformats.org/officeDocument/2006/relationships/image' Target='../media/cad7d7bd0f607232.jpg'/><Relationship Id='rId2' Type='http://schemas.openxmlformats.org/officeDocument/2006/relationships/image' Target='../media/f67e7121117cea7b.png'/><Relationship Id='rId1' Type='http://schemas.openxmlformats.org/officeDocument/2006/relationships/slideLayout' Target='../slideLayouts/slideLayout1.xml'/><Relationship Id='rId8' Type='http://schemas.openxmlformats.org/officeDocument/2006/relationships/image' Target='../media/46714270a57dfa3c.png'/><Relationship Id='rId5' Type='http://schemas.openxmlformats.org/officeDocument/2006/relationships/image' Target='../media/b8472c7288072ca9.jpg'/><Relationship Id='rId3' Type='http://schemas.openxmlformats.org/officeDocument/2006/relationships/hyperlink' Target='https://www.gwg.org' TargetMode='External'/><Relationship Id='rId4' Type='http://schemas.openxmlformats.org/officeDocument/2006/relationships/image' Target='../media/233ece7716ac731d.jpg'/><Relationship Id='rId7' Type='http://schemas.openxmlformats.org/officeDocument/2006/relationships/image' Target='../media/e2ce856ced0d452a.jpg'/><Relationship Id='rId9' Type='http://schemas.openxmlformats.org/officeDocument/2006/relationships/image' Target='../media/d997935f8bc515da.png'/><Relationship Id='rId10' Type='http://schemas.openxmlformats.org/officeDocument/2006/relationships/image' Target='../media/4d0ce0ca8711dafc.png'/><Relationship Id='rId11' Type='http://schemas.openxmlformats.org/officeDocument/2006/relationships/image' Target='../media/756441e7ca3ea4ba.png'/><Relationship Id='rId12' Type='http://schemas.openxmlformats.org/officeDocument/2006/relationships/image' Target='../media/c054e2c6e3421cae.jpg'/><Relationship Id='rId15' Type='http://schemas.openxmlformats.org/officeDocument/2006/relationships/image' Target='../media/cb49a4ac4da8ea2d.jpg'/><Relationship Id='rId13' Type='http://schemas.openxmlformats.org/officeDocument/2006/relationships/image' Target='../media/8949f260ab3132e5.jpg'/><Relationship Id='rId14' Type='http://schemas.openxmlformats.org/officeDocument/2006/relationships/image' Target='../media/fc482bcd721aa5c0.jpg'/><Relationship Id='rId16' Type='http://schemas.openxmlformats.org/officeDocument/2006/relationships/image' Target='../media/f5bc90966822defe.png'/><Relationship Id='rId17' Type='http://schemas.openxmlformats.org/officeDocument/2006/relationships/image' Target='../media/8ac2e0b5d9805a4d.png'/><Relationship Id='rId32' Type='http://schemas.openxmlformats.org/officeDocument/2006/relationships/image' Target='../media/c7d58eda3cad9767.png'/><Relationship Id='rId18' Type='http://schemas.openxmlformats.org/officeDocument/2006/relationships/image' Target='../media/1f4bf90d6aff3e80.png'/><Relationship Id='rId19' Type='http://schemas.openxmlformats.org/officeDocument/2006/relationships/image' Target='../media/b210b1dd33039b73.png'/><Relationship Id='rId20' Type='http://schemas.openxmlformats.org/officeDocument/2006/relationships/image' Target='../media/cc47b56836e8e2d1.png'/><Relationship Id='rId30' Type='http://schemas.openxmlformats.org/officeDocument/2006/relationships/image' Target='../media/d49d0662762f587f.png'/><Relationship Id='rId21' Type='http://schemas.openxmlformats.org/officeDocument/2006/relationships/image' Target='../media/ab2cc2370d1ae316.png'/><Relationship Id='rId22' Type='http://schemas.openxmlformats.org/officeDocument/2006/relationships/image' Target='../media/782e82336233f2a0.png'/><Relationship Id='rId23' Type='http://schemas.openxmlformats.org/officeDocument/2006/relationships/image' Target='../media/976e3bc66fefeadd.png'/><Relationship Id='rId24' Type='http://schemas.openxmlformats.org/officeDocument/2006/relationships/image' Target='../media/4bbae61f4e706878.png'/><Relationship Id='rId34' Type='http://schemas.openxmlformats.org/officeDocument/2006/relationships/image' Target='../media/1a34d565d0fc62c2.png'/><Relationship Id='rId25' Type='http://schemas.openxmlformats.org/officeDocument/2006/relationships/image' Target='../media/c126a4298c3fafe9.png'/><Relationship Id='rId26' Type='http://schemas.openxmlformats.org/officeDocument/2006/relationships/image' Target='../media/ce71cf48bfe85764.png'/><Relationship Id='rId27' Type='http://schemas.openxmlformats.org/officeDocument/2006/relationships/image' Target='../media/f51ba373b0820975.png'/><Relationship Id='rId28' Type='http://schemas.openxmlformats.org/officeDocument/2006/relationships/image' Target='../media/23a74ddc938bc95b.png'/><Relationship Id='rId29' Type='http://schemas.openxmlformats.org/officeDocument/2006/relationships/image' Target='../media/cda4c160f69b05f9.png'/><Relationship Id='rId31' Type='http://schemas.openxmlformats.org/officeDocument/2006/relationships/image' Target='../media/09984101e978cbcf.png'/><Relationship Id='rId33' Type='http://schemas.openxmlformats.org/officeDocument/2006/relationships/image' Target='../media/18d75b2e477212f4.png'/><Relationship Id='rId35' Type='http://schemas.openxmlformats.org/officeDocument/2006/relationships/image' Target='../media/9dc5501518482810.png'/></Relationships>
</file>

<file path=ppt/slides/_rels/slide2.xml.rels>&#65279;<?xml version="1.0"?><Relationships xmlns='http://schemas.openxmlformats.org/package/2006/relationships'><Relationship Id='rId2' Type='http://schemas.openxmlformats.org/officeDocument/2006/relationships/image' Target='../media/f67e7121117cea7b.png'/><Relationship Id='rId1' Type='http://schemas.openxmlformats.org/officeDocument/2006/relationships/slideLayout' Target='../slideLayouts/slideLayout1.xml'/><Relationship Id='rId3' Type='http://schemas.openxmlformats.org/officeDocument/2006/relationships/image' Target='../media/c5549330359cad11.png'/><Relationship Id='rId6' Type='http://schemas.openxmlformats.org/officeDocument/2006/relationships/image' Target='../media/0af0c21eab3bdbc0.png'/><Relationship Id='rId28' Type='http://schemas.openxmlformats.org/officeDocument/2006/relationships/image' Target='../media/9de590b1e01e603d.png'/><Relationship Id='rId13' Type='http://schemas.openxmlformats.org/officeDocument/2006/relationships/image' Target='../media/3feb5654e37d6d57.png'/><Relationship Id='rId4' Type='http://schemas.openxmlformats.org/officeDocument/2006/relationships/image' Target='../media/4e601d60aa2f5710.jpg'/><Relationship Id='rId19' Type='http://schemas.openxmlformats.org/officeDocument/2006/relationships/image' Target='../media/a5685a917dfccd93.png'/><Relationship Id='rId5' Type='http://schemas.openxmlformats.org/officeDocument/2006/relationships/hyperlink' Target='http://www.vigc.org/vigc50-xcs/' TargetMode='External'/><Relationship Id='rId7' Type='http://schemas.openxmlformats.org/officeDocument/2006/relationships/image' Target='../media/323e1024c6b95b51.jpg'/><Relationship Id='rId8' Type='http://schemas.openxmlformats.org/officeDocument/2006/relationships/image' Target='../media/001d4c62f99ec03c.png'/><Relationship Id='rId9' Type='http://schemas.openxmlformats.org/officeDocument/2006/relationships/image' Target='../media/5a6c69c48c64c479.png'/><Relationship Id='rId10' Type='http://schemas.openxmlformats.org/officeDocument/2006/relationships/image' Target='../media/af2e968f062905b7.png'/><Relationship Id='rId11' Type='http://schemas.openxmlformats.org/officeDocument/2006/relationships/image' Target='../media/490f2e47e260a143.png'/><Relationship Id='rId29' Type='http://schemas.openxmlformats.org/officeDocument/2006/relationships/image' Target='../media/d5cb110be188f87f.png'/><Relationship Id='rId12' Type='http://schemas.openxmlformats.org/officeDocument/2006/relationships/image' Target='../media/e2ebc3d677712a93.png'/><Relationship Id='rId14' Type='http://schemas.openxmlformats.org/officeDocument/2006/relationships/image' Target='../media/d8f9e009dc29c066.png'/><Relationship Id='rId15' Type='http://schemas.openxmlformats.org/officeDocument/2006/relationships/image' Target='../media/df8e298df7112fe2.png'/><Relationship Id='rId16' Type='http://schemas.openxmlformats.org/officeDocument/2006/relationships/image' Target='../media/2820e239b2373378.jpg'/><Relationship Id='rId17' Type='http://schemas.openxmlformats.org/officeDocument/2006/relationships/image' Target='../media/21b24ff40247919e.png'/><Relationship Id='rId18' Type='http://schemas.openxmlformats.org/officeDocument/2006/relationships/image' Target='../media/b6c0c76377679869.jpg'/><Relationship Id='rId20' Type='http://schemas.openxmlformats.org/officeDocument/2006/relationships/image' Target='../media/bd0c72affa12e5de.png'/><Relationship Id='rId21' Type='http://schemas.openxmlformats.org/officeDocument/2006/relationships/image' Target='../media/3d04dfa43a2c3c59.png'/><Relationship Id='rId22' Type='http://schemas.openxmlformats.org/officeDocument/2006/relationships/image' Target='../media/8c2f228d1d4b372c.png'/><Relationship Id='rId23' Type='http://schemas.openxmlformats.org/officeDocument/2006/relationships/image' Target='../media/25c3937f0d1e48f9.png'/><Relationship Id='rId24' Type='http://schemas.openxmlformats.org/officeDocument/2006/relationships/image' Target='../media/b65befc2b2ca02cb.png'/><Relationship Id='rId25' Type='http://schemas.openxmlformats.org/officeDocument/2006/relationships/image' Target='../media/c1a72075c82dac3d.jpg'/><Relationship Id='rId26' Type='http://schemas.openxmlformats.org/officeDocument/2006/relationships/image' Target='../media/20948f6acfd87af1.png'/><Relationship Id='rId27' Type='http://schemas.openxmlformats.org/officeDocument/2006/relationships/image' Target='../media/1145c6fcf69bbec6.png'/><Relationship Id='rId30' Type='http://schemas.openxmlformats.org/officeDocument/2006/relationships/hyperlink' Target='https://www.gwg.org' TargetMode='External'/></Relationships>
</file>

<file path=ppt/slides/_rels/slide3.xml.rels>&#65279;<?xml version="1.0"?><Relationships xmlns='http://schemas.openxmlformats.org/package/2006/relationships'><Relationship Id='rId11' Type='http://schemas.openxmlformats.org/officeDocument/2006/relationships/image' Target='../media/492131c252ef7972.png'/><Relationship Id='rId3' Type='http://schemas.openxmlformats.org/officeDocument/2006/relationships/image' Target='../media/7c6d97dced3aea8d.png'/><Relationship Id='rId2' Type='http://schemas.openxmlformats.org/officeDocument/2006/relationships/image' Target='../media/f67e7121117cea7b.png'/><Relationship Id='rId14' Type='http://schemas.openxmlformats.org/officeDocument/2006/relationships/image' Target='../media/3bb337405df76cbc.png'/><Relationship Id='rId1' Type='http://schemas.openxmlformats.org/officeDocument/2006/relationships/slideLayout' Target='../slideLayouts/slideLayout1.xml'/><Relationship Id='rId4' Type='http://schemas.openxmlformats.org/officeDocument/2006/relationships/image' Target='../media/8daf0190c3588b2a.png'/><Relationship Id='rId8' Type='http://schemas.openxmlformats.org/officeDocument/2006/relationships/image' Target='../media/2bb0d6fd408ea9c3.png'/><Relationship Id='rId5' Type='http://schemas.openxmlformats.org/officeDocument/2006/relationships/image' Target='../media/204a53b24d55f5eb.png'/><Relationship Id='rId16' Type='http://schemas.openxmlformats.org/officeDocument/2006/relationships/image' Target='../media/394abd5d8d272793.png'/><Relationship Id='rId10' Type='http://schemas.openxmlformats.org/officeDocument/2006/relationships/image' Target='../media/11662a7636061f9e.png'/><Relationship Id='rId6' Type='http://schemas.openxmlformats.org/officeDocument/2006/relationships/image' Target='../media/5c218261fedd0694.png'/><Relationship Id='rId7' Type='http://schemas.openxmlformats.org/officeDocument/2006/relationships/image' Target='../media/fdff90a50b07c553.png'/><Relationship Id='rId9' Type='http://schemas.openxmlformats.org/officeDocument/2006/relationships/hyperlink' Target='https://www.gwg.org' TargetMode='External'/><Relationship Id='rId12' Type='http://schemas.openxmlformats.org/officeDocument/2006/relationships/hyperlink' Target='https://www.roman16.com' TargetMode='External'/><Relationship Id='rId13' Type='http://schemas.openxmlformats.org/officeDocument/2006/relationships/image' Target='../media/0f39f712786ce94b.png'/><Relationship Id='rId15' Type='http://schemas.openxmlformats.org/officeDocument/2006/relationships/image' Target='../media/942b85a48ba3f96f.png'/><Relationship Id='rId17' Type='http://schemas.openxmlformats.org/officeDocument/2006/relationships/image' Target='../media/334285927b130342.png'/><Relationship Id='rId18' Type='http://schemas.openxmlformats.org/officeDocument/2006/relationships/image' Target='../media/746b06a2a373a248.png'/></Relationships>
</file>

<file path=ppt/slides/_rels/slide4.xml.rels>&#65279;<?xml version="1.0"?><Relationships xmlns='http://schemas.openxmlformats.org/package/2006/relationships'><Relationship Id='rId5' Type='http://schemas.openxmlformats.org/officeDocument/2006/relationships/image' Target='../media/c7b3c4cc58dc4c70.png'/><Relationship Id='rId14' Type='http://schemas.openxmlformats.org/officeDocument/2006/relationships/image' Target='../media/d5e2ad9e0ea47448.png'/><Relationship Id='rId1' Type='http://schemas.openxmlformats.org/officeDocument/2006/relationships/slideLayout' Target='../slideLayouts/slideLayout1.xml'/><Relationship Id='rId6' Type='http://schemas.openxmlformats.org/officeDocument/2006/relationships/image' Target='../media/89cd25ebf50e684e.png'/><Relationship Id='rId2' Type='http://schemas.openxmlformats.org/officeDocument/2006/relationships/image' Target='../media/cfe8f02de1c729ac.png'/><Relationship Id='rId7' Type='http://schemas.openxmlformats.org/officeDocument/2006/relationships/image' Target='../media/cb28a6ef9fa5a1a0.png'/><Relationship Id='rId3' Type='http://schemas.openxmlformats.org/officeDocument/2006/relationships/hyperlink' Target='https://www.gwg.org' TargetMode='External'/><Relationship Id='rId19' Type='http://schemas.openxmlformats.org/officeDocument/2006/relationships/image' Target='../media/03f7bef8f7704ece.png'/><Relationship Id='rId4' Type='http://schemas.openxmlformats.org/officeDocument/2006/relationships/image' Target='../media/087fbb878aa63aa5.png'/><Relationship Id='rId8' Type='http://schemas.openxmlformats.org/officeDocument/2006/relationships/image' Target='../media/1f5c77b2b19f3b8f.png'/><Relationship Id='rId9' Type='http://schemas.openxmlformats.org/officeDocument/2006/relationships/image' Target='../media/38ae28d6e6c14403.png'/><Relationship Id='rId10' Type='http://schemas.openxmlformats.org/officeDocument/2006/relationships/image' Target='../media/3395621be79aef77.png'/><Relationship Id='rId17' Type='http://schemas.openxmlformats.org/officeDocument/2006/relationships/image' Target='../media/01103b42cff6064a.png'/><Relationship Id='rId11' Type='http://schemas.openxmlformats.org/officeDocument/2006/relationships/image' Target='../media/4dd529e233eb6d92.png'/><Relationship Id='rId12' Type='http://schemas.openxmlformats.org/officeDocument/2006/relationships/image' Target='../media/2801d2eba21f456f.png'/><Relationship Id='rId13' Type='http://schemas.openxmlformats.org/officeDocument/2006/relationships/image' Target='../media/a19837d5052e52d8.png'/><Relationship Id='rId15' Type='http://schemas.openxmlformats.org/officeDocument/2006/relationships/image' Target='../media/4a0b9d6a9e383a4e.png'/><Relationship Id='rId16' Type='http://schemas.openxmlformats.org/officeDocument/2006/relationships/image' Target='../media/156064450665bcfa.png'/><Relationship Id='rId18' Type='http://schemas.openxmlformats.org/officeDocument/2006/relationships/image' Target='../media/a258ea30a5bc025b.png'/><Relationship Id='rId20' Type='http://schemas.openxmlformats.org/officeDocument/2006/relationships/image' Target='../media/9b66a7f70decd530.png'/><Relationship Id='rId21' Type='http://schemas.openxmlformats.org/officeDocument/2006/relationships/image' Target='../media/7ccdedce74154bb7.png'/><Relationship Id='rId22' Type='http://schemas.openxmlformats.org/officeDocument/2006/relationships/image' Target='../media/ca1f25dec0698e8d.png'/></Relationships>
</file>

<file path=ppt/slides/_rels/slide5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7' Type='http://schemas.openxmlformats.org/officeDocument/2006/relationships/hyperlink' Target='https://www.gwg.org' TargetMode='External'/><Relationship Id='rId2' Type='http://schemas.openxmlformats.org/officeDocument/2006/relationships/image' Target='../media/6ddf6e161a303c22.png'/><Relationship Id='rId3' Type='http://schemas.openxmlformats.org/officeDocument/2006/relationships/image' Target='../media/d5d3dd4cd0e8bd3e.png'/><Relationship Id='rId4' Type='http://schemas.openxmlformats.org/officeDocument/2006/relationships/image' Target='../media/3e4c3ac306f3f54b.png'/><Relationship Id='rId5' Type='http://schemas.openxmlformats.org/officeDocument/2006/relationships/image' Target='../media/05da650778603565.png'/><Relationship Id='rId8' Type='http://schemas.openxmlformats.org/officeDocument/2006/relationships/image' Target='../media/60acefab89530de2.png'/><Relationship Id='rId6' Type='http://schemas.openxmlformats.org/officeDocument/2006/relationships/image' Target='../media/87d68043b9b7ba9b.png'/><Relationship Id='rId9' Type='http://schemas.openxmlformats.org/officeDocument/2006/relationships/image' Target='../media/f8ca2c1c926c5f91.png'/><Relationship Id='rId10' Type='http://schemas.openxmlformats.org/officeDocument/2006/relationships/image' Target='../media/fdc15b90630f9bdf.png'/><Relationship Id='rId11' Type='http://schemas.openxmlformats.org/officeDocument/2006/relationships/image' Target='../media/c49df90bee2cd7e8.png'/><Relationship Id='rId12' Type='http://schemas.openxmlformats.org/officeDocument/2006/relationships/image' Target='../media/bc13b89bc77195fb.png'/><Relationship Id='rId13' Type='http://schemas.openxmlformats.org/officeDocument/2006/relationships/image' Target='../media/7d06fb52d9c2a83c.jpg'/><Relationship Id='rId15' Type='http://schemas.openxmlformats.org/officeDocument/2006/relationships/image' Target='../media/33326f945ff79b02.png'/><Relationship Id='rId14' Type='http://schemas.openxmlformats.org/officeDocument/2006/relationships/hyperlink' Target='http://www.vigc.org/vigc50-xcs/' TargetMode='External'/></Relationships>
</file>

<file path=ppt/slides/_rels/slide6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6' Type='http://schemas.openxmlformats.org/officeDocument/2006/relationships/image' Target='../media/cd6bd1e1d259bee9.png'/><Relationship Id='rId14' Type='http://schemas.openxmlformats.org/officeDocument/2006/relationships/hyperlink' Target='https://www.gwg.org' TargetMode='External'/><Relationship Id='rId3' Type='http://schemas.openxmlformats.org/officeDocument/2006/relationships/image' Target='../media/49e911cd11451f8a.png'/><Relationship Id='rId2' Type='http://schemas.openxmlformats.org/officeDocument/2006/relationships/image' Target='../media/6ddf6e161a303c22.png'/><Relationship Id='rId7' Type='http://schemas.openxmlformats.org/officeDocument/2006/relationships/image' Target='../media/ca6f035c1a69dccd.png'/><Relationship Id='rId4' Type='http://schemas.openxmlformats.org/officeDocument/2006/relationships/image' Target='../media/165883c4a554c3d3.png'/><Relationship Id='rId5' Type='http://schemas.openxmlformats.org/officeDocument/2006/relationships/hyperlink' Target='https://www.roman16.com' TargetMode='External'/><Relationship Id='rId8' Type='http://schemas.openxmlformats.org/officeDocument/2006/relationships/image' Target='../media/09e469838bbe8779.png'/><Relationship Id='rId9' Type='http://schemas.openxmlformats.org/officeDocument/2006/relationships/image' Target='../media/c76a1faf116223db.png'/><Relationship Id='rId10' Type='http://schemas.openxmlformats.org/officeDocument/2006/relationships/image' Target='../media/f815eed7a4d47726.png'/><Relationship Id='rId11' Type='http://schemas.openxmlformats.org/officeDocument/2006/relationships/image' Target='../media/71b077d3ed743097.png'/><Relationship Id='rId12' Type='http://schemas.openxmlformats.org/officeDocument/2006/relationships/image' Target='../media/006cbbf62000bbcf.jpg'/><Relationship Id='rId13' Type='http://schemas.openxmlformats.org/officeDocument/2006/relationships/image' Target='../media/aa57f7e59d5c8eeb.jpg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5734874" y="179998"/>
            <a:ext cx="1429124" cy="387643"/>
            <a:chOff x="0" y="0"/>
            <a:chExt cx="1429124" cy="387642"/>
          </a:xfrm>
        </p:grpSpPr>
        <p:sp>
          <p:nvSpPr>
            <p:cNvPr id="3" name="shape 3"/>
            <p:cNvSpPr/>
            <p:nvPr/>
          </p:nvSpPr>
          <p:spPr>
            <a:xfrm>
              <a:off x="94106" y="8478"/>
              <a:ext cx="168568" cy="61256"/>
            </a:xfrm>
            <a:custGeom>
              <a:pathLst>
                <a:path w="168567" h="61255">
                  <a:moveTo>
                    <a:pt x="84278" y="0"/>
                  </a:moveTo>
                  <a:lnTo>
                    <a:pt x="42184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2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5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4" name="shape 4"/>
            <p:cNvSpPr/>
            <p:nvPr/>
          </p:nvSpPr>
          <p:spPr>
            <a:xfrm>
              <a:off x="0" y="102548"/>
              <a:ext cx="61280" cy="168568"/>
            </a:xfrm>
            <a:custGeom>
              <a:pathLst>
                <a:path w="61279" h="168567">
                  <a:moveTo>
                    <a:pt x="37873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3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5" name="shape 5"/>
            <p:cNvSpPr/>
            <p:nvPr/>
          </p:nvSpPr>
          <p:spPr>
            <a:xfrm>
              <a:off x="295511" y="102549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6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94114" y="303951"/>
              <a:ext cx="168567" cy="61284"/>
            </a:xfrm>
            <a:custGeom>
              <a:pathLst>
                <a:path w="168566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5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6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85329" y="93783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477335" y="2912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617917" y="0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6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724642" y="39774"/>
              <a:ext cx="87668" cy="100838"/>
            </a:xfrm>
            <a:custGeom>
              <a:pathLst>
                <a:path w="87667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833859" y="39991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90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936525" y="19038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473018" y="214522"/>
              <a:ext cx="168924" cy="134354"/>
            </a:xfrm>
            <a:custGeom>
              <a:pathLst>
                <a:path w="168923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2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5" y="114414"/>
                  </a:lnTo>
                  <a:lnTo>
                    <a:pt x="35306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3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644236" y="250213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763475" y="250204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832000" y="207372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921289" y="250216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0" y="82105"/>
                  </a:lnTo>
                  <a:lnTo>
                    <a:pt x="74332" y="82105"/>
                  </a:lnTo>
                  <a:lnTo>
                    <a:pt x="74332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5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0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1042612" y="250204"/>
              <a:ext cx="49911" cy="98667"/>
            </a:xfrm>
            <a:custGeom>
              <a:pathLst>
                <a:path w="49910" h="98666">
                  <a:moveTo>
                    <a:pt x="44958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9" name="shape 19"/>
            <p:cNvSpPr/>
            <p:nvPr/>
          </p:nvSpPr>
          <p:spPr>
            <a:xfrm>
              <a:off x="1101973" y="250213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5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1221244" y="252397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1334115" y="250213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3" y="18719"/>
                  </a:lnTo>
                  <a:lnTo>
                    <a:pt x="17259" y="18719"/>
                  </a:lnTo>
                  <a:lnTo>
                    <a:pt x="16217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2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39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4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1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pic>
        <p:nvPicPr>
          <p:cNvPr id="22" name="shape 2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6538" y="171396"/>
            <a:ext cx="3489449" cy="347553"/>
          </a:xfrm>
          <a:prstGeom prst="rect"/>
        </p:spPr>
      </p:pic>
      <p:grpSp>
        <p:nvGrpSpPr>
          <p:cNvPr id="23" name="shape 23"/>
          <p:cNvGrpSpPr/>
          <p:nvPr/>
        </p:nvGrpSpPr>
        <p:grpSpPr>
          <a:xfrm>
            <a:off x="406873" y="179998"/>
            <a:ext cx="1429125" cy="387643"/>
            <a:chOff x="0" y="0"/>
            <a:chExt cx="1429125" cy="387642"/>
          </a:xfrm>
        </p:grpSpPr>
        <p:sp>
          <p:nvSpPr>
            <p:cNvPr id="24" name="shape 24"/>
            <p:cNvSpPr/>
            <p:nvPr/>
          </p:nvSpPr>
          <p:spPr>
            <a:xfrm>
              <a:off x="94106" y="8478"/>
              <a:ext cx="168568" cy="61256"/>
            </a:xfrm>
            <a:custGeom>
              <a:pathLst>
                <a:path w="168567" h="61255">
                  <a:moveTo>
                    <a:pt x="84283" y="0"/>
                  </a:moveTo>
                  <a:lnTo>
                    <a:pt x="42190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1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6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0" y="102548"/>
              <a:ext cx="61280" cy="168568"/>
            </a:xfrm>
            <a:custGeom>
              <a:pathLst>
                <a:path w="61279" h="168567">
                  <a:moveTo>
                    <a:pt x="37872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2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295512" y="102549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5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94115" y="303951"/>
              <a:ext cx="168568" cy="61284"/>
            </a:xfrm>
            <a:custGeom>
              <a:pathLst>
                <a:path w="168567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6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7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85329" y="93783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477336" y="2912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617918" y="0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7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724642" y="39774"/>
              <a:ext cx="87669" cy="100838"/>
            </a:xfrm>
            <a:custGeom>
              <a:pathLst>
                <a:path w="87668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833859" y="39991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77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33" name="shape 33"/>
            <p:cNvSpPr/>
            <p:nvPr/>
          </p:nvSpPr>
          <p:spPr>
            <a:xfrm>
              <a:off x="936525" y="19038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4" name="shape 34"/>
            <p:cNvSpPr/>
            <p:nvPr/>
          </p:nvSpPr>
          <p:spPr>
            <a:xfrm>
              <a:off x="473019" y="214522"/>
              <a:ext cx="168923" cy="134354"/>
            </a:xfrm>
            <a:custGeom>
              <a:pathLst>
                <a:path w="168922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1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4" y="114414"/>
                  </a:lnTo>
                  <a:lnTo>
                    <a:pt x="35305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2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644237" y="250213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25" y="3461"/>
                  </a:lnTo>
                  <a:lnTo>
                    <a:pt x="14376" y="13496"/>
                  </a:lnTo>
                  <a:lnTo>
                    <a:pt x="3852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763475" y="250204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832001" y="207372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921289" y="250216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1" y="82105"/>
                  </a:lnTo>
                  <a:lnTo>
                    <a:pt x="74333" y="82105"/>
                  </a:lnTo>
                  <a:lnTo>
                    <a:pt x="74333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6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1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1042612" y="250204"/>
              <a:ext cx="49911" cy="98667"/>
            </a:xfrm>
            <a:custGeom>
              <a:pathLst>
                <a:path w="49910" h="98666">
                  <a:moveTo>
                    <a:pt x="44957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09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0" y="16941"/>
                  </a:lnTo>
                  <a:lnTo>
                    <a:pt x="49910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1101974" y="250213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6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1221244" y="252397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42" name="shape 42"/>
            <p:cNvSpPr/>
            <p:nvPr/>
          </p:nvSpPr>
          <p:spPr>
            <a:xfrm>
              <a:off x="1334116" y="250213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2" y="18719"/>
                  </a:lnTo>
                  <a:lnTo>
                    <a:pt x="17259" y="18719"/>
                  </a:lnTo>
                  <a:lnTo>
                    <a:pt x="16218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1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40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5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0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grpSp>
        <p:nvGrpSpPr>
          <p:cNvPr id="43" name="shape 43"/>
          <p:cNvGrpSpPr/>
          <p:nvPr/>
        </p:nvGrpSpPr>
        <p:grpSpPr>
          <a:xfrm>
            <a:off x="418597" y="1514553"/>
            <a:ext cx="3204007" cy="1764005"/>
            <a:chOff x="0" y="0"/>
            <a:chExt cx="3204007" cy="1764005"/>
          </a:xfrm>
        </p:grpSpPr>
        <p:sp>
          <p:nvSpPr>
            <p:cNvPr id="44" name="shape 44"/>
            <p:cNvSpPr txBox="1"/>
            <p:nvPr/>
          </p:nvSpPr>
          <p:spPr>
            <a:xfrm>
              <a:off x="0" y="0"/>
              <a:ext cx="3204210" cy="17640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12700" rIns="0" bIns="0">
              <a:spAutoFit/>
            </a:bodyPr>
            <a:p>
              <a:pPr marL="974725">
                <a:spcBef>
                  <a:spcPts val="100"/>
                </a:spcBef>
              </a:pPr>
              <a:r>
                <a:rPr sz="900">
                  <a:latin typeface="Arial"/>
                  <a:cs typeface="Arial"/>
                </a:rPr>
                <a:t>GWG 6.0 - Use of shadings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280670">
                <a:spcBef>
                  <a:spcPts val="1100"/>
                </a:spcBef>
                <a:tabLst>
                  <a:tab pos="798830" algn="l"/>
                  <a:tab pos="1386840" algn="l"/>
                  <a:tab pos="1782445" algn="l"/>
                  <a:tab pos="2300605" algn="l"/>
                  <a:tab pos="2888615" algn="l"/>
                </a:tabLst>
              </a:pPr>
              <a:r>
                <a:rPr sz="600">
                  <a:latin typeface="Arial"/>
                  <a:cs typeface="Arial"/>
                </a:rPr>
                <a:t>shading type 7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reference 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a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shading type 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reference 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280670">
                <a:spcBef>
                  <a:spcPts val="1200"/>
                </a:spcBef>
                <a:tabLst>
                  <a:tab pos="798830" algn="l"/>
                  <a:tab pos="1386840" algn="l"/>
                  <a:tab pos="1782445" algn="l"/>
                  <a:tab pos="2300605" algn="l"/>
                  <a:tab pos="2888615" algn="l"/>
                </a:tabLst>
              </a:pPr>
              <a:r>
                <a:rPr sz="600">
                  <a:latin typeface="Arial"/>
                  <a:cs typeface="Arial"/>
                </a:rPr>
                <a:t>shading type 3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reference 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b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shading type 7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reference 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d</a:t>
              </a:r>
              <a:endParaRPr/>
            </a:p>
            <a:p>
              <a:pPr marL="990600" marR="991235" algn="just">
                <a:lnSpc>
                  <a:spcPct val="99833"/>
                </a:lnSpc>
                <a:spcBef>
                  <a:spcPts val="100"/>
                </a:spcBef>
              </a:pPr>
              <a:r>
                <a:rPr sz="900" spc="-40">
                  <a:latin typeface="Arial"/>
                  <a:cs typeface="Arial"/>
                </a:rPr>
                <a:t>The shadings should look </a:t>
              </a:r>
              <a:r>
                <a:rPr sz="900" spc="-5">
                  <a:latin typeface="Arial"/>
                  <a:cs typeface="Arial"/>
                </a:rPr>
                <a:t>like the reference image</a:t>
              </a:r>
              <a:endParaRPr/>
            </a:p>
            <a:p>
              <a:pPr marL="11430">
                <a:spcBef>
                  <a:spcPts val="900"/>
                </a:spcBef>
                <a:tabLst>
                  <a:tab pos="974090" algn="l"/>
                  <a:tab pos="3049905" algn="l"/>
                </a:tabLst>
              </a:pPr>
              <a:r>
                <a:rPr sz="600">
                  <a:latin typeface="Arial"/>
                  <a:cs typeface="Arial"/>
                </a:rPr>
                <a:t>03 Nov 2005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6.0</a:t>
              </a:r>
              <a:endParaRPr/>
            </a:p>
          </p:txBody>
        </p:sp>
        <p:grpSp>
          <p:nvGrpSpPr>
            <p:cNvPr id="45" name="shape 45"/>
            <p:cNvGrpSpPr/>
            <p:nvPr/>
          </p:nvGrpSpPr>
          <p:grpSpPr>
            <a:xfrm>
              <a:off x="0" y="0"/>
              <a:ext cx="3204007" cy="1764005"/>
              <a:chOff x="0" y="0"/>
              <a:chExt cx="3204007" cy="1764005"/>
            </a:xfrm>
          </p:grpSpPr>
          <p:sp>
            <p:nvSpPr>
              <p:cNvPr id="46" name="shape 46"/>
              <p:cNvSpPr/>
              <p:nvPr/>
            </p:nvSpPr>
            <p:spPr>
              <a:xfrm>
                <a:off x="1859266" y="816656"/>
                <a:ext cx="332039" cy="332083"/>
              </a:xfrm>
              <a:custGeom>
                <a:pathLst>
                  <a:path w="332038" h="332082">
                    <a:moveTo>
                      <a:pt x="0" y="281900"/>
                    </a:moveTo>
                    <a:lnTo>
                      <a:pt x="4978" y="276921"/>
                    </a:lnTo>
                    <a:lnTo>
                      <a:pt x="18100" y="263796"/>
                    </a:lnTo>
                    <a:lnTo>
                      <a:pt x="57920" y="223966"/>
                    </a:lnTo>
                    <a:lnTo>
                      <a:pt x="97741" y="184137"/>
                    </a:lnTo>
                    <a:lnTo>
                      <a:pt x="110863" y="171011"/>
                    </a:lnTo>
                    <a:lnTo>
                      <a:pt x="115841" y="166033"/>
                    </a:lnTo>
                    <a:lnTo>
                      <a:pt x="110863" y="161055"/>
                    </a:lnTo>
                    <a:lnTo>
                      <a:pt x="97741" y="147931"/>
                    </a:lnTo>
                    <a:lnTo>
                      <a:pt x="57920" y="108107"/>
                    </a:lnTo>
                    <a:lnTo>
                      <a:pt x="18100" y="68284"/>
                    </a:lnTo>
                    <a:lnTo>
                      <a:pt x="4978" y="55160"/>
                    </a:lnTo>
                    <a:lnTo>
                      <a:pt x="0" y="50182"/>
                    </a:lnTo>
                    <a:lnTo>
                      <a:pt x="7838" y="42341"/>
                    </a:lnTo>
                    <a:lnTo>
                      <a:pt x="25081" y="25091"/>
                    </a:lnTo>
                    <a:lnTo>
                      <a:pt x="42324" y="7841"/>
                    </a:lnTo>
                    <a:lnTo>
                      <a:pt x="50162" y="0"/>
                    </a:lnTo>
                    <a:lnTo>
                      <a:pt x="55139" y="4978"/>
                    </a:lnTo>
                    <a:lnTo>
                      <a:pt x="68262" y="18101"/>
                    </a:lnTo>
                    <a:lnTo>
                      <a:pt x="108082" y="57925"/>
                    </a:lnTo>
                    <a:lnTo>
                      <a:pt x="147902" y="97749"/>
                    </a:lnTo>
                    <a:lnTo>
                      <a:pt x="161025" y="110872"/>
                    </a:lnTo>
                    <a:lnTo>
                      <a:pt x="166002" y="115850"/>
                    </a:lnTo>
                    <a:lnTo>
                      <a:pt x="170981" y="110872"/>
                    </a:lnTo>
                    <a:lnTo>
                      <a:pt x="184105" y="97749"/>
                    </a:lnTo>
                    <a:lnTo>
                      <a:pt x="223931" y="57925"/>
                    </a:lnTo>
                    <a:lnTo>
                      <a:pt x="263757" y="18101"/>
                    </a:lnTo>
                    <a:lnTo>
                      <a:pt x="276882" y="4978"/>
                    </a:lnTo>
                    <a:lnTo>
                      <a:pt x="281860" y="0"/>
                    </a:lnTo>
                    <a:lnTo>
                      <a:pt x="289700" y="7841"/>
                    </a:lnTo>
                    <a:lnTo>
                      <a:pt x="306949" y="25091"/>
                    </a:lnTo>
                    <a:lnTo>
                      <a:pt x="324198" y="42341"/>
                    </a:lnTo>
                    <a:lnTo>
                      <a:pt x="332038" y="50182"/>
                    </a:lnTo>
                    <a:lnTo>
                      <a:pt x="327060" y="55160"/>
                    </a:lnTo>
                    <a:lnTo>
                      <a:pt x="313935" y="68284"/>
                    </a:lnTo>
                    <a:lnTo>
                      <a:pt x="274109" y="108107"/>
                    </a:lnTo>
                    <a:lnTo>
                      <a:pt x="234283" y="147931"/>
                    </a:lnTo>
                    <a:lnTo>
                      <a:pt x="221159" y="161055"/>
                    </a:lnTo>
                    <a:lnTo>
                      <a:pt x="216181" y="166033"/>
                    </a:lnTo>
                    <a:lnTo>
                      <a:pt x="221159" y="171011"/>
                    </a:lnTo>
                    <a:lnTo>
                      <a:pt x="234283" y="184137"/>
                    </a:lnTo>
                    <a:lnTo>
                      <a:pt x="274109" y="223966"/>
                    </a:lnTo>
                    <a:lnTo>
                      <a:pt x="313935" y="263796"/>
                    </a:lnTo>
                    <a:lnTo>
                      <a:pt x="327060" y="276921"/>
                    </a:lnTo>
                    <a:lnTo>
                      <a:pt x="332038" y="281900"/>
                    </a:lnTo>
                    <a:lnTo>
                      <a:pt x="324198" y="289741"/>
                    </a:lnTo>
                    <a:lnTo>
                      <a:pt x="306949" y="306991"/>
                    </a:lnTo>
                    <a:lnTo>
                      <a:pt x="289700" y="324241"/>
                    </a:lnTo>
                    <a:lnTo>
                      <a:pt x="281860" y="332082"/>
                    </a:lnTo>
                    <a:lnTo>
                      <a:pt x="276882" y="327104"/>
                    </a:lnTo>
                    <a:lnTo>
                      <a:pt x="263757" y="313978"/>
                    </a:lnTo>
                    <a:lnTo>
                      <a:pt x="223931" y="274149"/>
                    </a:lnTo>
                    <a:lnTo>
                      <a:pt x="184105" y="234319"/>
                    </a:lnTo>
                    <a:lnTo>
                      <a:pt x="170981" y="221194"/>
                    </a:lnTo>
                    <a:lnTo>
                      <a:pt x="166002" y="216215"/>
                    </a:lnTo>
                    <a:lnTo>
                      <a:pt x="161025" y="221194"/>
                    </a:lnTo>
                    <a:lnTo>
                      <a:pt x="147902" y="234319"/>
                    </a:lnTo>
                    <a:lnTo>
                      <a:pt x="108082" y="274149"/>
                    </a:lnTo>
                    <a:lnTo>
                      <a:pt x="68262" y="313978"/>
                    </a:lnTo>
                    <a:lnTo>
                      <a:pt x="55139" y="327104"/>
                    </a:lnTo>
                    <a:lnTo>
                      <a:pt x="50162" y="332082"/>
                    </a:lnTo>
                    <a:lnTo>
                      <a:pt x="42324" y="324241"/>
                    </a:lnTo>
                    <a:lnTo>
                      <a:pt x="25081" y="306991"/>
                    </a:lnTo>
                    <a:lnTo>
                      <a:pt x="7838" y="289741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</p:sp>
          <p:sp>
            <p:nvSpPr>
              <p:cNvPr id="47" name="shape 47"/>
              <p:cNvSpPr/>
              <p:nvPr/>
            </p:nvSpPr>
            <p:spPr>
              <a:xfrm>
                <a:off x="1859218" y="267479"/>
                <a:ext cx="332036" cy="332086"/>
              </a:xfrm>
              <a:custGeom>
                <a:pathLst>
                  <a:path w="332035" h="332085">
                    <a:moveTo>
                      <a:pt x="0" y="281902"/>
                    </a:moveTo>
                    <a:lnTo>
                      <a:pt x="4977" y="276923"/>
                    </a:lnTo>
                    <a:lnTo>
                      <a:pt x="18100" y="263797"/>
                    </a:lnTo>
                    <a:lnTo>
                      <a:pt x="57920" y="223968"/>
                    </a:lnTo>
                    <a:lnTo>
                      <a:pt x="97740" y="184138"/>
                    </a:lnTo>
                    <a:lnTo>
                      <a:pt x="110862" y="171012"/>
                    </a:lnTo>
                    <a:lnTo>
                      <a:pt x="115840" y="166034"/>
                    </a:lnTo>
                    <a:lnTo>
                      <a:pt x="110862" y="161056"/>
                    </a:lnTo>
                    <a:lnTo>
                      <a:pt x="97740" y="147932"/>
                    </a:lnTo>
                    <a:lnTo>
                      <a:pt x="57920" y="108108"/>
                    </a:lnTo>
                    <a:lnTo>
                      <a:pt x="18100" y="68284"/>
                    </a:lnTo>
                    <a:lnTo>
                      <a:pt x="4977" y="55160"/>
                    </a:lnTo>
                    <a:lnTo>
                      <a:pt x="0" y="50182"/>
                    </a:lnTo>
                    <a:lnTo>
                      <a:pt x="7838" y="42341"/>
                    </a:lnTo>
                    <a:lnTo>
                      <a:pt x="25080" y="25091"/>
                    </a:lnTo>
                    <a:lnTo>
                      <a:pt x="42323" y="7841"/>
                    </a:lnTo>
                    <a:lnTo>
                      <a:pt x="50161" y="0"/>
                    </a:lnTo>
                    <a:lnTo>
                      <a:pt x="55138" y="4978"/>
                    </a:lnTo>
                    <a:lnTo>
                      <a:pt x="68261" y="18101"/>
                    </a:lnTo>
                    <a:lnTo>
                      <a:pt x="108081" y="57925"/>
                    </a:lnTo>
                    <a:lnTo>
                      <a:pt x="147901" y="97749"/>
                    </a:lnTo>
                    <a:lnTo>
                      <a:pt x="161023" y="110873"/>
                    </a:lnTo>
                    <a:lnTo>
                      <a:pt x="166001" y="115851"/>
                    </a:lnTo>
                    <a:lnTo>
                      <a:pt x="170979" y="110873"/>
                    </a:lnTo>
                    <a:lnTo>
                      <a:pt x="184104" y="97749"/>
                    </a:lnTo>
                    <a:lnTo>
                      <a:pt x="223929" y="57925"/>
                    </a:lnTo>
                    <a:lnTo>
                      <a:pt x="263755" y="18101"/>
                    </a:lnTo>
                    <a:lnTo>
                      <a:pt x="276879" y="4977"/>
                    </a:lnTo>
                    <a:lnTo>
                      <a:pt x="281858" y="0"/>
                    </a:lnTo>
                    <a:lnTo>
                      <a:pt x="289698" y="7841"/>
                    </a:lnTo>
                    <a:lnTo>
                      <a:pt x="306947" y="25091"/>
                    </a:lnTo>
                    <a:lnTo>
                      <a:pt x="324195" y="42341"/>
                    </a:lnTo>
                    <a:lnTo>
                      <a:pt x="332036" y="50182"/>
                    </a:lnTo>
                    <a:lnTo>
                      <a:pt x="327057" y="55160"/>
                    </a:lnTo>
                    <a:lnTo>
                      <a:pt x="313933" y="68284"/>
                    </a:lnTo>
                    <a:lnTo>
                      <a:pt x="274107" y="108108"/>
                    </a:lnTo>
                    <a:lnTo>
                      <a:pt x="234281" y="147932"/>
                    </a:lnTo>
                    <a:lnTo>
                      <a:pt x="221157" y="161056"/>
                    </a:lnTo>
                    <a:lnTo>
                      <a:pt x="216179" y="166034"/>
                    </a:lnTo>
                    <a:lnTo>
                      <a:pt x="221157" y="171012"/>
                    </a:lnTo>
                    <a:lnTo>
                      <a:pt x="234281" y="184138"/>
                    </a:lnTo>
                    <a:lnTo>
                      <a:pt x="274107" y="223968"/>
                    </a:lnTo>
                    <a:lnTo>
                      <a:pt x="313933" y="263797"/>
                    </a:lnTo>
                    <a:lnTo>
                      <a:pt x="327057" y="276923"/>
                    </a:lnTo>
                    <a:lnTo>
                      <a:pt x="332036" y="281902"/>
                    </a:lnTo>
                    <a:lnTo>
                      <a:pt x="324195" y="289743"/>
                    </a:lnTo>
                    <a:lnTo>
                      <a:pt x="306947" y="306993"/>
                    </a:lnTo>
                    <a:lnTo>
                      <a:pt x="289698" y="324244"/>
                    </a:lnTo>
                    <a:lnTo>
                      <a:pt x="281858" y="332085"/>
                    </a:lnTo>
                    <a:lnTo>
                      <a:pt x="276879" y="327106"/>
                    </a:lnTo>
                    <a:lnTo>
                      <a:pt x="263755" y="313980"/>
                    </a:lnTo>
                    <a:lnTo>
                      <a:pt x="223929" y="274151"/>
                    </a:lnTo>
                    <a:lnTo>
                      <a:pt x="184104" y="234321"/>
                    </a:lnTo>
                    <a:lnTo>
                      <a:pt x="170979" y="221195"/>
                    </a:lnTo>
                    <a:lnTo>
                      <a:pt x="166001" y="216217"/>
                    </a:lnTo>
                    <a:lnTo>
                      <a:pt x="161023" y="221195"/>
                    </a:lnTo>
                    <a:lnTo>
                      <a:pt x="147901" y="234321"/>
                    </a:lnTo>
                    <a:lnTo>
                      <a:pt x="108081" y="274151"/>
                    </a:lnTo>
                    <a:lnTo>
                      <a:pt x="68261" y="313980"/>
                    </a:lnTo>
                    <a:lnTo>
                      <a:pt x="55138" y="327106"/>
                    </a:lnTo>
                    <a:lnTo>
                      <a:pt x="50161" y="332085"/>
                    </a:lnTo>
                    <a:lnTo>
                      <a:pt x="42323" y="324244"/>
                    </a:lnTo>
                    <a:lnTo>
                      <a:pt x="25080" y="306993"/>
                    </a:lnTo>
                    <a:lnTo>
                      <a:pt x="7838" y="289743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</p:sp>
          <p:sp>
            <p:nvSpPr>
              <p:cNvPr id="48" name="shape 48"/>
              <p:cNvSpPr/>
              <p:nvPr/>
            </p:nvSpPr>
            <p:spPr>
              <a:xfrm>
                <a:off x="353933" y="274983"/>
                <a:ext cx="332031" cy="332068"/>
              </a:xfrm>
              <a:custGeom>
                <a:pathLst>
                  <a:path w="332030" h="332067">
                    <a:moveTo>
                      <a:pt x="0" y="281887"/>
                    </a:moveTo>
                    <a:lnTo>
                      <a:pt x="4977" y="276908"/>
                    </a:lnTo>
                    <a:lnTo>
                      <a:pt x="18099" y="263783"/>
                    </a:lnTo>
                    <a:lnTo>
                      <a:pt x="57918" y="223956"/>
                    </a:lnTo>
                    <a:lnTo>
                      <a:pt x="97738" y="184128"/>
                    </a:lnTo>
                    <a:lnTo>
                      <a:pt x="110860" y="171003"/>
                    </a:lnTo>
                    <a:lnTo>
                      <a:pt x="115838" y="166025"/>
                    </a:lnTo>
                    <a:lnTo>
                      <a:pt x="110860" y="161047"/>
                    </a:lnTo>
                    <a:lnTo>
                      <a:pt x="97738" y="147924"/>
                    </a:lnTo>
                    <a:lnTo>
                      <a:pt x="57919" y="108102"/>
                    </a:lnTo>
                    <a:lnTo>
                      <a:pt x="18099" y="68280"/>
                    </a:lnTo>
                    <a:lnTo>
                      <a:pt x="4977" y="55157"/>
                    </a:lnTo>
                    <a:lnTo>
                      <a:pt x="0" y="50180"/>
                    </a:lnTo>
                    <a:lnTo>
                      <a:pt x="7837" y="42339"/>
                    </a:lnTo>
                    <a:lnTo>
                      <a:pt x="25080" y="25090"/>
                    </a:lnTo>
                    <a:lnTo>
                      <a:pt x="42322" y="7840"/>
                    </a:lnTo>
                    <a:lnTo>
                      <a:pt x="50160" y="0"/>
                    </a:lnTo>
                    <a:lnTo>
                      <a:pt x="55137" y="4977"/>
                    </a:lnTo>
                    <a:lnTo>
                      <a:pt x="68259" y="18100"/>
                    </a:lnTo>
                    <a:lnTo>
                      <a:pt x="108079" y="57922"/>
                    </a:lnTo>
                    <a:lnTo>
                      <a:pt x="147898" y="97744"/>
                    </a:lnTo>
                    <a:lnTo>
                      <a:pt x="161021" y="110867"/>
                    </a:lnTo>
                    <a:lnTo>
                      <a:pt x="165998" y="115845"/>
                    </a:lnTo>
                    <a:lnTo>
                      <a:pt x="170976" y="110867"/>
                    </a:lnTo>
                    <a:lnTo>
                      <a:pt x="184100" y="97744"/>
                    </a:lnTo>
                    <a:lnTo>
                      <a:pt x="223925" y="57922"/>
                    </a:lnTo>
                    <a:lnTo>
                      <a:pt x="263751" y="18100"/>
                    </a:lnTo>
                    <a:lnTo>
                      <a:pt x="276875" y="4977"/>
                    </a:lnTo>
                    <a:lnTo>
                      <a:pt x="281853" y="0"/>
                    </a:lnTo>
                    <a:lnTo>
                      <a:pt x="289693" y="7840"/>
                    </a:lnTo>
                    <a:lnTo>
                      <a:pt x="306941" y="25090"/>
                    </a:lnTo>
                    <a:lnTo>
                      <a:pt x="324190" y="42339"/>
                    </a:lnTo>
                    <a:lnTo>
                      <a:pt x="332030" y="50180"/>
                    </a:lnTo>
                    <a:lnTo>
                      <a:pt x="327052" y="55157"/>
                    </a:lnTo>
                    <a:lnTo>
                      <a:pt x="313928" y="68280"/>
                    </a:lnTo>
                    <a:lnTo>
                      <a:pt x="274103" y="108102"/>
                    </a:lnTo>
                    <a:lnTo>
                      <a:pt x="234277" y="147924"/>
                    </a:lnTo>
                    <a:lnTo>
                      <a:pt x="221153" y="161047"/>
                    </a:lnTo>
                    <a:lnTo>
                      <a:pt x="216175" y="166025"/>
                    </a:lnTo>
                    <a:lnTo>
                      <a:pt x="221153" y="171003"/>
                    </a:lnTo>
                    <a:lnTo>
                      <a:pt x="234277" y="184128"/>
                    </a:lnTo>
                    <a:lnTo>
                      <a:pt x="274103" y="223956"/>
                    </a:lnTo>
                    <a:lnTo>
                      <a:pt x="313928" y="263783"/>
                    </a:lnTo>
                    <a:lnTo>
                      <a:pt x="327052" y="276908"/>
                    </a:lnTo>
                    <a:lnTo>
                      <a:pt x="332030" y="281887"/>
                    </a:lnTo>
                    <a:lnTo>
                      <a:pt x="324190" y="289728"/>
                    </a:lnTo>
                    <a:lnTo>
                      <a:pt x="306941" y="306977"/>
                    </a:lnTo>
                    <a:lnTo>
                      <a:pt x="289693" y="324226"/>
                    </a:lnTo>
                    <a:lnTo>
                      <a:pt x="281853" y="332067"/>
                    </a:lnTo>
                    <a:lnTo>
                      <a:pt x="276875" y="327089"/>
                    </a:lnTo>
                    <a:lnTo>
                      <a:pt x="263751" y="313964"/>
                    </a:lnTo>
                    <a:lnTo>
                      <a:pt x="223925" y="274136"/>
                    </a:lnTo>
                    <a:lnTo>
                      <a:pt x="184100" y="234308"/>
                    </a:lnTo>
                    <a:lnTo>
                      <a:pt x="170976" y="221183"/>
                    </a:lnTo>
                    <a:lnTo>
                      <a:pt x="165998" y="216205"/>
                    </a:lnTo>
                    <a:lnTo>
                      <a:pt x="161021" y="221184"/>
                    </a:lnTo>
                    <a:lnTo>
                      <a:pt x="147898" y="234309"/>
                    </a:lnTo>
                    <a:lnTo>
                      <a:pt x="108079" y="274136"/>
                    </a:lnTo>
                    <a:lnTo>
                      <a:pt x="68259" y="313964"/>
                    </a:lnTo>
                    <a:lnTo>
                      <a:pt x="55137" y="327089"/>
                    </a:lnTo>
                    <a:lnTo>
                      <a:pt x="50160" y="332067"/>
                    </a:lnTo>
                    <a:lnTo>
                      <a:pt x="42322" y="324226"/>
                    </a:lnTo>
                    <a:lnTo>
                      <a:pt x="25080" y="306977"/>
                    </a:lnTo>
                    <a:lnTo>
                      <a:pt x="7837" y="289728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</p:sp>
          <p:sp>
            <p:nvSpPr>
              <p:cNvPr id="49" name="shape 49"/>
              <p:cNvSpPr/>
              <p:nvPr/>
            </p:nvSpPr>
            <p:spPr>
              <a:xfrm>
                <a:off x="354881" y="808354"/>
                <a:ext cx="332044" cy="332086"/>
              </a:xfrm>
              <a:custGeom>
                <a:pathLst>
                  <a:path w="332043" h="332085">
                    <a:moveTo>
                      <a:pt x="0" y="281902"/>
                    </a:moveTo>
                    <a:lnTo>
                      <a:pt x="4977" y="276923"/>
                    </a:lnTo>
                    <a:lnTo>
                      <a:pt x="18100" y="263797"/>
                    </a:lnTo>
                    <a:lnTo>
                      <a:pt x="57921" y="223968"/>
                    </a:lnTo>
                    <a:lnTo>
                      <a:pt x="97742" y="184138"/>
                    </a:lnTo>
                    <a:lnTo>
                      <a:pt x="110864" y="171012"/>
                    </a:lnTo>
                    <a:lnTo>
                      <a:pt x="115842" y="166034"/>
                    </a:lnTo>
                    <a:lnTo>
                      <a:pt x="110864" y="161056"/>
                    </a:lnTo>
                    <a:lnTo>
                      <a:pt x="97742" y="147932"/>
                    </a:lnTo>
                    <a:lnTo>
                      <a:pt x="57921" y="108108"/>
                    </a:lnTo>
                    <a:lnTo>
                      <a:pt x="18100" y="68284"/>
                    </a:lnTo>
                    <a:lnTo>
                      <a:pt x="4977" y="55160"/>
                    </a:lnTo>
                    <a:lnTo>
                      <a:pt x="0" y="50182"/>
                    </a:lnTo>
                    <a:lnTo>
                      <a:pt x="7837" y="42341"/>
                    </a:lnTo>
                    <a:lnTo>
                      <a:pt x="25080" y="25091"/>
                    </a:lnTo>
                    <a:lnTo>
                      <a:pt x="42324" y="7840"/>
                    </a:lnTo>
                    <a:lnTo>
                      <a:pt x="50162" y="0"/>
                    </a:lnTo>
                    <a:lnTo>
                      <a:pt x="55139" y="4977"/>
                    </a:lnTo>
                    <a:lnTo>
                      <a:pt x="68262" y="18101"/>
                    </a:lnTo>
                    <a:lnTo>
                      <a:pt x="108083" y="57925"/>
                    </a:lnTo>
                    <a:lnTo>
                      <a:pt x="147904" y="97749"/>
                    </a:lnTo>
                    <a:lnTo>
                      <a:pt x="161027" y="110873"/>
                    </a:lnTo>
                    <a:lnTo>
                      <a:pt x="166004" y="115851"/>
                    </a:lnTo>
                    <a:lnTo>
                      <a:pt x="170983" y="110873"/>
                    </a:lnTo>
                    <a:lnTo>
                      <a:pt x="184107" y="97749"/>
                    </a:lnTo>
                    <a:lnTo>
                      <a:pt x="223934" y="57925"/>
                    </a:lnTo>
                    <a:lnTo>
                      <a:pt x="263761" y="18101"/>
                    </a:lnTo>
                    <a:lnTo>
                      <a:pt x="276885" y="4977"/>
                    </a:lnTo>
                    <a:lnTo>
                      <a:pt x="281864" y="0"/>
                    </a:lnTo>
                    <a:lnTo>
                      <a:pt x="289704" y="7840"/>
                    </a:lnTo>
                    <a:lnTo>
                      <a:pt x="306953" y="25091"/>
                    </a:lnTo>
                    <a:lnTo>
                      <a:pt x="324202" y="42341"/>
                    </a:lnTo>
                    <a:lnTo>
                      <a:pt x="332043" y="50182"/>
                    </a:lnTo>
                    <a:lnTo>
                      <a:pt x="327064" y="55160"/>
                    </a:lnTo>
                    <a:lnTo>
                      <a:pt x="313940" y="68284"/>
                    </a:lnTo>
                    <a:lnTo>
                      <a:pt x="274113" y="108108"/>
                    </a:lnTo>
                    <a:lnTo>
                      <a:pt x="234286" y="147932"/>
                    </a:lnTo>
                    <a:lnTo>
                      <a:pt x="221162" y="161056"/>
                    </a:lnTo>
                    <a:lnTo>
                      <a:pt x="216183" y="166034"/>
                    </a:lnTo>
                    <a:lnTo>
                      <a:pt x="221162" y="171012"/>
                    </a:lnTo>
                    <a:lnTo>
                      <a:pt x="234286" y="184138"/>
                    </a:lnTo>
                    <a:lnTo>
                      <a:pt x="274113" y="223968"/>
                    </a:lnTo>
                    <a:lnTo>
                      <a:pt x="313940" y="263797"/>
                    </a:lnTo>
                    <a:lnTo>
                      <a:pt x="327064" y="276923"/>
                    </a:lnTo>
                    <a:lnTo>
                      <a:pt x="332043" y="281902"/>
                    </a:lnTo>
                    <a:lnTo>
                      <a:pt x="324202" y="289743"/>
                    </a:lnTo>
                    <a:lnTo>
                      <a:pt x="306953" y="306993"/>
                    </a:lnTo>
                    <a:lnTo>
                      <a:pt x="289704" y="324243"/>
                    </a:lnTo>
                    <a:lnTo>
                      <a:pt x="281864" y="332084"/>
                    </a:lnTo>
                    <a:lnTo>
                      <a:pt x="276885" y="327106"/>
                    </a:lnTo>
                    <a:lnTo>
                      <a:pt x="263761" y="313980"/>
                    </a:lnTo>
                    <a:lnTo>
                      <a:pt x="223934" y="274150"/>
                    </a:lnTo>
                    <a:lnTo>
                      <a:pt x="184107" y="234321"/>
                    </a:lnTo>
                    <a:lnTo>
                      <a:pt x="170983" y="221195"/>
                    </a:lnTo>
                    <a:lnTo>
                      <a:pt x="166004" y="216216"/>
                    </a:lnTo>
                    <a:lnTo>
                      <a:pt x="161027" y="221195"/>
                    </a:lnTo>
                    <a:lnTo>
                      <a:pt x="147904" y="234321"/>
                    </a:lnTo>
                    <a:lnTo>
                      <a:pt x="108083" y="274150"/>
                    </a:lnTo>
                    <a:lnTo>
                      <a:pt x="68262" y="313980"/>
                    </a:lnTo>
                    <a:lnTo>
                      <a:pt x="55139" y="327106"/>
                    </a:lnTo>
                    <a:lnTo>
                      <a:pt x="50162" y="332084"/>
                    </a:lnTo>
                    <a:lnTo>
                      <a:pt x="42324" y="324243"/>
                    </a:lnTo>
                    <a:lnTo>
                      <a:pt x="25081" y="306993"/>
                    </a:lnTo>
                    <a:lnTo>
                      <a:pt x="7837" y="289743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</p:sp>
        </p:grpSp>
      </p:grpSp>
      <p:pic>
        <p:nvPicPr>
          <p:cNvPr id="50" name="shape 5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94249" y="1763155"/>
            <a:ext cx="372707" cy="372695"/>
          </a:xfrm>
          <a:prstGeom prst="rect"/>
        </p:spPr>
      </p:pic>
      <p:pic>
        <p:nvPicPr>
          <p:cNvPr id="51" name="shape 5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94249" y="2303146"/>
            <a:ext cx="372707" cy="372707"/>
          </a:xfrm>
          <a:prstGeom prst="rect"/>
        </p:spPr>
      </p:pic>
      <p:pic>
        <p:nvPicPr>
          <p:cNvPr id="52" name="shape 52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795745" y="2303159"/>
            <a:ext cx="372707" cy="372695"/>
          </a:xfrm>
          <a:prstGeom prst="rect"/>
        </p:spPr>
      </p:pic>
      <p:pic>
        <p:nvPicPr>
          <p:cNvPr id="53" name="shape 5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795745" y="1763155"/>
            <a:ext cx="372707" cy="369602"/>
          </a:xfrm>
          <a:prstGeom prst="rect"/>
        </p:spPr>
      </p:pic>
      <p:pic>
        <p:nvPicPr>
          <p:cNvPr id="54" name="shape 5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52663" y="2298700"/>
            <a:ext cx="376238" cy="376238"/>
          </a:xfrm>
          <a:prstGeom prst="rect"/>
        </p:spPr>
      </p:pic>
      <p:pic>
        <p:nvPicPr>
          <p:cNvPr id="55" name="shape 55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52663" y="1762087"/>
            <a:ext cx="376238" cy="374727"/>
          </a:xfrm>
          <a:prstGeom prst="rect"/>
        </p:spPr>
      </p:pic>
      <p:pic>
        <p:nvPicPr>
          <p:cNvPr id="56" name="shape 56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54063" y="1762087"/>
            <a:ext cx="371475" cy="369984"/>
          </a:xfrm>
          <a:prstGeom prst="rect"/>
        </p:spPr>
      </p:pic>
      <p:pic>
        <p:nvPicPr>
          <p:cNvPr id="57" name="shape 57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54063" y="2303463"/>
            <a:ext cx="376238" cy="376238"/>
          </a:xfrm>
          <a:prstGeom prst="rect"/>
        </p:spPr>
      </p:pic>
      <p:grpSp>
        <p:nvGrpSpPr>
          <p:cNvPr id="58" name="shape 58"/>
          <p:cNvGrpSpPr/>
          <p:nvPr/>
        </p:nvGrpSpPr>
        <p:grpSpPr>
          <a:xfrm>
            <a:off x="3946596" y="1514553"/>
            <a:ext cx="3204007" cy="1764005"/>
            <a:chOff x="0" y="0"/>
            <a:chExt cx="3204006" cy="1764005"/>
          </a:xfrm>
        </p:grpSpPr>
        <p:sp>
          <p:nvSpPr>
            <p:cNvPr id="59" name="shape 59"/>
            <p:cNvSpPr txBox="1"/>
            <p:nvPr/>
          </p:nvSpPr>
          <p:spPr>
            <a:xfrm>
              <a:off x="0" y="0"/>
              <a:ext cx="3204210" cy="17640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12700" rIns="0" bIns="0">
              <a:spAutoFit/>
            </a:bodyPr>
            <a:p>
              <a:pPr marL="974725">
                <a:spcBef>
                  <a:spcPts val="100"/>
                </a:spcBef>
              </a:pPr>
              <a:r>
                <a:rPr sz="900">
                  <a:latin typeface="Arial"/>
                  <a:cs typeface="Arial"/>
                </a:rPr>
                <a:t>GWG 6.1 - Use of shadings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280670">
                <a:spcBef>
                  <a:spcPts val="1100"/>
                </a:spcBef>
                <a:tabLst>
                  <a:tab pos="798830" algn="l"/>
                  <a:tab pos="1386840" algn="l"/>
                  <a:tab pos="1782445" algn="l"/>
                  <a:tab pos="2300605" algn="l"/>
                  <a:tab pos="2888615" algn="l"/>
                </a:tabLst>
              </a:pPr>
              <a:r>
                <a:rPr sz="600">
                  <a:latin typeface="Arial"/>
                  <a:cs typeface="Arial"/>
                </a:rPr>
                <a:t>shading type 3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reference 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a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shading type 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reference 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280670">
                <a:spcBef>
                  <a:spcPts val="1200"/>
                </a:spcBef>
                <a:tabLst>
                  <a:tab pos="798830" algn="l"/>
                  <a:tab pos="1386840" algn="l"/>
                  <a:tab pos="1782445" algn="l"/>
                  <a:tab pos="2300605" algn="l"/>
                  <a:tab pos="2888615" algn="l"/>
                </a:tabLst>
              </a:pPr>
              <a:r>
                <a:rPr sz="600">
                  <a:latin typeface="Arial"/>
                  <a:cs typeface="Arial"/>
                </a:rPr>
                <a:t>shading type 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reference 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b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shading type 3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reference 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d</a:t>
              </a:r>
              <a:endParaRPr/>
            </a:p>
            <a:p>
              <a:pPr marL="990600" marR="991235" algn="just">
                <a:lnSpc>
                  <a:spcPct val="99833"/>
                </a:lnSpc>
                <a:spcBef>
                  <a:spcPts val="100"/>
                </a:spcBef>
              </a:pPr>
              <a:r>
                <a:rPr sz="900" spc="-40">
                  <a:latin typeface="Arial"/>
                  <a:cs typeface="Arial"/>
                </a:rPr>
                <a:t>The shadings should look </a:t>
              </a:r>
              <a:r>
                <a:rPr sz="900" spc="-5">
                  <a:latin typeface="Arial"/>
                  <a:cs typeface="Arial"/>
                </a:rPr>
                <a:t>like the reference image</a:t>
              </a:r>
              <a:endParaRPr/>
            </a:p>
            <a:p>
              <a:pPr marL="11430">
                <a:spcBef>
                  <a:spcPts val="900"/>
                </a:spcBef>
                <a:tabLst>
                  <a:tab pos="974090" algn="l"/>
                  <a:tab pos="3049905" algn="l"/>
                </a:tabLst>
              </a:pPr>
              <a:r>
                <a:rPr sz="600">
                  <a:latin typeface="Arial"/>
                  <a:cs typeface="Arial"/>
                </a:rPr>
                <a:t>03 Nov 2005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6.1</a:t>
              </a:r>
              <a:endParaRPr/>
            </a:p>
          </p:txBody>
        </p:sp>
        <p:grpSp>
          <p:nvGrpSpPr>
            <p:cNvPr id="60" name="shape 60"/>
            <p:cNvGrpSpPr/>
            <p:nvPr/>
          </p:nvGrpSpPr>
          <p:grpSpPr>
            <a:xfrm>
              <a:off x="0" y="0"/>
              <a:ext cx="3204007" cy="1764005"/>
              <a:chOff x="0" y="0"/>
              <a:chExt cx="3204006" cy="1764005"/>
            </a:xfrm>
          </p:grpSpPr>
          <p:pic>
            <p:nvPicPr>
              <p:cNvPr id="61" name="shape 61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414419" y="825876"/>
                <a:ext cx="296613" cy="298156"/>
              </a:xfrm>
              <a:prstGeom prst="rect"/>
            </p:spPr>
          </p:pic>
          <p:sp>
            <p:nvSpPr>
              <p:cNvPr id="62" name="shape 62"/>
              <p:cNvSpPr/>
              <p:nvPr/>
            </p:nvSpPr>
            <p:spPr>
              <a:xfrm>
                <a:off x="1856253" y="804823"/>
                <a:ext cx="332029" cy="332083"/>
              </a:xfrm>
              <a:custGeom>
                <a:pathLst>
                  <a:path w="332028" h="332082">
                    <a:moveTo>
                      <a:pt x="0" y="281900"/>
                    </a:moveTo>
                    <a:lnTo>
                      <a:pt x="4977" y="276921"/>
                    </a:lnTo>
                    <a:lnTo>
                      <a:pt x="18099" y="263795"/>
                    </a:lnTo>
                    <a:lnTo>
                      <a:pt x="57918" y="223966"/>
                    </a:lnTo>
                    <a:lnTo>
                      <a:pt x="97737" y="184137"/>
                    </a:lnTo>
                    <a:lnTo>
                      <a:pt x="110859" y="171011"/>
                    </a:lnTo>
                    <a:lnTo>
                      <a:pt x="115837" y="166032"/>
                    </a:lnTo>
                    <a:lnTo>
                      <a:pt x="110859" y="161055"/>
                    </a:lnTo>
                    <a:lnTo>
                      <a:pt x="97737" y="147931"/>
                    </a:lnTo>
                    <a:lnTo>
                      <a:pt x="57918" y="108107"/>
                    </a:lnTo>
                    <a:lnTo>
                      <a:pt x="18099" y="68284"/>
                    </a:lnTo>
                    <a:lnTo>
                      <a:pt x="4977" y="55160"/>
                    </a:lnTo>
                    <a:lnTo>
                      <a:pt x="0" y="50182"/>
                    </a:lnTo>
                    <a:lnTo>
                      <a:pt x="7837" y="42341"/>
                    </a:lnTo>
                    <a:lnTo>
                      <a:pt x="25079" y="25091"/>
                    </a:lnTo>
                    <a:lnTo>
                      <a:pt x="42322" y="7841"/>
                    </a:lnTo>
                    <a:lnTo>
                      <a:pt x="50159" y="0"/>
                    </a:lnTo>
                    <a:lnTo>
                      <a:pt x="55137" y="4977"/>
                    </a:lnTo>
                    <a:lnTo>
                      <a:pt x="68259" y="18101"/>
                    </a:lnTo>
                    <a:lnTo>
                      <a:pt x="108078" y="57925"/>
                    </a:lnTo>
                    <a:lnTo>
                      <a:pt x="147897" y="97748"/>
                    </a:lnTo>
                    <a:lnTo>
                      <a:pt x="161019" y="110872"/>
                    </a:lnTo>
                    <a:lnTo>
                      <a:pt x="165997" y="115850"/>
                    </a:lnTo>
                    <a:lnTo>
                      <a:pt x="170975" y="110872"/>
                    </a:lnTo>
                    <a:lnTo>
                      <a:pt x="184099" y="97748"/>
                    </a:lnTo>
                    <a:lnTo>
                      <a:pt x="223924" y="57925"/>
                    </a:lnTo>
                    <a:lnTo>
                      <a:pt x="263749" y="18101"/>
                    </a:lnTo>
                    <a:lnTo>
                      <a:pt x="276873" y="4977"/>
                    </a:lnTo>
                    <a:lnTo>
                      <a:pt x="281851" y="0"/>
                    </a:lnTo>
                    <a:lnTo>
                      <a:pt x="289691" y="7840"/>
                    </a:lnTo>
                    <a:lnTo>
                      <a:pt x="306939" y="25091"/>
                    </a:lnTo>
                    <a:lnTo>
                      <a:pt x="324188" y="42341"/>
                    </a:lnTo>
                    <a:lnTo>
                      <a:pt x="332028" y="50182"/>
                    </a:lnTo>
                    <a:lnTo>
                      <a:pt x="327049" y="55160"/>
                    </a:lnTo>
                    <a:lnTo>
                      <a:pt x="313925" y="68284"/>
                    </a:lnTo>
                    <a:lnTo>
                      <a:pt x="274101" y="108107"/>
                    </a:lnTo>
                    <a:lnTo>
                      <a:pt x="234276" y="147931"/>
                    </a:lnTo>
                    <a:lnTo>
                      <a:pt x="221152" y="161055"/>
                    </a:lnTo>
                    <a:lnTo>
                      <a:pt x="216174" y="166032"/>
                    </a:lnTo>
                    <a:lnTo>
                      <a:pt x="221152" y="171011"/>
                    </a:lnTo>
                    <a:lnTo>
                      <a:pt x="234276" y="184137"/>
                    </a:lnTo>
                    <a:lnTo>
                      <a:pt x="274101" y="223966"/>
                    </a:lnTo>
                    <a:lnTo>
                      <a:pt x="313925" y="263795"/>
                    </a:lnTo>
                    <a:lnTo>
                      <a:pt x="327050" y="276921"/>
                    </a:lnTo>
                    <a:lnTo>
                      <a:pt x="332028" y="281900"/>
                    </a:lnTo>
                    <a:lnTo>
                      <a:pt x="324188" y="289741"/>
                    </a:lnTo>
                    <a:lnTo>
                      <a:pt x="306939" y="306991"/>
                    </a:lnTo>
                    <a:lnTo>
                      <a:pt x="289691" y="324241"/>
                    </a:lnTo>
                    <a:lnTo>
                      <a:pt x="281851" y="332082"/>
                    </a:lnTo>
                    <a:lnTo>
                      <a:pt x="276873" y="327103"/>
                    </a:lnTo>
                    <a:lnTo>
                      <a:pt x="263749" y="313978"/>
                    </a:lnTo>
                    <a:lnTo>
                      <a:pt x="223924" y="274149"/>
                    </a:lnTo>
                    <a:lnTo>
                      <a:pt x="184099" y="234319"/>
                    </a:lnTo>
                    <a:lnTo>
                      <a:pt x="170975" y="221194"/>
                    </a:lnTo>
                    <a:lnTo>
                      <a:pt x="165997" y="216215"/>
                    </a:lnTo>
                    <a:lnTo>
                      <a:pt x="161019" y="221194"/>
                    </a:lnTo>
                    <a:lnTo>
                      <a:pt x="147897" y="234319"/>
                    </a:lnTo>
                    <a:lnTo>
                      <a:pt x="108078" y="274149"/>
                    </a:lnTo>
                    <a:lnTo>
                      <a:pt x="68259" y="313978"/>
                    </a:lnTo>
                    <a:lnTo>
                      <a:pt x="55137" y="327103"/>
                    </a:lnTo>
                    <a:lnTo>
                      <a:pt x="50159" y="332082"/>
                    </a:lnTo>
                    <a:lnTo>
                      <a:pt x="42322" y="324241"/>
                    </a:lnTo>
                    <a:lnTo>
                      <a:pt x="25080" y="306991"/>
                    </a:lnTo>
                    <a:lnTo>
                      <a:pt x="7837" y="289741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</p:sp>
          <p:sp>
            <p:nvSpPr>
              <p:cNvPr id="63" name="shape 63"/>
              <p:cNvSpPr/>
              <p:nvPr/>
            </p:nvSpPr>
            <p:spPr>
              <a:xfrm>
                <a:off x="354156" y="269261"/>
                <a:ext cx="332031" cy="332078"/>
              </a:xfrm>
              <a:custGeom>
                <a:pathLst>
                  <a:path w="332030" h="332077">
                    <a:moveTo>
                      <a:pt x="0" y="281895"/>
                    </a:moveTo>
                    <a:lnTo>
                      <a:pt x="4977" y="276917"/>
                    </a:lnTo>
                    <a:lnTo>
                      <a:pt x="18099" y="263791"/>
                    </a:lnTo>
                    <a:lnTo>
                      <a:pt x="57918" y="223963"/>
                    </a:lnTo>
                    <a:lnTo>
                      <a:pt x="97738" y="184134"/>
                    </a:lnTo>
                    <a:lnTo>
                      <a:pt x="110860" y="171009"/>
                    </a:lnTo>
                    <a:lnTo>
                      <a:pt x="115838" y="166030"/>
                    </a:lnTo>
                    <a:lnTo>
                      <a:pt x="110860" y="161052"/>
                    </a:lnTo>
                    <a:lnTo>
                      <a:pt x="97738" y="147929"/>
                    </a:lnTo>
                    <a:lnTo>
                      <a:pt x="57918" y="108106"/>
                    </a:lnTo>
                    <a:lnTo>
                      <a:pt x="18099" y="68283"/>
                    </a:lnTo>
                    <a:lnTo>
                      <a:pt x="4977" y="55159"/>
                    </a:lnTo>
                    <a:lnTo>
                      <a:pt x="0" y="50181"/>
                    </a:lnTo>
                    <a:lnTo>
                      <a:pt x="7837" y="42340"/>
                    </a:lnTo>
                    <a:lnTo>
                      <a:pt x="25079" y="25090"/>
                    </a:lnTo>
                    <a:lnTo>
                      <a:pt x="42322" y="7840"/>
                    </a:lnTo>
                    <a:lnTo>
                      <a:pt x="50160" y="0"/>
                    </a:lnTo>
                    <a:lnTo>
                      <a:pt x="55137" y="4977"/>
                    </a:lnTo>
                    <a:lnTo>
                      <a:pt x="68259" y="18101"/>
                    </a:lnTo>
                    <a:lnTo>
                      <a:pt x="108079" y="57924"/>
                    </a:lnTo>
                    <a:lnTo>
                      <a:pt x="147898" y="97747"/>
                    </a:lnTo>
                    <a:lnTo>
                      <a:pt x="161020" y="110870"/>
                    </a:lnTo>
                    <a:lnTo>
                      <a:pt x="165998" y="115848"/>
                    </a:lnTo>
                    <a:lnTo>
                      <a:pt x="170976" y="110870"/>
                    </a:lnTo>
                    <a:lnTo>
                      <a:pt x="184100" y="97747"/>
                    </a:lnTo>
                    <a:lnTo>
                      <a:pt x="223925" y="57924"/>
                    </a:lnTo>
                    <a:lnTo>
                      <a:pt x="263751" y="18101"/>
                    </a:lnTo>
                    <a:lnTo>
                      <a:pt x="276875" y="4977"/>
                    </a:lnTo>
                    <a:lnTo>
                      <a:pt x="281853" y="0"/>
                    </a:lnTo>
                    <a:lnTo>
                      <a:pt x="289693" y="7840"/>
                    </a:lnTo>
                    <a:lnTo>
                      <a:pt x="306941" y="25090"/>
                    </a:lnTo>
                    <a:lnTo>
                      <a:pt x="324190" y="42340"/>
                    </a:lnTo>
                    <a:lnTo>
                      <a:pt x="332030" y="50181"/>
                    </a:lnTo>
                    <a:lnTo>
                      <a:pt x="327052" y="55159"/>
                    </a:lnTo>
                    <a:lnTo>
                      <a:pt x="313928" y="68282"/>
                    </a:lnTo>
                    <a:lnTo>
                      <a:pt x="274102" y="108106"/>
                    </a:lnTo>
                    <a:lnTo>
                      <a:pt x="234277" y="147929"/>
                    </a:lnTo>
                    <a:lnTo>
                      <a:pt x="221153" y="161052"/>
                    </a:lnTo>
                    <a:lnTo>
                      <a:pt x="216175" y="166030"/>
                    </a:lnTo>
                    <a:lnTo>
                      <a:pt x="221153" y="171009"/>
                    </a:lnTo>
                    <a:lnTo>
                      <a:pt x="234277" y="184134"/>
                    </a:lnTo>
                    <a:lnTo>
                      <a:pt x="274102" y="223963"/>
                    </a:lnTo>
                    <a:lnTo>
                      <a:pt x="313928" y="263791"/>
                    </a:lnTo>
                    <a:lnTo>
                      <a:pt x="327052" y="276917"/>
                    </a:lnTo>
                    <a:lnTo>
                      <a:pt x="332030" y="281895"/>
                    </a:lnTo>
                    <a:lnTo>
                      <a:pt x="324190" y="289736"/>
                    </a:lnTo>
                    <a:lnTo>
                      <a:pt x="306941" y="306986"/>
                    </a:lnTo>
                    <a:lnTo>
                      <a:pt x="289693" y="324236"/>
                    </a:lnTo>
                    <a:lnTo>
                      <a:pt x="281853" y="332077"/>
                    </a:lnTo>
                    <a:lnTo>
                      <a:pt x="276875" y="327099"/>
                    </a:lnTo>
                    <a:lnTo>
                      <a:pt x="263751" y="313973"/>
                    </a:lnTo>
                    <a:lnTo>
                      <a:pt x="223925" y="274144"/>
                    </a:lnTo>
                    <a:lnTo>
                      <a:pt x="184100" y="234316"/>
                    </a:lnTo>
                    <a:lnTo>
                      <a:pt x="170976" y="221190"/>
                    </a:lnTo>
                    <a:lnTo>
                      <a:pt x="165998" y="216212"/>
                    </a:lnTo>
                    <a:lnTo>
                      <a:pt x="161020" y="221190"/>
                    </a:lnTo>
                    <a:lnTo>
                      <a:pt x="147898" y="234316"/>
                    </a:lnTo>
                    <a:lnTo>
                      <a:pt x="108079" y="274144"/>
                    </a:lnTo>
                    <a:lnTo>
                      <a:pt x="68259" y="313973"/>
                    </a:lnTo>
                    <a:lnTo>
                      <a:pt x="55137" y="327099"/>
                    </a:lnTo>
                    <a:lnTo>
                      <a:pt x="50160" y="332077"/>
                    </a:lnTo>
                    <a:lnTo>
                      <a:pt x="42322" y="324236"/>
                    </a:lnTo>
                    <a:lnTo>
                      <a:pt x="25080" y="306986"/>
                    </a:lnTo>
                    <a:lnTo>
                      <a:pt x="7837" y="289736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</p:sp>
          <p:sp>
            <p:nvSpPr>
              <p:cNvPr id="64" name="shape 64"/>
              <p:cNvSpPr/>
              <p:nvPr/>
            </p:nvSpPr>
            <p:spPr>
              <a:xfrm>
                <a:off x="358373" y="809520"/>
                <a:ext cx="332046" cy="332086"/>
              </a:xfrm>
              <a:custGeom>
                <a:pathLst>
                  <a:path w="332045" h="332085">
                    <a:moveTo>
                      <a:pt x="0" y="281901"/>
                    </a:moveTo>
                    <a:lnTo>
                      <a:pt x="4976" y="276923"/>
                    </a:lnTo>
                    <a:lnTo>
                      <a:pt x="18099" y="263797"/>
                    </a:lnTo>
                    <a:lnTo>
                      <a:pt x="57921" y="223967"/>
                    </a:lnTo>
                    <a:lnTo>
                      <a:pt x="97742" y="184138"/>
                    </a:lnTo>
                    <a:lnTo>
                      <a:pt x="110865" y="171012"/>
                    </a:lnTo>
                    <a:lnTo>
                      <a:pt x="115842" y="166033"/>
                    </a:lnTo>
                    <a:lnTo>
                      <a:pt x="110865" y="161055"/>
                    </a:lnTo>
                    <a:lnTo>
                      <a:pt x="97742" y="147931"/>
                    </a:lnTo>
                    <a:lnTo>
                      <a:pt x="57921" y="108107"/>
                    </a:lnTo>
                    <a:lnTo>
                      <a:pt x="18099" y="68284"/>
                    </a:lnTo>
                    <a:lnTo>
                      <a:pt x="4977" y="55160"/>
                    </a:lnTo>
                    <a:lnTo>
                      <a:pt x="0" y="50182"/>
                    </a:lnTo>
                    <a:lnTo>
                      <a:pt x="7837" y="42341"/>
                    </a:lnTo>
                    <a:lnTo>
                      <a:pt x="25080" y="25090"/>
                    </a:lnTo>
                    <a:lnTo>
                      <a:pt x="42324" y="7840"/>
                    </a:lnTo>
                    <a:lnTo>
                      <a:pt x="50162" y="0"/>
                    </a:lnTo>
                    <a:lnTo>
                      <a:pt x="55139" y="4977"/>
                    </a:lnTo>
                    <a:lnTo>
                      <a:pt x="68262" y="18101"/>
                    </a:lnTo>
                    <a:lnTo>
                      <a:pt x="108083" y="57925"/>
                    </a:lnTo>
                    <a:lnTo>
                      <a:pt x="147904" y="97749"/>
                    </a:lnTo>
                    <a:lnTo>
                      <a:pt x="161027" y="110872"/>
                    </a:lnTo>
                    <a:lnTo>
                      <a:pt x="166005" y="115850"/>
                    </a:lnTo>
                    <a:lnTo>
                      <a:pt x="170983" y="110872"/>
                    </a:lnTo>
                    <a:lnTo>
                      <a:pt x="184108" y="97749"/>
                    </a:lnTo>
                    <a:lnTo>
                      <a:pt x="223935" y="57925"/>
                    </a:lnTo>
                    <a:lnTo>
                      <a:pt x="263762" y="18101"/>
                    </a:lnTo>
                    <a:lnTo>
                      <a:pt x="276887" y="4977"/>
                    </a:lnTo>
                    <a:lnTo>
                      <a:pt x="281865" y="0"/>
                    </a:lnTo>
                    <a:lnTo>
                      <a:pt x="289706" y="7840"/>
                    </a:lnTo>
                    <a:lnTo>
                      <a:pt x="306955" y="25090"/>
                    </a:lnTo>
                    <a:lnTo>
                      <a:pt x="324204" y="42341"/>
                    </a:lnTo>
                    <a:lnTo>
                      <a:pt x="332045" y="50182"/>
                    </a:lnTo>
                    <a:lnTo>
                      <a:pt x="327066" y="55160"/>
                    </a:lnTo>
                    <a:lnTo>
                      <a:pt x="313941" y="68283"/>
                    </a:lnTo>
                    <a:lnTo>
                      <a:pt x="274115" y="108107"/>
                    </a:lnTo>
                    <a:lnTo>
                      <a:pt x="234288" y="147931"/>
                    </a:lnTo>
                    <a:lnTo>
                      <a:pt x="221163" y="161055"/>
                    </a:lnTo>
                    <a:lnTo>
                      <a:pt x="216184" y="166033"/>
                    </a:lnTo>
                    <a:lnTo>
                      <a:pt x="221163" y="171012"/>
                    </a:lnTo>
                    <a:lnTo>
                      <a:pt x="234288" y="184138"/>
                    </a:lnTo>
                    <a:lnTo>
                      <a:pt x="274115" y="223967"/>
                    </a:lnTo>
                    <a:lnTo>
                      <a:pt x="313941" y="263797"/>
                    </a:lnTo>
                    <a:lnTo>
                      <a:pt x="327066" y="276923"/>
                    </a:lnTo>
                    <a:lnTo>
                      <a:pt x="332045" y="281901"/>
                    </a:lnTo>
                    <a:lnTo>
                      <a:pt x="324204" y="289742"/>
                    </a:lnTo>
                    <a:lnTo>
                      <a:pt x="306955" y="306993"/>
                    </a:lnTo>
                    <a:lnTo>
                      <a:pt x="289706" y="324243"/>
                    </a:lnTo>
                    <a:lnTo>
                      <a:pt x="281865" y="332084"/>
                    </a:lnTo>
                    <a:lnTo>
                      <a:pt x="276887" y="327105"/>
                    </a:lnTo>
                    <a:lnTo>
                      <a:pt x="263762" y="313980"/>
                    </a:lnTo>
                    <a:lnTo>
                      <a:pt x="223935" y="274150"/>
                    </a:lnTo>
                    <a:lnTo>
                      <a:pt x="184108" y="234320"/>
                    </a:lnTo>
                    <a:lnTo>
                      <a:pt x="170983" y="221195"/>
                    </a:lnTo>
                    <a:lnTo>
                      <a:pt x="166005" y="216216"/>
                    </a:lnTo>
                    <a:lnTo>
                      <a:pt x="161027" y="221195"/>
                    </a:lnTo>
                    <a:lnTo>
                      <a:pt x="147904" y="234320"/>
                    </a:lnTo>
                    <a:lnTo>
                      <a:pt x="108083" y="274150"/>
                    </a:lnTo>
                    <a:lnTo>
                      <a:pt x="68262" y="313980"/>
                    </a:lnTo>
                    <a:lnTo>
                      <a:pt x="55139" y="327105"/>
                    </a:lnTo>
                    <a:lnTo>
                      <a:pt x="50162" y="332084"/>
                    </a:lnTo>
                    <a:lnTo>
                      <a:pt x="42324" y="324243"/>
                    </a:lnTo>
                    <a:lnTo>
                      <a:pt x="25080" y="306993"/>
                    </a:lnTo>
                    <a:lnTo>
                      <a:pt x="7837" y="289742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</p:sp>
          <p:sp>
            <p:nvSpPr>
              <p:cNvPr id="65" name="shape 65"/>
              <p:cNvSpPr/>
              <p:nvPr/>
            </p:nvSpPr>
            <p:spPr>
              <a:xfrm>
                <a:off x="1857168" y="267981"/>
                <a:ext cx="332031" cy="332083"/>
              </a:xfrm>
              <a:custGeom>
                <a:pathLst>
                  <a:path w="332030" h="332082">
                    <a:moveTo>
                      <a:pt x="0" y="281900"/>
                    </a:moveTo>
                    <a:lnTo>
                      <a:pt x="4977" y="276921"/>
                    </a:lnTo>
                    <a:lnTo>
                      <a:pt x="18099" y="263796"/>
                    </a:lnTo>
                    <a:lnTo>
                      <a:pt x="57918" y="223966"/>
                    </a:lnTo>
                    <a:lnTo>
                      <a:pt x="97738" y="184137"/>
                    </a:lnTo>
                    <a:lnTo>
                      <a:pt x="110860" y="171011"/>
                    </a:lnTo>
                    <a:lnTo>
                      <a:pt x="115838" y="166033"/>
                    </a:lnTo>
                    <a:lnTo>
                      <a:pt x="110860" y="161055"/>
                    </a:lnTo>
                    <a:lnTo>
                      <a:pt x="97738" y="147931"/>
                    </a:lnTo>
                    <a:lnTo>
                      <a:pt x="57918" y="108107"/>
                    </a:lnTo>
                    <a:lnTo>
                      <a:pt x="18099" y="68284"/>
                    </a:lnTo>
                    <a:lnTo>
                      <a:pt x="4977" y="55160"/>
                    </a:lnTo>
                    <a:lnTo>
                      <a:pt x="0" y="50182"/>
                    </a:lnTo>
                    <a:lnTo>
                      <a:pt x="7837" y="42341"/>
                    </a:lnTo>
                    <a:lnTo>
                      <a:pt x="25079" y="25091"/>
                    </a:lnTo>
                    <a:lnTo>
                      <a:pt x="42322" y="7841"/>
                    </a:lnTo>
                    <a:lnTo>
                      <a:pt x="50160" y="0"/>
                    </a:lnTo>
                    <a:lnTo>
                      <a:pt x="55137" y="4978"/>
                    </a:lnTo>
                    <a:lnTo>
                      <a:pt x="68259" y="18101"/>
                    </a:lnTo>
                    <a:lnTo>
                      <a:pt x="108079" y="57925"/>
                    </a:lnTo>
                    <a:lnTo>
                      <a:pt x="147898" y="97749"/>
                    </a:lnTo>
                    <a:lnTo>
                      <a:pt x="161020" y="110872"/>
                    </a:lnTo>
                    <a:lnTo>
                      <a:pt x="165998" y="115850"/>
                    </a:lnTo>
                    <a:lnTo>
                      <a:pt x="170976" y="110872"/>
                    </a:lnTo>
                    <a:lnTo>
                      <a:pt x="184100" y="97749"/>
                    </a:lnTo>
                    <a:lnTo>
                      <a:pt x="223925" y="57925"/>
                    </a:lnTo>
                    <a:lnTo>
                      <a:pt x="263751" y="18101"/>
                    </a:lnTo>
                    <a:lnTo>
                      <a:pt x="276875" y="4978"/>
                    </a:lnTo>
                    <a:lnTo>
                      <a:pt x="281853" y="0"/>
                    </a:lnTo>
                    <a:lnTo>
                      <a:pt x="289693" y="7841"/>
                    </a:lnTo>
                    <a:lnTo>
                      <a:pt x="306941" y="25091"/>
                    </a:lnTo>
                    <a:lnTo>
                      <a:pt x="324190" y="42341"/>
                    </a:lnTo>
                    <a:lnTo>
                      <a:pt x="332030" y="50182"/>
                    </a:lnTo>
                    <a:lnTo>
                      <a:pt x="327052" y="55160"/>
                    </a:lnTo>
                    <a:lnTo>
                      <a:pt x="313928" y="68284"/>
                    </a:lnTo>
                    <a:lnTo>
                      <a:pt x="274102" y="108107"/>
                    </a:lnTo>
                    <a:lnTo>
                      <a:pt x="234277" y="147931"/>
                    </a:lnTo>
                    <a:lnTo>
                      <a:pt x="221153" y="161055"/>
                    </a:lnTo>
                    <a:lnTo>
                      <a:pt x="216175" y="166033"/>
                    </a:lnTo>
                    <a:lnTo>
                      <a:pt x="221153" y="171011"/>
                    </a:lnTo>
                    <a:lnTo>
                      <a:pt x="234277" y="184137"/>
                    </a:lnTo>
                    <a:lnTo>
                      <a:pt x="274102" y="223966"/>
                    </a:lnTo>
                    <a:lnTo>
                      <a:pt x="313928" y="263796"/>
                    </a:lnTo>
                    <a:lnTo>
                      <a:pt x="327052" y="276921"/>
                    </a:lnTo>
                    <a:lnTo>
                      <a:pt x="332030" y="281900"/>
                    </a:lnTo>
                    <a:lnTo>
                      <a:pt x="324190" y="289741"/>
                    </a:lnTo>
                    <a:lnTo>
                      <a:pt x="306941" y="306991"/>
                    </a:lnTo>
                    <a:lnTo>
                      <a:pt x="289693" y="324241"/>
                    </a:lnTo>
                    <a:lnTo>
                      <a:pt x="281853" y="332082"/>
                    </a:lnTo>
                    <a:lnTo>
                      <a:pt x="276875" y="327104"/>
                    </a:lnTo>
                    <a:lnTo>
                      <a:pt x="263751" y="313978"/>
                    </a:lnTo>
                    <a:lnTo>
                      <a:pt x="223925" y="274149"/>
                    </a:lnTo>
                    <a:lnTo>
                      <a:pt x="184100" y="234319"/>
                    </a:lnTo>
                    <a:lnTo>
                      <a:pt x="170976" y="221194"/>
                    </a:lnTo>
                    <a:lnTo>
                      <a:pt x="165998" y="216215"/>
                    </a:lnTo>
                    <a:lnTo>
                      <a:pt x="161020" y="221194"/>
                    </a:lnTo>
                    <a:lnTo>
                      <a:pt x="147898" y="234319"/>
                    </a:lnTo>
                    <a:lnTo>
                      <a:pt x="108079" y="274149"/>
                    </a:lnTo>
                    <a:lnTo>
                      <a:pt x="68259" y="313978"/>
                    </a:lnTo>
                    <a:lnTo>
                      <a:pt x="55137" y="327104"/>
                    </a:lnTo>
                    <a:lnTo>
                      <a:pt x="50160" y="332082"/>
                    </a:lnTo>
                    <a:lnTo>
                      <a:pt x="42322" y="324241"/>
                    </a:lnTo>
                    <a:lnTo>
                      <a:pt x="25080" y="306991"/>
                    </a:lnTo>
                    <a:lnTo>
                      <a:pt x="7837" y="289741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</p:sp>
        </p:grpSp>
      </p:grpSp>
      <p:pic>
        <p:nvPicPr>
          <p:cNvPr id="66" name="shape 6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822249" y="1763155"/>
            <a:ext cx="372708" cy="372695"/>
          </a:xfrm>
          <a:prstGeom prst="rect"/>
        </p:spPr>
      </p:pic>
      <p:pic>
        <p:nvPicPr>
          <p:cNvPr id="67" name="shape 6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822249" y="2303146"/>
            <a:ext cx="372708" cy="372707"/>
          </a:xfrm>
          <a:prstGeom prst="rect"/>
        </p:spPr>
      </p:pic>
      <p:pic>
        <p:nvPicPr>
          <p:cNvPr id="68" name="shape 6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323744" y="1763155"/>
            <a:ext cx="372708" cy="372707"/>
          </a:xfrm>
          <a:prstGeom prst="rect"/>
        </p:spPr>
      </p:pic>
      <p:pic>
        <p:nvPicPr>
          <p:cNvPr id="69" name="shape 6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783263" y="2303463"/>
            <a:ext cx="376238" cy="376238"/>
          </a:xfrm>
          <a:prstGeom prst="rect"/>
        </p:spPr>
      </p:pic>
      <p:pic>
        <p:nvPicPr>
          <p:cNvPr id="70" name="shape 7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4279900" y="1762087"/>
            <a:ext cx="376238" cy="374727"/>
          </a:xfrm>
          <a:prstGeom prst="rect"/>
        </p:spPr>
      </p:pic>
      <p:pic>
        <p:nvPicPr>
          <p:cNvPr id="71" name="shape 7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279900" y="2303463"/>
            <a:ext cx="376238" cy="376238"/>
          </a:xfrm>
          <a:prstGeom prst="rect"/>
        </p:spPr>
      </p:pic>
      <p:pic>
        <p:nvPicPr>
          <p:cNvPr id="72" name="shape 7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783263" y="1762087"/>
            <a:ext cx="376238" cy="374727"/>
          </a:xfrm>
          <a:prstGeom prst="rect"/>
        </p:spPr>
      </p:pic>
      <p:grpSp>
        <p:nvGrpSpPr>
          <p:cNvPr id="73" name="shape 73"/>
          <p:cNvGrpSpPr/>
          <p:nvPr/>
        </p:nvGrpSpPr>
        <p:grpSpPr>
          <a:xfrm>
            <a:off x="418597" y="3605496"/>
            <a:ext cx="3204007" cy="1764005"/>
            <a:chOff x="0" y="0"/>
            <a:chExt cx="3204007" cy="1764004"/>
          </a:xfrm>
        </p:grpSpPr>
        <p:sp>
          <p:nvSpPr>
            <p:cNvPr id="74" name="shape 74"/>
            <p:cNvSpPr/>
            <p:nvPr/>
          </p:nvSpPr>
          <p:spPr>
            <a:xfrm>
              <a:off x="2052003" y="341998"/>
              <a:ext cx="720001" cy="720002"/>
            </a:xfrm>
            <a:prstGeom prst="rect">
              <a:avLst/>
            </a:prstGeom>
            <a:solidFill>
              <a:srgbClr val="00627F"/>
            </a:solidFill>
          </p:spPr>
        </p:sp>
        <p:sp>
          <p:nvSpPr>
            <p:cNvPr id="75" name="shape 75"/>
            <p:cNvSpPr/>
            <p:nvPr/>
          </p:nvSpPr>
          <p:spPr>
            <a:xfrm>
              <a:off x="0" y="0"/>
              <a:ext cx="3204007" cy="1764005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76" name="shape 76"/>
            <p:cNvSpPr txBox="1"/>
            <p:nvPr/>
          </p:nvSpPr>
          <p:spPr>
            <a:xfrm>
              <a:off x="809493" y="10421"/>
              <a:ext cx="1585596" cy="1371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900" spc="-45">
                  <a:latin typeface="Arial"/>
                  <a:cs typeface="Arial"/>
                </a:rPr>
                <a:t>GWG 1.1 - CMYK Overprint Mode</a:t>
              </a:r>
              <a:endParaRPr/>
            </a:p>
          </p:txBody>
        </p:sp>
        <p:sp>
          <p:nvSpPr>
            <p:cNvPr id="77" name="shape 77"/>
            <p:cNvSpPr txBox="1"/>
            <p:nvPr/>
          </p:nvSpPr>
          <p:spPr>
            <a:xfrm>
              <a:off x="22728" y="1650373"/>
              <a:ext cx="3158491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899795" algn="l"/>
                  <a:tab pos="3051175" algn="l"/>
                </a:tabLst>
              </a:pPr>
              <a:r>
                <a:rPr sz="600">
                  <a:latin typeface="Arial"/>
                  <a:cs typeface="Arial"/>
                </a:rPr>
                <a:t>27 Dec 2006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5">
                  <a:latin typeface="Arial"/>
                  <a:cs typeface="Arial"/>
                </a:rPr>
                <a:t>1.1</a:t>
              </a:r>
              <a:endParaRPr/>
            </a:p>
          </p:txBody>
        </p:sp>
        <p:sp>
          <p:nvSpPr>
            <p:cNvPr id="78" name="shape 78"/>
            <p:cNvSpPr/>
            <p:nvPr/>
          </p:nvSpPr>
          <p:spPr>
            <a:xfrm>
              <a:off x="432003" y="341998"/>
              <a:ext cx="720002" cy="720002"/>
            </a:xfrm>
            <a:prstGeom prst="rect">
              <a:avLst/>
            </a:prstGeom>
            <a:solidFill>
              <a:srgbClr val="94948A"/>
            </a:solidFill>
          </p:spPr>
        </p:sp>
        <p:sp>
          <p:nvSpPr>
            <p:cNvPr id="79" name="shape 79"/>
            <p:cNvSpPr txBox="1"/>
            <p:nvPr/>
          </p:nvSpPr>
          <p:spPr>
            <a:xfrm>
              <a:off x="674987" y="210408"/>
              <a:ext cx="234316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 spc="-30">
                  <a:latin typeface="Arial"/>
                  <a:cs typeface="Arial"/>
                </a:rPr>
                <a:t>OPM 0</a:t>
              </a:r>
              <a:endParaRPr/>
            </a:p>
          </p:txBody>
        </p:sp>
        <p:sp>
          <p:nvSpPr>
            <p:cNvPr id="80" name="shape 80"/>
            <p:cNvSpPr txBox="1"/>
            <p:nvPr/>
          </p:nvSpPr>
          <p:spPr>
            <a:xfrm>
              <a:off x="2294999" y="210408"/>
              <a:ext cx="234316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 spc="-30">
                  <a:latin typeface="Arial"/>
                  <a:cs typeface="Arial"/>
                </a:rPr>
                <a:t>OPM 1</a:t>
              </a: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>
              <a:off x="2151926" y="449555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624" y="0"/>
                  </a:lnTo>
                  <a:lnTo>
                    <a:pt x="252437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7" y="328739"/>
                  </a:lnTo>
                  <a:lnTo>
                    <a:pt x="428624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009F58"/>
            </a:solidFill>
          </p:spPr>
        </p:sp>
        <p:sp>
          <p:nvSpPr>
            <p:cNvPr id="82" name="shape 82"/>
            <p:cNvSpPr/>
            <p:nvPr/>
          </p:nvSpPr>
          <p:spPr>
            <a:xfrm>
              <a:off x="2151926" y="449555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599" y="0"/>
                  </a:lnTo>
                  <a:lnTo>
                    <a:pt x="252437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7" y="328739"/>
                  </a:lnTo>
                  <a:lnTo>
                    <a:pt x="428599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009F58"/>
            </a:solidFill>
          </p:spPr>
        </p:sp>
        <p:sp>
          <p:nvSpPr>
            <p:cNvPr id="83" name="shape 83"/>
            <p:cNvSpPr/>
            <p:nvPr/>
          </p:nvSpPr>
          <p:spPr>
            <a:xfrm>
              <a:off x="2151926" y="449555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624" y="0"/>
                  </a:lnTo>
                  <a:lnTo>
                    <a:pt x="252437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7" y="328739"/>
                  </a:lnTo>
                  <a:lnTo>
                    <a:pt x="428624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94948A"/>
            </a:solidFill>
          </p:spPr>
        </p:sp>
        <p:sp>
          <p:nvSpPr>
            <p:cNvPr id="84" name="shape 84"/>
            <p:cNvSpPr/>
            <p:nvPr/>
          </p:nvSpPr>
          <p:spPr>
            <a:xfrm>
              <a:off x="2151926" y="449555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599" y="0"/>
                  </a:lnTo>
                  <a:lnTo>
                    <a:pt x="252437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7" y="328739"/>
                  </a:lnTo>
                  <a:lnTo>
                    <a:pt x="428599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94948A"/>
            </a:solidFill>
          </p:spPr>
        </p:sp>
        <p:sp>
          <p:nvSpPr>
            <p:cNvPr id="85" name="shape 85"/>
            <p:cNvSpPr txBox="1"/>
            <p:nvPr/>
          </p:nvSpPr>
          <p:spPr>
            <a:xfrm>
              <a:off x="652648" y="1446150"/>
              <a:ext cx="1889760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spc="-20">
                  <a:latin typeface="Arial"/>
                  <a:cs typeface="Arial"/>
                </a:rPr>
                <a:t>If an </a:t>
              </a:r>
              <a:r>
                <a:rPr sz="600" b="1" spc="-20">
                  <a:latin typeface="Arial"/>
                  <a:cs typeface="Arial"/>
                </a:rPr>
                <a:t>X </a:t>
              </a:r>
              <a:r>
                <a:rPr sz="600" spc="-20">
                  <a:latin typeface="Arial"/>
                  <a:cs typeface="Arial"/>
                </a:rPr>
                <a:t>appears the Overprint Mode (OPM) is not respected.</a:t>
              </a:r>
              <a:endParaRPr/>
            </a:p>
          </p:txBody>
        </p:sp>
        <p:sp>
          <p:nvSpPr>
            <p:cNvPr id="86" name="shape 86"/>
            <p:cNvSpPr txBox="1"/>
            <p:nvPr/>
          </p:nvSpPr>
          <p:spPr>
            <a:xfrm>
              <a:off x="328798" y="1089763"/>
              <a:ext cx="2590165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508635" algn="l"/>
                  <a:tab pos="643890" algn="l"/>
                  <a:tab pos="1633220" algn="l"/>
                  <a:tab pos="2538095" algn="l"/>
                </a:tabLst>
              </a:pPr>
              <a:r>
                <a:rPr sz="600">
                  <a:latin typeface="Arial"/>
                  <a:cs typeface="Arial"/>
                </a:rPr>
                <a:t>Rect (overpr)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0 /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0 / 10 / 50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0">
                  <a:latin typeface="Arial"/>
                  <a:cs typeface="Arial"/>
                </a:rPr>
                <a:t>Cross (overpr) 90 / 10 / 90 /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0</a:t>
              </a:r>
              <a:endParaRPr/>
            </a:p>
          </p:txBody>
        </p:sp>
        <p:sp>
          <p:nvSpPr>
            <p:cNvPr id="87" name="shape 87"/>
            <p:cNvSpPr txBox="1"/>
            <p:nvPr/>
          </p:nvSpPr>
          <p:spPr>
            <a:xfrm>
              <a:off x="328798" y="1181203"/>
              <a:ext cx="2591435" cy="18288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 marR="12700" algn="r">
                <a:lnSpc>
                  <a:spcPct val="99833"/>
                </a:lnSpc>
                <a:tabLst>
                  <a:tab pos="469900" algn="l"/>
                  <a:tab pos="917575" algn="l"/>
                  <a:tab pos="1632585" algn="l"/>
                  <a:tab pos="2127885" algn="l"/>
                  <a:tab pos="2263775" algn="l"/>
                </a:tabLst>
              </a:pPr>
              <a:r>
                <a:rPr sz="600">
                  <a:latin typeface="Arial"/>
                  <a:cs typeface="Arial"/>
                </a:rPr>
                <a:t>Cross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90 / 10 / 90 /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0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Cross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0 /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35">
                  <a:latin typeface="Arial"/>
                  <a:cs typeface="Arial"/>
                </a:rPr>
                <a:t>0 / 10 / 50 </a:t>
              </a:r>
              <a:r>
                <a:rPr sz="600">
                  <a:latin typeface="Arial"/>
                  <a:cs typeface="Arial"/>
                </a:rPr>
                <a:t>Rect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90 / 10 / 10 / 50</a:t>
              </a:r>
              <a:endParaRPr/>
            </a:p>
          </p:txBody>
        </p:sp>
      </p:grpSp>
      <p:sp>
        <p:nvSpPr>
          <p:cNvPr id="88" name="shape 88"/>
          <p:cNvSpPr/>
          <p:nvPr/>
        </p:nvSpPr>
        <p:spPr>
          <a:xfrm>
            <a:off x="3940246" y="3599168"/>
            <a:ext cx="3216720" cy="1776680"/>
          </a:xfrm>
          <a:prstGeom prst="rect">
            <a:avLst/>
          </a:prstGeom>
          <a:ln w="12700" cap="flat">
            <a:solidFill>
              <a:srgbClr val="000000"/>
            </a:solidFill>
            <a:prstDash val="solid"/>
            <a:miter lim="4"/>
          </a:ln>
        </p:spPr>
      </p:sp>
      <p:grpSp>
        <p:nvGrpSpPr>
          <p:cNvPr id="89" name="shape 89"/>
          <p:cNvGrpSpPr/>
          <p:nvPr/>
        </p:nvGrpSpPr>
        <p:grpSpPr>
          <a:xfrm>
            <a:off x="4323050" y="3985565"/>
            <a:ext cx="2453989" cy="809295"/>
            <a:chOff x="0" y="0"/>
            <a:chExt cx="2453988" cy="809295"/>
          </a:xfrm>
        </p:grpSpPr>
        <p:sp>
          <p:nvSpPr>
            <p:cNvPr id="90" name="shape 90"/>
            <p:cNvSpPr txBox="1"/>
            <p:nvPr/>
          </p:nvSpPr>
          <p:spPr>
            <a:xfrm>
              <a:off x="275358" y="262403"/>
              <a:ext cx="62230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>
                  <a:latin typeface="Arial"/>
                  <a:cs typeface="Arial"/>
                </a:rPr>
                <a:t>a</a:t>
              </a:r>
              <a:endParaRPr/>
            </a:p>
          </p:txBody>
        </p:sp>
        <p:sp>
          <p:nvSpPr>
            <p:cNvPr id="91" name="shape 91"/>
            <p:cNvSpPr txBox="1"/>
            <p:nvPr/>
          </p:nvSpPr>
          <p:spPr>
            <a:xfrm>
              <a:off x="815387" y="262403"/>
              <a:ext cx="69215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>
                  <a:latin typeface="Arial"/>
                  <a:cs typeface="Arial"/>
                </a:rPr>
                <a:t>b</a:t>
              </a:r>
              <a:endParaRPr/>
            </a:p>
          </p:txBody>
        </p:sp>
        <p:sp>
          <p:nvSpPr>
            <p:cNvPr id="92" name="shape 92"/>
            <p:cNvSpPr txBox="1"/>
            <p:nvPr/>
          </p:nvSpPr>
          <p:spPr>
            <a:xfrm>
              <a:off x="1355417" y="262403"/>
              <a:ext cx="59690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>
                  <a:latin typeface="Arial"/>
                  <a:cs typeface="Arial"/>
                </a:rPr>
                <a:t>c</a:t>
              </a:r>
              <a:endParaRPr/>
            </a:p>
          </p:txBody>
        </p:sp>
        <p:sp>
          <p:nvSpPr>
            <p:cNvPr id="93" name="shape 93"/>
            <p:cNvSpPr/>
            <p:nvPr/>
          </p:nvSpPr>
          <p:spPr>
            <a:xfrm>
              <a:off x="1621091" y="6350"/>
              <a:ext cx="288011" cy="288011"/>
            </a:xfrm>
            <a:custGeom>
              <a:pathLst>
                <a:path w="288010" h="288010">
                  <a:moveTo>
                    <a:pt x="288010" y="0"/>
                  </a:moveTo>
                  <a:lnTo>
                    <a:pt x="0" y="0"/>
                  </a:lnTo>
                  <a:lnTo>
                    <a:pt x="0" y="288010"/>
                  </a:lnTo>
                  <a:lnTo>
                    <a:pt x="288010" y="288010"/>
                  </a:lnTo>
                  <a:lnTo>
                    <a:pt x="288010" y="17792"/>
                  </a:lnTo>
                  <a:lnTo>
                    <a:pt x="232079" y="17792"/>
                  </a:lnTo>
                  <a:lnTo>
                    <a:pt x="270218" y="55943"/>
                  </a:lnTo>
                  <a:lnTo>
                    <a:pt x="182143" y="144017"/>
                  </a:lnTo>
                  <a:lnTo>
                    <a:pt x="270218" y="232105"/>
                  </a:lnTo>
                  <a:lnTo>
                    <a:pt x="232079" y="270230"/>
                  </a:lnTo>
                  <a:lnTo>
                    <a:pt x="143992" y="182143"/>
                  </a:lnTo>
                  <a:lnTo>
                    <a:pt x="55905" y="270230"/>
                  </a:lnTo>
                  <a:lnTo>
                    <a:pt x="17767" y="232105"/>
                  </a:lnTo>
                  <a:lnTo>
                    <a:pt x="105841" y="144017"/>
                  </a:lnTo>
                  <a:lnTo>
                    <a:pt x="17767" y="55943"/>
                  </a:lnTo>
                  <a:lnTo>
                    <a:pt x="55905" y="17792"/>
                  </a:lnTo>
                  <a:lnTo>
                    <a:pt x="143992" y="105867"/>
                  </a:lnTo>
                  <a:lnTo>
                    <a:pt x="232079" y="17792"/>
                  </a:lnTo>
                  <a:lnTo>
                    <a:pt x="288010" y="17792"/>
                  </a:lnTo>
                  <a:close/>
                </a:path>
              </a:pathLst>
            </a:custGeom>
            <a:solidFill>
              <a:srgbClr val="F49AC1"/>
            </a:solidFill>
          </p:spPr>
        </p:sp>
        <p:sp>
          <p:nvSpPr>
            <p:cNvPr id="94" name="shape 94"/>
            <p:cNvSpPr/>
            <p:nvPr/>
          </p:nvSpPr>
          <p:spPr>
            <a:xfrm>
              <a:off x="1629878" y="15162"/>
              <a:ext cx="270413" cy="270399"/>
            </a:xfrm>
            <a:custGeom>
              <a:pathLst>
                <a:path w="270412" h="270398">
                  <a:moveTo>
                    <a:pt x="261431" y="47131"/>
                  </a:moveTo>
                  <a:lnTo>
                    <a:pt x="223293" y="8980"/>
                  </a:lnTo>
                  <a:lnTo>
                    <a:pt x="135206" y="97055"/>
                  </a:lnTo>
                  <a:lnTo>
                    <a:pt x="47118" y="8980"/>
                  </a:lnTo>
                  <a:lnTo>
                    <a:pt x="8980" y="47131"/>
                  </a:lnTo>
                  <a:lnTo>
                    <a:pt x="97055" y="135206"/>
                  </a:lnTo>
                  <a:lnTo>
                    <a:pt x="8980" y="223293"/>
                  </a:lnTo>
                  <a:lnTo>
                    <a:pt x="47118" y="261418"/>
                  </a:lnTo>
                  <a:lnTo>
                    <a:pt x="135206" y="173331"/>
                  </a:lnTo>
                  <a:lnTo>
                    <a:pt x="223293" y="261418"/>
                  </a:lnTo>
                  <a:lnTo>
                    <a:pt x="261431" y="223293"/>
                  </a:lnTo>
                  <a:lnTo>
                    <a:pt x="173356" y="135206"/>
                  </a:lnTo>
                  <a:lnTo>
                    <a:pt x="261431" y="47131"/>
                  </a:lnTo>
                  <a:close/>
                </a:path>
              </a:pathLst>
            </a:custGeom>
            <a:ln w="12700" cap="flat">
              <a:solidFill>
                <a:srgbClr val="F49AC1"/>
              </a:solidFill>
              <a:prstDash val="solid"/>
              <a:miter lim="4"/>
            </a:ln>
          </p:spPr>
        </p:sp>
        <p:sp>
          <p:nvSpPr>
            <p:cNvPr id="95" name="shape 95"/>
            <p:cNvSpPr/>
            <p:nvPr/>
          </p:nvSpPr>
          <p:spPr>
            <a:xfrm>
              <a:off x="1614741" y="0"/>
              <a:ext cx="300711" cy="300711"/>
            </a:xfrm>
            <a:prstGeom prst="rect">
              <a:avLst/>
            </a:prstGeom>
            <a:ln w="12700" cap="flat">
              <a:solidFill>
                <a:srgbClr val="F49AC1"/>
              </a:solidFill>
              <a:prstDash val="solid"/>
              <a:miter lim="4"/>
            </a:ln>
          </p:spPr>
        </p:sp>
        <p:sp>
          <p:nvSpPr>
            <p:cNvPr id="96" name="shape 96"/>
            <p:cNvSpPr/>
            <p:nvPr/>
          </p:nvSpPr>
          <p:spPr>
            <a:xfrm>
              <a:off x="1638872" y="24143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74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25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50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88" y="126225"/>
                  </a:lnTo>
                  <a:close/>
                </a:path>
              </a:pathLst>
            </a:custGeom>
            <a:solidFill>
              <a:srgbClr val="524A47"/>
            </a:solidFill>
          </p:spPr>
        </p:sp>
        <p:sp>
          <p:nvSpPr>
            <p:cNvPr id="97" name="shape 97"/>
            <p:cNvSpPr txBox="1"/>
            <p:nvPr/>
          </p:nvSpPr>
          <p:spPr>
            <a:xfrm>
              <a:off x="1895358" y="262374"/>
              <a:ext cx="68580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>
                  <a:latin typeface="Arial"/>
                  <a:cs typeface="Arial"/>
                </a:rPr>
                <a:t>d</a:t>
              </a:r>
              <a:endParaRPr/>
            </a:p>
          </p:txBody>
        </p:sp>
        <p:pic>
          <p:nvPicPr>
            <p:cNvPr id="98" name="shape 98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58713" y="6946"/>
              <a:ext cx="290513" cy="287389"/>
            </a:xfrm>
            <a:prstGeom prst="rect"/>
          </p:spPr>
        </p:pic>
        <p:sp>
          <p:nvSpPr>
            <p:cNvPr id="99" name="shape 99"/>
            <p:cNvSpPr/>
            <p:nvPr/>
          </p:nvSpPr>
          <p:spPr>
            <a:xfrm>
              <a:off x="2177834" y="23965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25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25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25" y="164350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25"/>
                  </a:lnTo>
                  <a:close/>
                </a:path>
              </a:pathLst>
            </a:custGeom>
            <a:solidFill>
              <a:srgbClr val="FFF200"/>
            </a:solidFill>
          </p:spPr>
        </p:sp>
        <p:sp>
          <p:nvSpPr>
            <p:cNvPr id="100" name="shape 100"/>
            <p:cNvSpPr/>
            <p:nvPr/>
          </p:nvSpPr>
          <p:spPr>
            <a:xfrm>
              <a:off x="540258" y="7620"/>
              <a:ext cx="288011" cy="288011"/>
            </a:xfrm>
            <a:custGeom>
              <a:pathLst>
                <a:path w="288010" h="288010">
                  <a:moveTo>
                    <a:pt x="288010" y="0"/>
                  </a:moveTo>
                  <a:lnTo>
                    <a:pt x="0" y="0"/>
                  </a:lnTo>
                  <a:lnTo>
                    <a:pt x="0" y="288010"/>
                  </a:lnTo>
                  <a:lnTo>
                    <a:pt x="288010" y="288010"/>
                  </a:lnTo>
                  <a:lnTo>
                    <a:pt x="288010" y="17779"/>
                  </a:lnTo>
                  <a:lnTo>
                    <a:pt x="232079" y="17779"/>
                  </a:lnTo>
                  <a:lnTo>
                    <a:pt x="270218" y="55930"/>
                  </a:lnTo>
                  <a:lnTo>
                    <a:pt x="182143" y="144017"/>
                  </a:lnTo>
                  <a:lnTo>
                    <a:pt x="270218" y="232092"/>
                  </a:lnTo>
                  <a:lnTo>
                    <a:pt x="232079" y="270217"/>
                  </a:lnTo>
                  <a:lnTo>
                    <a:pt x="143992" y="182143"/>
                  </a:lnTo>
                  <a:lnTo>
                    <a:pt x="55905" y="270217"/>
                  </a:lnTo>
                  <a:lnTo>
                    <a:pt x="17767" y="232092"/>
                  </a:lnTo>
                  <a:lnTo>
                    <a:pt x="105841" y="144017"/>
                  </a:lnTo>
                  <a:lnTo>
                    <a:pt x="17767" y="55930"/>
                  </a:lnTo>
                  <a:lnTo>
                    <a:pt x="55905" y="17779"/>
                  </a:lnTo>
                  <a:lnTo>
                    <a:pt x="143992" y="105867"/>
                  </a:lnTo>
                  <a:lnTo>
                    <a:pt x="232079" y="17779"/>
                  </a:lnTo>
                  <a:lnTo>
                    <a:pt x="288010" y="17779"/>
                  </a:lnTo>
                  <a:close/>
                </a:path>
              </a:pathLst>
            </a:custGeom>
            <a:solidFill>
              <a:srgbClr val="8F807C"/>
            </a:solidFill>
          </p:spPr>
        </p:sp>
        <p:sp>
          <p:nvSpPr>
            <p:cNvPr id="101" name="shape 101"/>
            <p:cNvSpPr/>
            <p:nvPr/>
          </p:nvSpPr>
          <p:spPr>
            <a:xfrm>
              <a:off x="558038" y="25400"/>
              <a:ext cx="252451" cy="252438"/>
            </a:xfrm>
            <a:custGeom>
              <a:pathLst>
                <a:path w="252450" h="252437">
                  <a:moveTo>
                    <a:pt x="252450" y="38150"/>
                  </a:moveTo>
                  <a:lnTo>
                    <a:pt x="214312" y="0"/>
                  </a:lnTo>
                  <a:lnTo>
                    <a:pt x="126225" y="88087"/>
                  </a:lnTo>
                  <a:lnTo>
                    <a:pt x="38137" y="0"/>
                  </a:lnTo>
                  <a:lnTo>
                    <a:pt x="0" y="38150"/>
                  </a:lnTo>
                  <a:lnTo>
                    <a:pt x="88074" y="126237"/>
                  </a:lnTo>
                  <a:lnTo>
                    <a:pt x="0" y="214312"/>
                  </a:lnTo>
                  <a:lnTo>
                    <a:pt x="38137" y="252437"/>
                  </a:lnTo>
                  <a:lnTo>
                    <a:pt x="126225" y="164363"/>
                  </a:lnTo>
                  <a:lnTo>
                    <a:pt x="214312" y="252437"/>
                  </a:lnTo>
                  <a:lnTo>
                    <a:pt x="252450" y="214312"/>
                  </a:lnTo>
                  <a:lnTo>
                    <a:pt x="164375" y="126237"/>
                  </a:lnTo>
                  <a:close/>
                </a:path>
              </a:pathLst>
            </a:custGeom>
            <a:solidFill>
              <a:srgbClr val="81C99C"/>
            </a:solidFill>
          </p:spPr>
        </p:sp>
        <p:sp>
          <p:nvSpPr>
            <p:cNvPr id="102" name="shape 102"/>
            <p:cNvSpPr/>
            <p:nvPr/>
          </p:nvSpPr>
          <p:spPr>
            <a:xfrm>
              <a:off x="558038" y="25400"/>
              <a:ext cx="252451" cy="252438"/>
            </a:xfrm>
            <a:custGeom>
              <a:pathLst>
                <a:path w="252450" h="252437">
                  <a:moveTo>
                    <a:pt x="252450" y="38150"/>
                  </a:moveTo>
                  <a:lnTo>
                    <a:pt x="214312" y="0"/>
                  </a:lnTo>
                  <a:lnTo>
                    <a:pt x="126225" y="88087"/>
                  </a:lnTo>
                  <a:lnTo>
                    <a:pt x="38137" y="0"/>
                  </a:lnTo>
                  <a:lnTo>
                    <a:pt x="0" y="38150"/>
                  </a:lnTo>
                  <a:lnTo>
                    <a:pt x="88074" y="126237"/>
                  </a:lnTo>
                  <a:lnTo>
                    <a:pt x="0" y="214312"/>
                  </a:lnTo>
                  <a:lnTo>
                    <a:pt x="38137" y="252437"/>
                  </a:lnTo>
                  <a:lnTo>
                    <a:pt x="126225" y="164363"/>
                  </a:lnTo>
                  <a:lnTo>
                    <a:pt x="214312" y="252437"/>
                  </a:lnTo>
                  <a:lnTo>
                    <a:pt x="252450" y="214312"/>
                  </a:lnTo>
                  <a:lnTo>
                    <a:pt x="164375" y="126237"/>
                  </a:lnTo>
                  <a:close/>
                </a:path>
              </a:pathLst>
            </a:custGeom>
            <a:solidFill>
              <a:srgbClr val="F49AC1"/>
            </a:solidFill>
          </p:spPr>
        </p:sp>
        <p:sp>
          <p:nvSpPr>
            <p:cNvPr id="103" name="shape 103"/>
            <p:cNvSpPr/>
            <p:nvPr/>
          </p:nvSpPr>
          <p:spPr>
            <a:xfrm>
              <a:off x="555793" y="23155"/>
              <a:ext cx="256941" cy="256928"/>
            </a:xfrm>
            <a:custGeom>
              <a:pathLst>
                <a:path w="256940" h="256927">
                  <a:moveTo>
                    <a:pt x="254695" y="40395"/>
                  </a:moveTo>
                  <a:lnTo>
                    <a:pt x="216557" y="2245"/>
                  </a:lnTo>
                  <a:lnTo>
                    <a:pt x="128470" y="90332"/>
                  </a:lnTo>
                  <a:lnTo>
                    <a:pt x="40383" y="2245"/>
                  </a:lnTo>
                  <a:lnTo>
                    <a:pt x="2245" y="40395"/>
                  </a:lnTo>
                  <a:lnTo>
                    <a:pt x="90319" y="128483"/>
                  </a:lnTo>
                  <a:lnTo>
                    <a:pt x="2245" y="216557"/>
                  </a:lnTo>
                  <a:lnTo>
                    <a:pt x="40383" y="254683"/>
                  </a:lnTo>
                  <a:lnTo>
                    <a:pt x="128470" y="166608"/>
                  </a:lnTo>
                  <a:lnTo>
                    <a:pt x="216557" y="254683"/>
                  </a:lnTo>
                  <a:lnTo>
                    <a:pt x="254695" y="216557"/>
                  </a:lnTo>
                  <a:lnTo>
                    <a:pt x="166621" y="128483"/>
                  </a:lnTo>
                  <a:lnTo>
                    <a:pt x="254695" y="40395"/>
                  </a:lnTo>
                  <a:close/>
                </a:path>
              </a:pathLst>
            </a:custGeom>
            <a:ln w="3175" cap="flat">
              <a:solidFill>
                <a:srgbClr val="F49AC1"/>
              </a:solidFill>
              <a:prstDash val="solid"/>
              <a:miter lim="4"/>
            </a:ln>
          </p:spPr>
        </p:sp>
        <p:sp>
          <p:nvSpPr>
            <p:cNvPr id="104" name="shape 104"/>
            <p:cNvSpPr/>
            <p:nvPr/>
          </p:nvSpPr>
          <p:spPr>
            <a:xfrm>
              <a:off x="1097496" y="25514"/>
              <a:ext cx="252451" cy="252438"/>
            </a:xfrm>
            <a:custGeom>
              <a:pathLst>
                <a:path w="252450" h="252437">
                  <a:moveTo>
                    <a:pt x="252450" y="38150"/>
                  </a:moveTo>
                  <a:lnTo>
                    <a:pt x="214312" y="0"/>
                  </a:lnTo>
                  <a:lnTo>
                    <a:pt x="126225" y="88074"/>
                  </a:lnTo>
                  <a:lnTo>
                    <a:pt x="38137" y="0"/>
                  </a:lnTo>
                  <a:lnTo>
                    <a:pt x="0" y="38150"/>
                  </a:lnTo>
                  <a:lnTo>
                    <a:pt x="88074" y="126225"/>
                  </a:lnTo>
                  <a:lnTo>
                    <a:pt x="0" y="214312"/>
                  </a:lnTo>
                  <a:lnTo>
                    <a:pt x="38137" y="252437"/>
                  </a:lnTo>
                  <a:lnTo>
                    <a:pt x="126225" y="164350"/>
                  </a:lnTo>
                  <a:lnTo>
                    <a:pt x="214312" y="252437"/>
                  </a:lnTo>
                  <a:lnTo>
                    <a:pt x="252450" y="214312"/>
                  </a:lnTo>
                  <a:lnTo>
                    <a:pt x="164375" y="126225"/>
                  </a:lnTo>
                  <a:close/>
                </a:path>
              </a:pathLst>
            </a:custGeom>
            <a:solidFill>
              <a:srgbClr val="524A47"/>
            </a:solidFill>
          </p:spPr>
        </p:sp>
        <p:pic>
          <p:nvPicPr>
            <p:cNvPr id="105" name="shape 105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76176" y="24460"/>
              <a:ext cx="257175" cy="252413"/>
            </a:xfrm>
            <a:prstGeom prst="rect"/>
          </p:spPr>
        </p:pic>
        <p:pic>
          <p:nvPicPr>
            <p:cNvPr id="106" name="shape 106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79297" y="7309"/>
              <a:ext cx="288856" cy="288856"/>
            </a:xfrm>
            <a:prstGeom prst="rect"/>
          </p:spPr>
        </p:pic>
        <p:pic>
          <p:nvPicPr>
            <p:cNvPr id="107" name="shape 107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38013" y="24460"/>
              <a:ext cx="257175" cy="252413"/>
            </a:xfrm>
            <a:prstGeom prst="rect"/>
          </p:spPr>
        </p:pic>
        <p:sp>
          <p:nvSpPr>
            <p:cNvPr id="108" name="shape 108"/>
            <p:cNvSpPr/>
            <p:nvPr/>
          </p:nvSpPr>
          <p:spPr>
            <a:xfrm>
              <a:off x="1627136" y="514350"/>
              <a:ext cx="288011" cy="288024"/>
            </a:xfrm>
            <a:custGeom>
              <a:pathLst>
                <a:path w="288010" h="288023">
                  <a:moveTo>
                    <a:pt x="288010" y="0"/>
                  </a:moveTo>
                  <a:lnTo>
                    <a:pt x="0" y="0"/>
                  </a:lnTo>
                  <a:lnTo>
                    <a:pt x="0" y="288023"/>
                  </a:lnTo>
                  <a:lnTo>
                    <a:pt x="288010" y="288023"/>
                  </a:lnTo>
                  <a:lnTo>
                    <a:pt x="288010" y="17792"/>
                  </a:lnTo>
                  <a:lnTo>
                    <a:pt x="232080" y="17792"/>
                  </a:lnTo>
                  <a:lnTo>
                    <a:pt x="270230" y="55943"/>
                  </a:lnTo>
                  <a:lnTo>
                    <a:pt x="182143" y="144030"/>
                  </a:lnTo>
                  <a:lnTo>
                    <a:pt x="270230" y="232117"/>
                  </a:lnTo>
                  <a:lnTo>
                    <a:pt x="232080" y="270243"/>
                  </a:lnTo>
                  <a:lnTo>
                    <a:pt x="144005" y="182156"/>
                  </a:lnTo>
                  <a:lnTo>
                    <a:pt x="55918" y="270243"/>
                  </a:lnTo>
                  <a:lnTo>
                    <a:pt x="17767" y="232117"/>
                  </a:lnTo>
                  <a:lnTo>
                    <a:pt x="105854" y="144030"/>
                  </a:lnTo>
                  <a:lnTo>
                    <a:pt x="17767" y="55943"/>
                  </a:lnTo>
                  <a:lnTo>
                    <a:pt x="55918" y="17792"/>
                  </a:lnTo>
                  <a:lnTo>
                    <a:pt x="144005" y="105879"/>
                  </a:lnTo>
                  <a:lnTo>
                    <a:pt x="232080" y="17792"/>
                  </a:lnTo>
                  <a:lnTo>
                    <a:pt x="288010" y="17792"/>
                  </a:lnTo>
                  <a:close/>
                </a:path>
              </a:pathLst>
            </a:custGeom>
            <a:solidFill>
              <a:srgbClr val="F49AC1"/>
            </a:solidFill>
          </p:spPr>
        </p:sp>
        <p:sp>
          <p:nvSpPr>
            <p:cNvPr id="109" name="shape 109"/>
            <p:cNvSpPr/>
            <p:nvPr/>
          </p:nvSpPr>
          <p:spPr>
            <a:xfrm>
              <a:off x="1635922" y="523162"/>
              <a:ext cx="270427" cy="270411"/>
            </a:xfrm>
            <a:custGeom>
              <a:pathLst>
                <a:path w="270426" h="270410">
                  <a:moveTo>
                    <a:pt x="261444" y="47131"/>
                  </a:moveTo>
                  <a:lnTo>
                    <a:pt x="223294" y="8980"/>
                  </a:lnTo>
                  <a:lnTo>
                    <a:pt x="135219" y="97067"/>
                  </a:lnTo>
                  <a:lnTo>
                    <a:pt x="47132" y="8980"/>
                  </a:lnTo>
                  <a:lnTo>
                    <a:pt x="8981" y="47131"/>
                  </a:lnTo>
                  <a:lnTo>
                    <a:pt x="97068" y="135218"/>
                  </a:lnTo>
                  <a:lnTo>
                    <a:pt x="8981" y="223305"/>
                  </a:lnTo>
                  <a:lnTo>
                    <a:pt x="47132" y="261431"/>
                  </a:lnTo>
                  <a:lnTo>
                    <a:pt x="135219" y="173343"/>
                  </a:lnTo>
                  <a:lnTo>
                    <a:pt x="223294" y="261431"/>
                  </a:lnTo>
                  <a:lnTo>
                    <a:pt x="261444" y="223305"/>
                  </a:lnTo>
                  <a:lnTo>
                    <a:pt x="173357" y="135218"/>
                  </a:lnTo>
                  <a:lnTo>
                    <a:pt x="261444" y="47131"/>
                  </a:lnTo>
                  <a:close/>
                </a:path>
              </a:pathLst>
            </a:custGeom>
            <a:ln w="12700" cap="flat">
              <a:solidFill>
                <a:srgbClr val="F49AC1"/>
              </a:solidFill>
              <a:prstDash val="solid"/>
              <a:miter lim="4"/>
            </a:ln>
          </p:spPr>
        </p:sp>
        <p:sp>
          <p:nvSpPr>
            <p:cNvPr id="110" name="shape 110"/>
            <p:cNvSpPr/>
            <p:nvPr/>
          </p:nvSpPr>
          <p:spPr>
            <a:xfrm>
              <a:off x="1620799" y="508000"/>
              <a:ext cx="300698" cy="300724"/>
            </a:xfrm>
            <a:prstGeom prst="rect">
              <a:avLst/>
            </a:prstGeom>
            <a:ln w="12700" cap="flat">
              <a:solidFill>
                <a:srgbClr val="F49AC1"/>
              </a:solidFill>
              <a:prstDash val="solid"/>
              <a:miter lim="4"/>
            </a:ln>
          </p:spPr>
        </p:sp>
        <p:sp>
          <p:nvSpPr>
            <p:cNvPr id="111" name="shape 111"/>
            <p:cNvSpPr/>
            <p:nvPr/>
          </p:nvSpPr>
          <p:spPr>
            <a:xfrm>
              <a:off x="1644917" y="532143"/>
              <a:ext cx="252477" cy="252451"/>
            </a:xfrm>
            <a:custGeom>
              <a:pathLst>
                <a:path w="252476" h="252450">
                  <a:moveTo>
                    <a:pt x="252476" y="38150"/>
                  </a:moveTo>
                  <a:lnTo>
                    <a:pt x="214325" y="0"/>
                  </a:lnTo>
                  <a:lnTo>
                    <a:pt x="126250" y="88087"/>
                  </a:lnTo>
                  <a:lnTo>
                    <a:pt x="38163" y="0"/>
                  </a:lnTo>
                  <a:lnTo>
                    <a:pt x="0" y="38150"/>
                  </a:lnTo>
                  <a:lnTo>
                    <a:pt x="88099" y="126237"/>
                  </a:lnTo>
                  <a:lnTo>
                    <a:pt x="0" y="214325"/>
                  </a:lnTo>
                  <a:lnTo>
                    <a:pt x="38163" y="252450"/>
                  </a:lnTo>
                  <a:lnTo>
                    <a:pt x="126250" y="164363"/>
                  </a:lnTo>
                  <a:lnTo>
                    <a:pt x="214325" y="252450"/>
                  </a:lnTo>
                  <a:lnTo>
                    <a:pt x="252476" y="214325"/>
                  </a:lnTo>
                  <a:lnTo>
                    <a:pt x="164388" y="126237"/>
                  </a:lnTo>
                  <a:close/>
                </a:path>
              </a:pathLst>
            </a:custGeom>
            <a:solidFill>
              <a:srgbClr val="524A47"/>
            </a:solidFill>
          </p:spPr>
        </p:sp>
        <p:pic>
          <p:nvPicPr>
            <p:cNvPr id="112" name="shape 112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63476" y="514946"/>
              <a:ext cx="290513" cy="287389"/>
            </a:xfrm>
            <a:prstGeom prst="rect"/>
          </p:spPr>
        </p:pic>
        <p:sp>
          <p:nvSpPr>
            <p:cNvPr id="113" name="shape 113"/>
            <p:cNvSpPr/>
            <p:nvPr/>
          </p:nvSpPr>
          <p:spPr>
            <a:xfrm>
              <a:off x="2183892" y="531965"/>
              <a:ext cx="252451" cy="252451"/>
            </a:xfrm>
            <a:custGeom>
              <a:pathLst>
                <a:path w="252450" h="252450">
                  <a:moveTo>
                    <a:pt x="252450" y="38150"/>
                  </a:moveTo>
                  <a:lnTo>
                    <a:pt x="214312" y="0"/>
                  </a:lnTo>
                  <a:lnTo>
                    <a:pt x="126225" y="88099"/>
                  </a:lnTo>
                  <a:lnTo>
                    <a:pt x="38137" y="0"/>
                  </a:lnTo>
                  <a:lnTo>
                    <a:pt x="0" y="38150"/>
                  </a:lnTo>
                  <a:lnTo>
                    <a:pt x="88074" y="126237"/>
                  </a:lnTo>
                  <a:lnTo>
                    <a:pt x="0" y="214325"/>
                  </a:lnTo>
                  <a:lnTo>
                    <a:pt x="38137" y="252450"/>
                  </a:lnTo>
                  <a:lnTo>
                    <a:pt x="126225" y="164363"/>
                  </a:lnTo>
                  <a:lnTo>
                    <a:pt x="214312" y="252450"/>
                  </a:lnTo>
                  <a:lnTo>
                    <a:pt x="252450" y="214325"/>
                  </a:lnTo>
                  <a:lnTo>
                    <a:pt x="164375" y="126237"/>
                  </a:lnTo>
                  <a:close/>
                </a:path>
              </a:pathLst>
            </a:custGeom>
            <a:solidFill>
              <a:srgbClr val="FFF200"/>
            </a:solidFill>
          </p:spPr>
        </p:sp>
        <p:sp>
          <p:nvSpPr>
            <p:cNvPr id="114" name="shape 114"/>
            <p:cNvSpPr/>
            <p:nvPr/>
          </p:nvSpPr>
          <p:spPr>
            <a:xfrm>
              <a:off x="546303" y="515620"/>
              <a:ext cx="288011" cy="288024"/>
            </a:xfrm>
            <a:custGeom>
              <a:pathLst>
                <a:path w="288010" h="288023">
                  <a:moveTo>
                    <a:pt x="288010" y="0"/>
                  </a:moveTo>
                  <a:lnTo>
                    <a:pt x="0" y="0"/>
                  </a:lnTo>
                  <a:lnTo>
                    <a:pt x="0" y="288023"/>
                  </a:lnTo>
                  <a:lnTo>
                    <a:pt x="288010" y="288023"/>
                  </a:lnTo>
                  <a:lnTo>
                    <a:pt x="288010" y="17779"/>
                  </a:lnTo>
                  <a:lnTo>
                    <a:pt x="232080" y="17779"/>
                  </a:lnTo>
                  <a:lnTo>
                    <a:pt x="270230" y="55930"/>
                  </a:lnTo>
                  <a:lnTo>
                    <a:pt x="182143" y="144030"/>
                  </a:lnTo>
                  <a:lnTo>
                    <a:pt x="270230" y="232105"/>
                  </a:lnTo>
                  <a:lnTo>
                    <a:pt x="232080" y="270230"/>
                  </a:lnTo>
                  <a:lnTo>
                    <a:pt x="144005" y="182156"/>
                  </a:lnTo>
                  <a:lnTo>
                    <a:pt x="55918" y="270230"/>
                  </a:lnTo>
                  <a:lnTo>
                    <a:pt x="17767" y="232105"/>
                  </a:lnTo>
                  <a:lnTo>
                    <a:pt x="105854" y="144030"/>
                  </a:lnTo>
                  <a:lnTo>
                    <a:pt x="17767" y="55930"/>
                  </a:lnTo>
                  <a:lnTo>
                    <a:pt x="55918" y="17779"/>
                  </a:lnTo>
                  <a:lnTo>
                    <a:pt x="144005" y="105879"/>
                  </a:lnTo>
                  <a:lnTo>
                    <a:pt x="232080" y="17779"/>
                  </a:lnTo>
                  <a:lnTo>
                    <a:pt x="288010" y="17779"/>
                  </a:lnTo>
                  <a:close/>
                </a:path>
              </a:pathLst>
            </a:custGeom>
            <a:solidFill>
              <a:srgbClr val="8F807C"/>
            </a:solidFill>
          </p:spPr>
        </p:sp>
        <p:sp>
          <p:nvSpPr>
            <p:cNvPr id="115" name="shape 115"/>
            <p:cNvSpPr/>
            <p:nvPr/>
          </p:nvSpPr>
          <p:spPr>
            <a:xfrm>
              <a:off x="564083" y="533400"/>
              <a:ext cx="252464" cy="252451"/>
            </a:xfrm>
            <a:custGeom>
              <a:pathLst>
                <a:path w="252463" h="252450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99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50"/>
                  </a:lnTo>
                  <a:lnTo>
                    <a:pt x="0" y="214325"/>
                  </a:lnTo>
                  <a:lnTo>
                    <a:pt x="38150" y="252450"/>
                  </a:lnTo>
                  <a:lnTo>
                    <a:pt x="126237" y="164376"/>
                  </a:lnTo>
                  <a:lnTo>
                    <a:pt x="214312" y="252450"/>
                  </a:lnTo>
                  <a:lnTo>
                    <a:pt x="252463" y="214325"/>
                  </a:lnTo>
                  <a:lnTo>
                    <a:pt x="164376" y="126250"/>
                  </a:lnTo>
                  <a:close/>
                </a:path>
              </a:pathLst>
            </a:custGeom>
            <a:solidFill>
              <a:srgbClr val="81C99C"/>
            </a:solidFill>
          </p:spPr>
        </p:sp>
        <p:sp>
          <p:nvSpPr>
            <p:cNvPr id="116" name="shape 116"/>
            <p:cNvSpPr/>
            <p:nvPr/>
          </p:nvSpPr>
          <p:spPr>
            <a:xfrm>
              <a:off x="564083" y="533400"/>
              <a:ext cx="252464" cy="252451"/>
            </a:xfrm>
            <a:custGeom>
              <a:pathLst>
                <a:path w="252463" h="252450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99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50"/>
                  </a:lnTo>
                  <a:lnTo>
                    <a:pt x="0" y="214325"/>
                  </a:lnTo>
                  <a:lnTo>
                    <a:pt x="38150" y="252450"/>
                  </a:lnTo>
                  <a:lnTo>
                    <a:pt x="126237" y="164376"/>
                  </a:lnTo>
                  <a:lnTo>
                    <a:pt x="214312" y="252450"/>
                  </a:lnTo>
                  <a:lnTo>
                    <a:pt x="252463" y="214325"/>
                  </a:lnTo>
                  <a:lnTo>
                    <a:pt x="164376" y="126250"/>
                  </a:lnTo>
                  <a:close/>
                </a:path>
              </a:pathLst>
            </a:custGeom>
            <a:solidFill>
              <a:srgbClr val="F49AC1"/>
            </a:solidFill>
          </p:spPr>
        </p:sp>
        <p:sp>
          <p:nvSpPr>
            <p:cNvPr id="117" name="shape 117"/>
            <p:cNvSpPr/>
            <p:nvPr/>
          </p:nvSpPr>
          <p:spPr>
            <a:xfrm>
              <a:off x="561838" y="531155"/>
              <a:ext cx="256955" cy="256941"/>
            </a:xfrm>
            <a:custGeom>
              <a:pathLst>
                <a:path w="256954" h="256940">
                  <a:moveTo>
                    <a:pt x="254708" y="40395"/>
                  </a:moveTo>
                  <a:lnTo>
                    <a:pt x="216558" y="2245"/>
                  </a:lnTo>
                  <a:lnTo>
                    <a:pt x="128483" y="90345"/>
                  </a:lnTo>
                  <a:lnTo>
                    <a:pt x="40396" y="2245"/>
                  </a:lnTo>
                  <a:lnTo>
                    <a:pt x="2245" y="40395"/>
                  </a:lnTo>
                  <a:lnTo>
                    <a:pt x="90332" y="128495"/>
                  </a:lnTo>
                  <a:lnTo>
                    <a:pt x="2245" y="216570"/>
                  </a:lnTo>
                  <a:lnTo>
                    <a:pt x="40396" y="254695"/>
                  </a:lnTo>
                  <a:lnTo>
                    <a:pt x="128483" y="166621"/>
                  </a:lnTo>
                  <a:lnTo>
                    <a:pt x="216558" y="254695"/>
                  </a:lnTo>
                  <a:lnTo>
                    <a:pt x="254708" y="216570"/>
                  </a:lnTo>
                  <a:lnTo>
                    <a:pt x="166621" y="128495"/>
                  </a:lnTo>
                  <a:lnTo>
                    <a:pt x="254708" y="40395"/>
                  </a:lnTo>
                  <a:close/>
                </a:path>
              </a:pathLst>
            </a:custGeom>
            <a:ln w="3175" cap="flat">
              <a:solidFill>
                <a:srgbClr val="F49AC1"/>
              </a:solidFill>
              <a:prstDash val="solid"/>
              <a:miter lim="4"/>
            </a:ln>
          </p:spPr>
        </p:sp>
        <p:sp>
          <p:nvSpPr>
            <p:cNvPr id="118" name="shape 118"/>
            <p:cNvSpPr/>
            <p:nvPr/>
          </p:nvSpPr>
          <p:spPr>
            <a:xfrm>
              <a:off x="1103541" y="533514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50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88" y="126237"/>
                  </a:lnTo>
                  <a:close/>
                </a:path>
              </a:pathLst>
            </a:custGeom>
            <a:solidFill>
              <a:srgbClr val="524A47"/>
            </a:solidFill>
          </p:spPr>
        </p:sp>
        <p:pic>
          <p:nvPicPr>
            <p:cNvPr id="119" name="shape 119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84113" y="532460"/>
              <a:ext cx="252413" cy="252413"/>
            </a:xfrm>
            <a:prstGeom prst="rect"/>
          </p:spPr>
        </p:pic>
        <p:pic>
          <p:nvPicPr>
            <p:cNvPr id="120" name="shape 120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85349" y="515309"/>
              <a:ext cx="288856" cy="288856"/>
            </a:xfrm>
            <a:prstGeom prst="rect"/>
          </p:spPr>
        </p:pic>
        <p:pic>
          <p:nvPicPr>
            <p:cNvPr id="121" name="shape 121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42776" y="532460"/>
              <a:ext cx="257175" cy="252413"/>
            </a:xfrm>
            <a:prstGeom prst="rect"/>
          </p:spPr>
        </p:pic>
        <p:sp>
          <p:nvSpPr>
            <p:cNvPr id="122" name="shape 122"/>
            <p:cNvSpPr/>
            <p:nvPr/>
          </p:nvSpPr>
          <p:spPr>
            <a:xfrm>
              <a:off x="0" y="7861"/>
              <a:ext cx="287998" cy="287986"/>
            </a:xfrm>
            <a:prstGeom prst="rect">
              <a:avLst/>
            </a:prstGeom>
            <a:solidFill>
              <a:srgbClr val="8F807C"/>
            </a:solidFill>
          </p:spPr>
        </p:sp>
        <p:sp>
          <p:nvSpPr>
            <p:cNvPr id="123" name="shape 123"/>
            <p:cNvSpPr/>
            <p:nvPr/>
          </p:nvSpPr>
          <p:spPr>
            <a:xfrm>
              <a:off x="19253" y="27102"/>
              <a:ext cx="249517" cy="249517"/>
            </a:xfrm>
            <a:custGeom>
              <a:pathLst>
                <a:path w="249516" h="249516">
                  <a:moveTo>
                    <a:pt x="164223" y="121234"/>
                  </a:moveTo>
                  <a:lnTo>
                    <a:pt x="249516" y="206514"/>
                  </a:lnTo>
                  <a:lnTo>
                    <a:pt x="213563" y="249516"/>
                  </a:lnTo>
                  <a:lnTo>
                    <a:pt x="121234" y="164236"/>
                  </a:lnTo>
                  <a:lnTo>
                    <a:pt x="35941" y="249516"/>
                  </a:lnTo>
                  <a:lnTo>
                    <a:pt x="0" y="206514"/>
                  </a:lnTo>
                  <a:lnTo>
                    <a:pt x="85280" y="121234"/>
                  </a:lnTo>
                  <a:lnTo>
                    <a:pt x="0" y="35940"/>
                  </a:lnTo>
                  <a:lnTo>
                    <a:pt x="35941" y="0"/>
                  </a:lnTo>
                  <a:lnTo>
                    <a:pt x="121234" y="85280"/>
                  </a:lnTo>
                  <a:lnTo>
                    <a:pt x="213563" y="0"/>
                  </a:lnTo>
                  <a:lnTo>
                    <a:pt x="249516" y="35940"/>
                  </a:lnTo>
                  <a:close/>
                </a:path>
              </a:pathLst>
            </a:custGeom>
            <a:solidFill>
              <a:srgbClr val="81C99C"/>
            </a:solidFill>
          </p:spPr>
        </p:sp>
        <p:sp>
          <p:nvSpPr>
            <p:cNvPr id="124" name="shape 124"/>
            <p:cNvSpPr/>
            <p:nvPr/>
          </p:nvSpPr>
          <p:spPr>
            <a:xfrm>
              <a:off x="16881" y="24768"/>
              <a:ext cx="254007" cy="254125"/>
            </a:xfrm>
            <a:custGeom>
              <a:pathLst>
                <a:path w="254006" h="254124">
                  <a:moveTo>
                    <a:pt x="251762" y="38198"/>
                  </a:moveTo>
                  <a:lnTo>
                    <a:pt x="215821" y="2245"/>
                  </a:lnTo>
                  <a:lnTo>
                    <a:pt x="123479" y="87538"/>
                  </a:lnTo>
                  <a:lnTo>
                    <a:pt x="38198" y="2245"/>
                  </a:lnTo>
                  <a:lnTo>
                    <a:pt x="2245" y="38198"/>
                  </a:lnTo>
                  <a:lnTo>
                    <a:pt x="87538" y="123479"/>
                  </a:lnTo>
                  <a:lnTo>
                    <a:pt x="2245" y="208772"/>
                  </a:lnTo>
                  <a:lnTo>
                    <a:pt x="38198" y="251774"/>
                  </a:lnTo>
                  <a:lnTo>
                    <a:pt x="123479" y="166481"/>
                  </a:lnTo>
                  <a:lnTo>
                    <a:pt x="215821" y="251774"/>
                  </a:lnTo>
                  <a:lnTo>
                    <a:pt x="251762" y="208772"/>
                  </a:lnTo>
                  <a:lnTo>
                    <a:pt x="166481" y="123479"/>
                  </a:lnTo>
                  <a:lnTo>
                    <a:pt x="251762" y="38198"/>
                  </a:lnTo>
                  <a:close/>
                </a:path>
              </a:pathLst>
            </a:custGeom>
            <a:ln w="3175" cap="flat">
              <a:solidFill>
                <a:srgbClr val="F49AC1"/>
              </a:solidFill>
              <a:prstDash val="solid"/>
              <a:miter lim="4"/>
            </a:ln>
          </p:spPr>
        </p:sp>
        <p:sp>
          <p:nvSpPr>
            <p:cNvPr id="125" name="shape 125"/>
            <p:cNvSpPr/>
            <p:nvPr/>
          </p:nvSpPr>
          <p:spPr>
            <a:xfrm>
              <a:off x="0" y="521310"/>
              <a:ext cx="287998" cy="287986"/>
            </a:xfrm>
            <a:prstGeom prst="rect">
              <a:avLst/>
            </a:prstGeom>
            <a:solidFill>
              <a:srgbClr val="8F807C"/>
            </a:solidFill>
          </p:spPr>
        </p:sp>
        <p:sp>
          <p:nvSpPr>
            <p:cNvPr id="126" name="shape 126"/>
            <p:cNvSpPr/>
            <p:nvPr/>
          </p:nvSpPr>
          <p:spPr>
            <a:xfrm>
              <a:off x="19253" y="540550"/>
              <a:ext cx="249517" cy="249492"/>
            </a:xfrm>
            <a:custGeom>
              <a:pathLst>
                <a:path w="249516" h="249491">
                  <a:moveTo>
                    <a:pt x="164223" y="121234"/>
                  </a:moveTo>
                  <a:lnTo>
                    <a:pt x="249516" y="206514"/>
                  </a:lnTo>
                  <a:lnTo>
                    <a:pt x="213563" y="249491"/>
                  </a:lnTo>
                  <a:lnTo>
                    <a:pt x="121234" y="164210"/>
                  </a:lnTo>
                  <a:lnTo>
                    <a:pt x="35941" y="249491"/>
                  </a:lnTo>
                  <a:lnTo>
                    <a:pt x="0" y="206514"/>
                  </a:lnTo>
                  <a:lnTo>
                    <a:pt x="85280" y="121234"/>
                  </a:lnTo>
                  <a:lnTo>
                    <a:pt x="0" y="35928"/>
                  </a:lnTo>
                  <a:lnTo>
                    <a:pt x="35941" y="0"/>
                  </a:lnTo>
                  <a:lnTo>
                    <a:pt x="121234" y="85267"/>
                  </a:lnTo>
                  <a:lnTo>
                    <a:pt x="213563" y="0"/>
                  </a:lnTo>
                  <a:lnTo>
                    <a:pt x="249516" y="35928"/>
                  </a:lnTo>
                  <a:close/>
                </a:path>
              </a:pathLst>
            </a:custGeom>
            <a:solidFill>
              <a:srgbClr val="81C99C"/>
            </a:solidFill>
          </p:spPr>
        </p:sp>
        <p:sp>
          <p:nvSpPr>
            <p:cNvPr id="127" name="shape 127"/>
            <p:cNvSpPr/>
            <p:nvPr/>
          </p:nvSpPr>
          <p:spPr>
            <a:xfrm>
              <a:off x="16881" y="538203"/>
              <a:ext cx="254007" cy="254112"/>
            </a:xfrm>
            <a:custGeom>
              <a:pathLst>
                <a:path w="254006" h="254111">
                  <a:moveTo>
                    <a:pt x="251762" y="38198"/>
                  </a:moveTo>
                  <a:lnTo>
                    <a:pt x="215821" y="2245"/>
                  </a:lnTo>
                  <a:lnTo>
                    <a:pt x="123479" y="87538"/>
                  </a:lnTo>
                  <a:lnTo>
                    <a:pt x="38198" y="2245"/>
                  </a:lnTo>
                  <a:lnTo>
                    <a:pt x="2245" y="38198"/>
                  </a:lnTo>
                  <a:lnTo>
                    <a:pt x="87538" y="123479"/>
                  </a:lnTo>
                  <a:lnTo>
                    <a:pt x="2245" y="208772"/>
                  </a:lnTo>
                  <a:lnTo>
                    <a:pt x="38198" y="251762"/>
                  </a:lnTo>
                  <a:lnTo>
                    <a:pt x="123479" y="166481"/>
                  </a:lnTo>
                  <a:lnTo>
                    <a:pt x="215821" y="251762"/>
                  </a:lnTo>
                  <a:lnTo>
                    <a:pt x="251762" y="208772"/>
                  </a:lnTo>
                  <a:lnTo>
                    <a:pt x="166481" y="123479"/>
                  </a:lnTo>
                  <a:lnTo>
                    <a:pt x="251762" y="38198"/>
                  </a:lnTo>
                  <a:close/>
                </a:path>
              </a:pathLst>
            </a:custGeom>
            <a:ln w="3175" cap="flat">
              <a:solidFill>
                <a:srgbClr val="F49AC1"/>
              </a:solidFill>
              <a:prstDash val="solid"/>
              <a:miter lim="4"/>
            </a:ln>
          </p:spPr>
        </p:sp>
        <p:sp>
          <p:nvSpPr>
            <p:cNvPr id="128" name="shape 128"/>
            <p:cNvSpPr txBox="1"/>
            <p:nvPr/>
          </p:nvSpPr>
          <p:spPr>
            <a:xfrm>
              <a:off x="66573" y="314689"/>
              <a:ext cx="156210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>
                  <a:latin typeface="Arial"/>
                  <a:cs typeface="Arial"/>
                </a:rPr>
                <a:t>font</a:t>
              </a:r>
              <a:endParaRPr/>
            </a:p>
          </p:txBody>
        </p:sp>
        <p:sp>
          <p:nvSpPr>
            <p:cNvPr id="129" name="shape 129"/>
            <p:cNvSpPr txBox="1"/>
            <p:nvPr/>
          </p:nvSpPr>
          <p:spPr>
            <a:xfrm>
              <a:off x="579247" y="320099"/>
              <a:ext cx="226695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>
                  <a:latin typeface="Arial"/>
                  <a:cs typeface="Arial"/>
                </a:rPr>
                <a:t>vector</a:t>
              </a:r>
              <a:endParaRPr/>
            </a:p>
          </p:txBody>
        </p:sp>
        <p:sp>
          <p:nvSpPr>
            <p:cNvPr id="130" name="shape 130"/>
            <p:cNvSpPr txBox="1"/>
            <p:nvPr/>
          </p:nvSpPr>
          <p:spPr>
            <a:xfrm>
              <a:off x="1109980" y="318271"/>
              <a:ext cx="224791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>
                  <a:latin typeface="Arial"/>
                  <a:cs typeface="Arial"/>
                </a:rPr>
                <a:t>image</a:t>
              </a:r>
              <a:endParaRPr/>
            </a:p>
          </p:txBody>
        </p:sp>
        <p:sp>
          <p:nvSpPr>
            <p:cNvPr id="131" name="shape 131"/>
            <p:cNvSpPr txBox="1"/>
            <p:nvPr/>
          </p:nvSpPr>
          <p:spPr>
            <a:xfrm>
              <a:off x="1670584" y="321928"/>
              <a:ext cx="191770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 spc="-10">
                  <a:latin typeface="Arial"/>
                  <a:cs typeface="Arial"/>
                </a:rPr>
                <a:t>mask</a:t>
              </a:r>
              <a:endParaRPr/>
            </a:p>
          </p:txBody>
        </p:sp>
        <p:sp>
          <p:nvSpPr>
            <p:cNvPr id="132" name="shape 132"/>
            <p:cNvSpPr txBox="1"/>
            <p:nvPr/>
          </p:nvSpPr>
          <p:spPr>
            <a:xfrm>
              <a:off x="2163293" y="318271"/>
              <a:ext cx="280670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 spc="-5">
                  <a:latin typeface="Arial"/>
                  <a:cs typeface="Arial"/>
                </a:rPr>
                <a:t>shading</a:t>
              </a:r>
              <a:endParaRPr/>
            </a:p>
          </p:txBody>
        </p:sp>
      </p:grpSp>
      <p:sp>
        <p:nvSpPr>
          <p:cNvPr id="133" name="shape 133"/>
          <p:cNvSpPr txBox="1"/>
          <p:nvPr/>
        </p:nvSpPr>
        <p:spPr>
          <a:xfrm>
            <a:off x="6758406" y="4247939"/>
            <a:ext cx="64136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>
                <a:latin typeface="Arial"/>
                <a:cs typeface="Arial"/>
              </a:rPr>
              <a:t>e</a:t>
            </a:r>
            <a:endParaRPr/>
          </a:p>
        </p:txBody>
      </p:sp>
      <p:sp>
        <p:nvSpPr>
          <p:cNvPr id="134" name="shape 134"/>
          <p:cNvSpPr txBox="1"/>
          <p:nvPr/>
        </p:nvSpPr>
        <p:spPr>
          <a:xfrm>
            <a:off x="4066687" y="4087961"/>
            <a:ext cx="250191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30">
                <a:latin typeface="Arial"/>
                <a:cs typeface="Arial"/>
              </a:rPr>
              <a:t>OPM  0</a:t>
            </a:r>
            <a:endParaRPr/>
          </a:p>
        </p:txBody>
      </p:sp>
      <p:sp>
        <p:nvSpPr>
          <p:cNvPr id="135" name="shape 135"/>
          <p:cNvSpPr txBox="1"/>
          <p:nvPr/>
        </p:nvSpPr>
        <p:spPr>
          <a:xfrm>
            <a:off x="4387794" y="4815519"/>
            <a:ext cx="156210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>
                <a:latin typeface="Arial"/>
                <a:cs typeface="Arial"/>
              </a:rPr>
              <a:t>font</a:t>
            </a:r>
            <a:endParaRPr/>
          </a:p>
        </p:txBody>
      </p:sp>
      <p:sp>
        <p:nvSpPr>
          <p:cNvPr id="136" name="shape 136"/>
          <p:cNvSpPr txBox="1"/>
          <p:nvPr/>
        </p:nvSpPr>
        <p:spPr>
          <a:xfrm>
            <a:off x="4900443" y="4820937"/>
            <a:ext cx="226695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>
                <a:latin typeface="Arial"/>
                <a:cs typeface="Arial"/>
              </a:rPr>
              <a:t>vector</a:t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5431176" y="4819108"/>
            <a:ext cx="224791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>
                <a:latin typeface="Arial"/>
                <a:cs typeface="Arial"/>
              </a:rPr>
              <a:t>image</a:t>
            </a:r>
            <a:endParaRPr/>
          </a:p>
        </p:txBody>
      </p:sp>
      <p:sp>
        <p:nvSpPr>
          <p:cNvPr id="138" name="shape 138"/>
          <p:cNvSpPr txBox="1"/>
          <p:nvPr/>
        </p:nvSpPr>
        <p:spPr>
          <a:xfrm>
            <a:off x="6484565" y="4819108"/>
            <a:ext cx="280670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5">
                <a:latin typeface="Arial"/>
                <a:cs typeface="Arial"/>
              </a:rPr>
              <a:t>shading</a:t>
            </a:r>
            <a:endParaRPr/>
          </a:p>
        </p:txBody>
      </p:sp>
      <p:grpSp>
        <p:nvGrpSpPr>
          <p:cNvPr id="139" name="shape 139"/>
          <p:cNvGrpSpPr/>
          <p:nvPr/>
        </p:nvGrpSpPr>
        <p:grpSpPr>
          <a:xfrm>
            <a:off x="424948" y="5699068"/>
            <a:ext cx="3191295" cy="1751305"/>
            <a:chOff x="0" y="0"/>
            <a:chExt cx="3191294" cy="1751305"/>
          </a:xfrm>
        </p:grpSpPr>
        <p:sp>
          <p:nvSpPr>
            <p:cNvPr id="140" name="shape 140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12700" rIns="0" bIns="0">
              <a:spAutoFit/>
            </a:bodyPr>
            <a:p>
              <a:pPr marL="692150">
                <a:spcBef>
                  <a:spcPts val="100"/>
                </a:spcBef>
              </a:pPr>
              <a:r>
                <a:rPr sz="900">
                  <a:latin typeface="Arial"/>
                  <a:cs typeface="Arial"/>
                </a:rPr>
                <a:t>GWG 19.0 – DeviceN Overprint (Black)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1032510"/>
              <a:r>
                <a:rPr sz="600">
                  <a:latin typeface="Arial"/>
                  <a:cs typeface="Arial"/>
                </a:rPr>
                <a:t>OP is true for all topmost elements.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727710">
                <a:spcBef>
                  <a:spcPts val="1000"/>
                </a:spcBef>
                <a:tabLst>
                  <a:tab pos="1382395" algn="l"/>
                  <a:tab pos="2040890" algn="l"/>
                  <a:tab pos="2699385" algn="l"/>
                </a:tabLst>
              </a:pPr>
              <a:r>
                <a:rPr sz="600">
                  <a:latin typeface="Arial"/>
                  <a:cs typeface="Arial"/>
                </a:rPr>
                <a:t>a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b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d</a:t>
              </a:r>
              <a:endParaRPr/>
            </a:p>
            <a:p>
              <a:pPr marL="464820">
                <a:lnSpc>
                  <a:spcPts val="625"/>
                </a:lnSpc>
                <a:tabLst>
                  <a:tab pos="1122045" algn="l"/>
                  <a:tab pos="1774825" algn="l"/>
                  <a:tab pos="2432050" algn="l"/>
                </a:tabLst>
              </a:pPr>
              <a:r>
                <a:rPr sz="600">
                  <a:latin typeface="Arial"/>
                  <a:cs typeface="Arial"/>
                </a:rPr>
                <a:t>Vector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Vector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Image</a:t>
              </a:r>
              <a:endParaRPr/>
            </a:p>
            <a:p>
              <a:pPr marL="546100">
                <a:spcBef>
                  <a:spcPts val="200"/>
                </a:spcBef>
                <a:tabLst>
                  <a:tab pos="1799590" algn="l"/>
                </a:tabLst>
              </a:pPr>
              <a:r>
                <a:rPr sz="600">
                  <a:latin typeface="Arial"/>
                  <a:cs typeface="Arial"/>
                </a:rPr>
                <a:t>Cyan (DeviceN - 100C)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Cyan (DeviceN - 100C0Y0K)</a:t>
              </a:r>
              <a:endParaRPr/>
            </a:p>
            <a:p>
              <a:pPr marL="711835">
                <a:tabLst>
                  <a:tab pos="2045335" algn="l"/>
                </a:tabLst>
              </a:pPr>
              <a:r>
                <a:rPr sz="600">
                  <a:latin typeface="Arial"/>
                  <a:cs typeface="Arial"/>
                </a:rPr>
                <a:t>CMYK Black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CMYK Black</a:t>
              </a:r>
              <a:endParaRPr/>
            </a:p>
            <a:p>
              <a:pPr marL="77470">
                <a:spcBef>
                  <a:spcPts val="100"/>
                </a:spcBef>
                <a:tabLst>
                  <a:tab pos="330200" algn="l"/>
                </a:tabLst>
              </a:pPr>
              <a:r>
                <a:rPr sz="600">
                  <a:latin typeface="Arial"/>
                  <a:cs typeface="Arial"/>
                </a:rPr>
                <a:t>a + b: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must be rendered to solid Black (100C100K) rectangles</a:t>
              </a:r>
              <a:endParaRPr/>
            </a:p>
            <a:p>
              <a:pPr marL="329565"/>
              <a:r>
                <a:rPr sz="600" spc="-15">
                  <a:latin typeface="Arial"/>
                  <a:cs typeface="Arial"/>
                </a:rPr>
                <a:t>A faint X means, that OP is not honored (or image was converted to DeviceCMYK for b)</a:t>
              </a:r>
              <a:endParaRPr/>
            </a:p>
            <a:p>
              <a:pPr marL="77470">
                <a:spcBef>
                  <a:spcPts val="300"/>
                </a:spcBef>
                <a:tabLst>
                  <a:tab pos="330200" algn="l"/>
                </a:tabLst>
              </a:pPr>
              <a:r>
                <a:rPr sz="600">
                  <a:latin typeface="Arial"/>
                  <a:cs typeface="Arial"/>
                </a:rPr>
                <a:t>c + d: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must be rendered to solid Cyan rectangles</a:t>
              </a:r>
              <a:endParaRPr/>
            </a:p>
            <a:p>
              <a:pPr marL="77470" marR="123190" algn="just">
                <a:lnSpc>
                  <a:spcPct val="99834"/>
                </a:lnSpc>
                <a:tabLst>
                  <a:tab pos="330200" algn="l"/>
                </a:tabLst>
              </a:pPr>
              <a:r>
                <a:rPr sz="600">
                  <a:latin typeface="Arial"/>
                  <a:cs typeface="Arial"/>
                </a:rPr>
                <a:t>c: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25">
                  <a:latin typeface="Arial"/>
                  <a:cs typeface="Arial"/>
                </a:rPr>
                <a:t>X means, that color space might have been converted to DeviceCMYK upfront (OPM 1) </a:t>
              </a:r>
              <a:r>
                <a:rPr sz="600">
                  <a:latin typeface="Arial"/>
                  <a:cs typeface="Arial"/>
                </a:rPr>
                <a:t>d: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X means, that 0% Channels might have been ignored or color was converted</a:t>
              </a:r>
              <a:endParaRPr/>
            </a:p>
            <a:p>
              <a:pPr marL="22860">
                <a:spcBef>
                  <a:spcPts val="600"/>
                </a:spcBef>
                <a:tabLst>
                  <a:tab pos="1032510" algn="l"/>
                  <a:tab pos="3021965" algn="l"/>
                </a:tabLst>
              </a:pPr>
              <a:r>
                <a:rPr sz="600">
                  <a:latin typeface="Arial"/>
                  <a:cs typeface="Arial"/>
                </a:rPr>
                <a:t>12 Dec 2012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© Ghent Workgroup,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19.0</a:t>
              </a:r>
              <a:endParaRPr/>
            </a:p>
          </p:txBody>
        </p:sp>
        <p:grpSp>
          <p:nvGrpSpPr>
            <p:cNvPr id="141" name="shape 141"/>
            <p:cNvGrpSpPr/>
            <p:nvPr/>
          </p:nvGrpSpPr>
          <p:grpSpPr>
            <a:xfrm>
              <a:off x="0" y="0"/>
              <a:ext cx="3191295" cy="1751305"/>
              <a:chOff x="0" y="0"/>
              <a:chExt cx="3191294" cy="1751305"/>
            </a:xfrm>
          </p:grpSpPr>
          <p:grpSp>
            <p:nvGrpSpPr>
              <p:cNvPr id="142" name="shape 142"/>
              <p:cNvGrpSpPr/>
              <p:nvPr/>
            </p:nvGrpSpPr>
            <p:grpSpPr>
              <a:xfrm>
                <a:off x="1740281" y="468046"/>
                <a:ext cx="288011" cy="288011"/>
                <a:chOff x="0" y="0"/>
                <a:chExt cx="288011" cy="288011"/>
              </a:xfrm>
            </p:grpSpPr>
            <p:sp>
              <p:nvSpPr>
                <p:cNvPr id="143" name="shape 143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80"/>
                      </a:lnTo>
                      <a:lnTo>
                        <a:pt x="232079" y="17780"/>
                      </a:lnTo>
                      <a:lnTo>
                        <a:pt x="270230" y="55930"/>
                      </a:lnTo>
                      <a:lnTo>
                        <a:pt x="182143" y="144018"/>
                      </a:lnTo>
                      <a:lnTo>
                        <a:pt x="270230" y="232092"/>
                      </a:lnTo>
                      <a:lnTo>
                        <a:pt x="232079" y="270217"/>
                      </a:lnTo>
                      <a:lnTo>
                        <a:pt x="143992" y="182143"/>
                      </a:lnTo>
                      <a:lnTo>
                        <a:pt x="55918" y="270217"/>
                      </a:lnTo>
                      <a:lnTo>
                        <a:pt x="17767" y="232092"/>
                      </a:lnTo>
                      <a:lnTo>
                        <a:pt x="105854" y="144018"/>
                      </a:lnTo>
                      <a:lnTo>
                        <a:pt x="17767" y="55930"/>
                      </a:lnTo>
                      <a:lnTo>
                        <a:pt x="55918" y="17780"/>
                      </a:lnTo>
                      <a:lnTo>
                        <a:pt x="143992" y="105867"/>
                      </a:lnTo>
                      <a:lnTo>
                        <a:pt x="232079" y="17780"/>
                      </a:lnTo>
                      <a:lnTo>
                        <a:pt x="288010" y="17780"/>
                      </a:lnTo>
                      <a:close/>
                    </a:path>
                  </a:pathLst>
                </a:custGeom>
                <a:solidFill>
                  <a:srgbClr val="00AEEF"/>
                </a:solidFill>
              </p:spPr>
            </p:sp>
            <p:sp>
              <p:nvSpPr>
                <p:cNvPr id="144" name="shape 144"/>
                <p:cNvSpPr/>
                <p:nvPr/>
              </p:nvSpPr>
              <p:spPr>
                <a:xfrm>
                  <a:off x="17779" y="17782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231F20"/>
                </a:solidFill>
              </p:spPr>
            </p:sp>
            <p:sp>
              <p:nvSpPr>
                <p:cNvPr id="145" name="shape 145"/>
                <p:cNvSpPr/>
                <p:nvPr/>
              </p:nvSpPr>
              <p:spPr>
                <a:xfrm>
                  <a:off x="17779" y="17782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00AEEF"/>
                </a:solidFill>
              </p:spPr>
            </p:sp>
            <p:sp>
              <p:nvSpPr>
                <p:cNvPr id="146" name="shape 146"/>
                <p:cNvSpPr/>
                <p:nvPr/>
              </p:nvSpPr>
              <p:spPr>
                <a:xfrm>
                  <a:off x="8797" y="8802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19" y="97067"/>
                      </a:lnTo>
                      <a:lnTo>
                        <a:pt x="47132" y="8980"/>
                      </a:lnTo>
                      <a:lnTo>
                        <a:pt x="8981" y="47131"/>
                      </a:lnTo>
                      <a:lnTo>
                        <a:pt x="97069" y="135218"/>
                      </a:lnTo>
                      <a:lnTo>
                        <a:pt x="8981" y="223292"/>
                      </a:lnTo>
                      <a:lnTo>
                        <a:pt x="47132" y="261418"/>
                      </a:lnTo>
                      <a:lnTo>
                        <a:pt x="135219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00AEEF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147" name="shape 147"/>
              <p:cNvGrpSpPr/>
              <p:nvPr/>
            </p:nvGrpSpPr>
            <p:grpSpPr>
              <a:xfrm>
                <a:off x="430682" y="468046"/>
                <a:ext cx="288011" cy="288011"/>
                <a:chOff x="0" y="0"/>
                <a:chExt cx="288011" cy="288011"/>
              </a:xfrm>
            </p:grpSpPr>
            <p:sp>
              <p:nvSpPr>
                <p:cNvPr id="148" name="shape 148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80"/>
                      </a:lnTo>
                      <a:lnTo>
                        <a:pt x="232067" y="17780"/>
                      </a:lnTo>
                      <a:lnTo>
                        <a:pt x="270217" y="55930"/>
                      </a:lnTo>
                      <a:lnTo>
                        <a:pt x="182143" y="144018"/>
                      </a:lnTo>
                      <a:lnTo>
                        <a:pt x="270217" y="232092"/>
                      </a:lnTo>
                      <a:lnTo>
                        <a:pt x="232067" y="270217"/>
                      </a:lnTo>
                      <a:lnTo>
                        <a:pt x="143992" y="182143"/>
                      </a:lnTo>
                      <a:lnTo>
                        <a:pt x="55905" y="270217"/>
                      </a:lnTo>
                      <a:lnTo>
                        <a:pt x="17754" y="232092"/>
                      </a:lnTo>
                      <a:lnTo>
                        <a:pt x="105841" y="144018"/>
                      </a:lnTo>
                      <a:lnTo>
                        <a:pt x="17754" y="55930"/>
                      </a:lnTo>
                      <a:lnTo>
                        <a:pt x="55905" y="17780"/>
                      </a:lnTo>
                      <a:lnTo>
                        <a:pt x="143992" y="105867"/>
                      </a:lnTo>
                      <a:lnTo>
                        <a:pt x="232067" y="17780"/>
                      </a:lnTo>
                      <a:lnTo>
                        <a:pt x="288010" y="17780"/>
                      </a:lnTo>
                      <a:close/>
                    </a:path>
                  </a:pathLst>
                </a:custGeom>
                <a:solidFill>
                  <a:srgbClr val="000E23"/>
                </a:solidFill>
              </p:spPr>
            </p:sp>
            <p:sp>
              <p:nvSpPr>
                <p:cNvPr id="149" name="shape 149"/>
                <p:cNvSpPr/>
                <p:nvPr/>
              </p:nvSpPr>
              <p:spPr>
                <a:xfrm>
                  <a:off x="17770" y="17782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231F20"/>
                </a:solidFill>
              </p:spPr>
            </p:sp>
            <p:sp>
              <p:nvSpPr>
                <p:cNvPr id="150" name="shape 150"/>
                <p:cNvSpPr/>
                <p:nvPr/>
              </p:nvSpPr>
              <p:spPr>
                <a:xfrm>
                  <a:off x="17770" y="17782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00AEEF"/>
                </a:solidFill>
              </p:spPr>
            </p:sp>
            <p:sp>
              <p:nvSpPr>
                <p:cNvPr id="151" name="shape 151"/>
                <p:cNvSpPr/>
                <p:nvPr/>
              </p:nvSpPr>
              <p:spPr>
                <a:xfrm>
                  <a:off x="8788" y="8802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20" y="97067"/>
                      </a:lnTo>
                      <a:lnTo>
                        <a:pt x="47132" y="8980"/>
                      </a:lnTo>
                      <a:lnTo>
                        <a:pt x="8982" y="47131"/>
                      </a:lnTo>
                      <a:lnTo>
                        <a:pt x="97069" y="135218"/>
                      </a:lnTo>
                      <a:lnTo>
                        <a:pt x="8982" y="223292"/>
                      </a:lnTo>
                      <a:lnTo>
                        <a:pt x="47132" y="261418"/>
                      </a:lnTo>
                      <a:lnTo>
                        <a:pt x="135220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000E23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152" name="shape 152"/>
              <p:cNvGrpSpPr/>
              <p:nvPr/>
            </p:nvGrpSpPr>
            <p:grpSpPr>
              <a:xfrm>
                <a:off x="1085482" y="468046"/>
                <a:ext cx="288011" cy="288011"/>
                <a:chOff x="0" y="0"/>
                <a:chExt cx="288011" cy="288011"/>
              </a:xfrm>
            </p:grpSpPr>
            <p:sp>
              <p:nvSpPr>
                <p:cNvPr id="153" name="shape 153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80"/>
                      </a:lnTo>
                      <a:lnTo>
                        <a:pt x="232079" y="17780"/>
                      </a:lnTo>
                      <a:lnTo>
                        <a:pt x="270230" y="55930"/>
                      </a:lnTo>
                      <a:lnTo>
                        <a:pt x="182143" y="144018"/>
                      </a:lnTo>
                      <a:lnTo>
                        <a:pt x="270230" y="232092"/>
                      </a:lnTo>
                      <a:lnTo>
                        <a:pt x="232079" y="270217"/>
                      </a:lnTo>
                      <a:lnTo>
                        <a:pt x="143992" y="182143"/>
                      </a:lnTo>
                      <a:lnTo>
                        <a:pt x="55918" y="270217"/>
                      </a:lnTo>
                      <a:lnTo>
                        <a:pt x="17767" y="232092"/>
                      </a:lnTo>
                      <a:lnTo>
                        <a:pt x="105841" y="144018"/>
                      </a:lnTo>
                      <a:lnTo>
                        <a:pt x="17767" y="55930"/>
                      </a:lnTo>
                      <a:lnTo>
                        <a:pt x="55918" y="17780"/>
                      </a:lnTo>
                      <a:lnTo>
                        <a:pt x="143992" y="105867"/>
                      </a:lnTo>
                      <a:lnTo>
                        <a:pt x="232079" y="17780"/>
                      </a:lnTo>
                      <a:lnTo>
                        <a:pt x="288010" y="17780"/>
                      </a:lnTo>
                      <a:close/>
                    </a:path>
                  </a:pathLst>
                </a:custGeom>
                <a:solidFill>
                  <a:srgbClr val="000E23"/>
                </a:solidFill>
              </p:spPr>
            </p:sp>
            <p:sp>
              <p:nvSpPr>
                <p:cNvPr id="154" name="shape 154"/>
                <p:cNvSpPr/>
                <p:nvPr/>
              </p:nvSpPr>
              <p:spPr>
                <a:xfrm>
                  <a:off x="17775" y="17781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231F20"/>
                </a:solidFill>
              </p:spPr>
            </p:sp>
            <p:sp>
              <p:nvSpPr>
                <p:cNvPr id="155" name="shape 155"/>
                <p:cNvSpPr/>
                <p:nvPr/>
              </p:nvSpPr>
              <p:spPr>
                <a:xfrm>
                  <a:off x="8793" y="8801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20" y="97067"/>
                      </a:lnTo>
                      <a:lnTo>
                        <a:pt x="47132" y="8980"/>
                      </a:lnTo>
                      <a:lnTo>
                        <a:pt x="8982" y="47131"/>
                      </a:lnTo>
                      <a:lnTo>
                        <a:pt x="97069" y="135218"/>
                      </a:lnTo>
                      <a:lnTo>
                        <a:pt x="8982" y="223292"/>
                      </a:lnTo>
                      <a:lnTo>
                        <a:pt x="47132" y="261418"/>
                      </a:lnTo>
                      <a:lnTo>
                        <a:pt x="135220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000E23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156" name="shape 156"/>
              <p:cNvGrpSpPr/>
              <p:nvPr/>
            </p:nvGrpSpPr>
            <p:grpSpPr>
              <a:xfrm>
                <a:off x="2398687" y="468046"/>
                <a:ext cx="288011" cy="288011"/>
                <a:chOff x="0" y="0"/>
                <a:chExt cx="288011" cy="288011"/>
              </a:xfrm>
            </p:grpSpPr>
            <p:sp>
              <p:nvSpPr>
                <p:cNvPr id="157" name="shape 157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80"/>
                      </a:lnTo>
                      <a:lnTo>
                        <a:pt x="232079" y="17780"/>
                      </a:lnTo>
                      <a:lnTo>
                        <a:pt x="270230" y="55930"/>
                      </a:lnTo>
                      <a:lnTo>
                        <a:pt x="182143" y="144018"/>
                      </a:lnTo>
                      <a:lnTo>
                        <a:pt x="270230" y="232092"/>
                      </a:lnTo>
                      <a:lnTo>
                        <a:pt x="232079" y="270217"/>
                      </a:lnTo>
                      <a:lnTo>
                        <a:pt x="143992" y="182143"/>
                      </a:lnTo>
                      <a:lnTo>
                        <a:pt x="55918" y="270217"/>
                      </a:lnTo>
                      <a:lnTo>
                        <a:pt x="17767" y="232092"/>
                      </a:lnTo>
                      <a:lnTo>
                        <a:pt x="105841" y="144018"/>
                      </a:lnTo>
                      <a:lnTo>
                        <a:pt x="17767" y="55930"/>
                      </a:lnTo>
                      <a:lnTo>
                        <a:pt x="55918" y="17780"/>
                      </a:lnTo>
                      <a:lnTo>
                        <a:pt x="143992" y="105867"/>
                      </a:lnTo>
                      <a:lnTo>
                        <a:pt x="232079" y="17780"/>
                      </a:lnTo>
                      <a:lnTo>
                        <a:pt x="288010" y="17780"/>
                      </a:lnTo>
                      <a:close/>
                    </a:path>
                  </a:pathLst>
                </a:custGeom>
                <a:solidFill>
                  <a:srgbClr val="00AEEF"/>
                </a:solidFill>
              </p:spPr>
            </p:sp>
            <p:sp>
              <p:nvSpPr>
                <p:cNvPr id="158" name="shape 158"/>
                <p:cNvSpPr/>
                <p:nvPr/>
              </p:nvSpPr>
              <p:spPr>
                <a:xfrm>
                  <a:off x="17776" y="17782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231F20"/>
                </a:solidFill>
              </p:spPr>
            </p:sp>
            <p:sp>
              <p:nvSpPr>
                <p:cNvPr id="159" name="shape 159"/>
                <p:cNvSpPr/>
                <p:nvPr/>
              </p:nvSpPr>
              <p:spPr>
                <a:xfrm>
                  <a:off x="8794" y="8802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19" y="97067"/>
                      </a:lnTo>
                      <a:lnTo>
                        <a:pt x="47132" y="8980"/>
                      </a:lnTo>
                      <a:lnTo>
                        <a:pt x="8981" y="47131"/>
                      </a:lnTo>
                      <a:lnTo>
                        <a:pt x="97069" y="135218"/>
                      </a:lnTo>
                      <a:lnTo>
                        <a:pt x="8981" y="223292"/>
                      </a:lnTo>
                      <a:lnTo>
                        <a:pt x="47132" y="261418"/>
                      </a:lnTo>
                      <a:lnTo>
                        <a:pt x="135219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00AEEF"/>
                  </a:solidFill>
                  <a:prstDash val="solid"/>
                  <a:miter lim="10"/>
                </a:ln>
              </p:spPr>
            </p:sp>
          </p:grpSp>
          <p:pic>
            <p:nvPicPr>
              <p:cNvPr id="160" name="shape 160"/>
              <p:cNvPicPr>
                <a:picLocks noChangeAspect="1"/>
              </p:cNvPicPr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1103815" y="482657"/>
                <a:ext cx="252413" cy="257175"/>
              </a:xfrm>
              <a:prstGeom prst="rect"/>
            </p:spPr>
          </p:pic>
          <p:pic>
            <p:nvPicPr>
              <p:cNvPr id="161" name="shape 161"/>
              <p:cNvPicPr>
                <a:picLocks noChangeAspect="1"/>
              </p:cNvPicPr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2416677" y="482657"/>
                <a:ext cx="252413" cy="257175"/>
              </a:xfrm>
              <a:prstGeom prst="rect"/>
            </p:spPr>
          </p:pic>
        </p:grpSp>
      </p:grpSp>
      <p:grpSp>
        <p:nvGrpSpPr>
          <p:cNvPr id="162" name="shape 162"/>
          <p:cNvGrpSpPr/>
          <p:nvPr/>
        </p:nvGrpSpPr>
        <p:grpSpPr>
          <a:xfrm>
            <a:off x="3955119" y="5699843"/>
            <a:ext cx="3191294" cy="1751305"/>
            <a:chOff x="0" y="0"/>
            <a:chExt cx="3191294" cy="1751304"/>
          </a:xfrm>
        </p:grpSpPr>
        <p:sp>
          <p:nvSpPr>
            <p:cNvPr id="163" name="shape 163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12700" rIns="0" bIns="0">
              <a:spAutoFit/>
            </a:bodyPr>
            <a:p>
              <a:pPr marL="658495">
                <a:spcBef>
                  <a:spcPts val="100"/>
                </a:spcBef>
              </a:pPr>
              <a:r>
                <a:rPr sz="900">
                  <a:latin typeface="Arial"/>
                  <a:cs typeface="Arial"/>
                </a:rPr>
                <a:t>GWG 19.1 – DeviceN Overprint (Yellow)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727710">
                <a:spcBef>
                  <a:spcPts val="300"/>
                </a:spcBef>
                <a:tabLst>
                  <a:tab pos="1382395" algn="l"/>
                  <a:tab pos="2040890" algn="l"/>
                  <a:tab pos="2699385" algn="l"/>
                </a:tabLst>
              </a:pPr>
              <a:r>
                <a:rPr sz="600">
                  <a:latin typeface="Arial"/>
                  <a:cs typeface="Arial"/>
                </a:rPr>
                <a:t>a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b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d</a:t>
              </a:r>
              <a:endParaRPr/>
            </a:p>
            <a:p>
              <a:pPr marL="464820">
                <a:lnSpc>
                  <a:spcPts val="670"/>
                </a:lnSpc>
                <a:tabLst>
                  <a:tab pos="1122045" algn="l"/>
                  <a:tab pos="1774825" algn="l"/>
                  <a:tab pos="2432050" algn="l"/>
                </a:tabLst>
              </a:pPr>
              <a:r>
                <a:rPr sz="600">
                  <a:latin typeface="Arial"/>
                  <a:cs typeface="Arial"/>
                </a:rPr>
                <a:t>Vector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Vector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Image</a:t>
              </a:r>
              <a:endParaRPr/>
            </a:p>
            <a:p>
              <a:pPr marL="473710">
                <a:spcBef>
                  <a:spcPts val="200"/>
                </a:spcBef>
                <a:tabLst>
                  <a:tab pos="1765935" algn="l"/>
                </a:tabLst>
              </a:pPr>
              <a:r>
                <a:rPr sz="600">
                  <a:latin typeface="Arial"/>
                  <a:cs typeface="Arial"/>
                </a:rPr>
                <a:t>Cross: Cyan (DeviceN - 100C)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900" baseline="4629">
                  <a:latin typeface="Arial"/>
                  <a:cs typeface="Arial"/>
                </a:rPr>
                <a:t>Cross: Cyan (DeviceN - 100C0Y)</a:t>
              </a:r>
              <a:endParaRPr/>
            </a:p>
            <a:p>
              <a:pPr marL="375920" marR="487680" indent="117475" algn="just">
                <a:lnSpc>
                  <a:spcPct val="99562"/>
                </a:lnSpc>
                <a:tabLst>
                  <a:tab pos="1826895" algn="l"/>
                </a:tabLst>
              </a:pPr>
              <a:r>
                <a:rPr sz="600">
                  <a:latin typeface="Arial"/>
                  <a:cs typeface="Arial"/>
                </a:rPr>
                <a:t>Overprinting: 0C0M100Y0K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900" spc="-45" baseline="4629">
                  <a:latin typeface="Arial"/>
                  <a:cs typeface="Arial"/>
                </a:rPr>
                <a:t>Overprinting: 0C0M100Y0K </a:t>
              </a:r>
              <a:r>
                <a:rPr sz="600" spc="-35">
                  <a:latin typeface="Arial"/>
                  <a:cs typeface="Arial"/>
                </a:rPr>
                <a:t>Reference: 100C0M100Y0K (Green)                         </a:t>
              </a:r>
              <a:r>
                <a:rPr sz="900" spc="-52" baseline="4629">
                  <a:latin typeface="Arial"/>
                  <a:cs typeface="Arial"/>
                </a:rPr>
                <a:t>Reference: 100C0M0Y0K</a:t>
              </a:r>
              <a:endParaRPr/>
            </a:p>
            <a:p>
              <a:pPr marL="76835">
                <a:spcBef>
                  <a:spcPts val="800"/>
                </a:spcBef>
                <a:tabLst>
                  <a:tab pos="328930" algn="l"/>
                </a:tabLst>
              </a:pPr>
              <a:r>
                <a:rPr sz="600">
                  <a:latin typeface="Arial"/>
                  <a:cs typeface="Arial"/>
                </a:rPr>
                <a:t>a + b: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must be rendered to solid Green rectangles</a:t>
              </a:r>
              <a:endParaRPr/>
            </a:p>
            <a:p>
              <a:pPr marL="328930"/>
              <a:r>
                <a:rPr sz="600" spc="-10">
                  <a:latin typeface="Arial"/>
                  <a:cs typeface="Arial"/>
                </a:rPr>
                <a:t>Cyan X means, that OP is not honored (or image was converted to DeviceCMYK for b)</a:t>
              </a:r>
              <a:endParaRPr/>
            </a:p>
            <a:p>
              <a:pPr marL="76835">
                <a:spcBef>
                  <a:spcPts val="300"/>
                </a:spcBef>
                <a:tabLst>
                  <a:tab pos="328930" algn="l"/>
                </a:tabLst>
              </a:pPr>
              <a:r>
                <a:rPr sz="600">
                  <a:latin typeface="Arial"/>
                  <a:cs typeface="Arial"/>
                </a:rPr>
                <a:t>c + d: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must be rendered to solid Cyan rectangles</a:t>
              </a:r>
              <a:endParaRPr/>
            </a:p>
            <a:p>
              <a:pPr marL="76835" algn="just">
                <a:lnSpc>
                  <a:spcPts val="720"/>
                </a:lnSpc>
                <a:tabLst>
                  <a:tab pos="328930" algn="l"/>
                </a:tabLst>
              </a:pPr>
              <a:r>
                <a:rPr sz="600">
                  <a:latin typeface="Arial"/>
                  <a:cs typeface="Arial"/>
                </a:rPr>
                <a:t>c: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0">
                  <a:latin typeface="Arial"/>
                  <a:cs typeface="Arial"/>
                </a:rPr>
                <a:t>X means, that color space might have been converted to DeviceCMYK upfront (OPM 1)</a:t>
              </a:r>
              <a:endParaRPr/>
            </a:p>
            <a:p>
              <a:pPr marL="76835" algn="just">
                <a:lnSpc>
                  <a:spcPts val="720"/>
                </a:lnSpc>
                <a:tabLst>
                  <a:tab pos="328930" algn="l"/>
                </a:tabLst>
              </a:pPr>
              <a:r>
                <a:rPr sz="600">
                  <a:latin typeface="Arial"/>
                  <a:cs typeface="Arial"/>
                </a:rPr>
                <a:t>d: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5">
                  <a:latin typeface="Arial"/>
                  <a:cs typeface="Arial"/>
                </a:rPr>
                <a:t>colored X means, that 0% Channels might have been ignored or color was converted</a:t>
              </a:r>
              <a:endParaRPr/>
            </a:p>
            <a:p>
              <a:pPr marL="22860">
                <a:spcBef>
                  <a:spcPts val="600"/>
                </a:spcBef>
                <a:tabLst>
                  <a:tab pos="1030605" algn="l"/>
                  <a:tab pos="3021965" algn="l"/>
                </a:tabLst>
              </a:pPr>
              <a:r>
                <a:rPr sz="600">
                  <a:latin typeface="Arial"/>
                  <a:cs typeface="Arial"/>
                </a:rPr>
                <a:t>12 Dec 2012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© Ghent Workgroup,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19.1</a:t>
              </a:r>
              <a:endParaRPr/>
            </a:p>
          </p:txBody>
        </p:sp>
        <p:grpSp>
          <p:nvGrpSpPr>
            <p:cNvPr id="164" name="shape 164"/>
            <p:cNvGrpSpPr/>
            <p:nvPr/>
          </p:nvGrpSpPr>
          <p:grpSpPr>
            <a:xfrm>
              <a:off x="0" y="0"/>
              <a:ext cx="3191294" cy="1751305"/>
              <a:chOff x="0" y="0"/>
              <a:chExt cx="3191294" cy="1751304"/>
            </a:xfrm>
          </p:grpSpPr>
          <p:grpSp>
            <p:nvGrpSpPr>
              <p:cNvPr id="165" name="shape 165"/>
              <p:cNvGrpSpPr/>
              <p:nvPr/>
            </p:nvGrpSpPr>
            <p:grpSpPr>
              <a:xfrm>
                <a:off x="1740281" y="292075"/>
                <a:ext cx="288011" cy="288011"/>
                <a:chOff x="0" y="0"/>
                <a:chExt cx="288010" cy="288010"/>
              </a:xfrm>
            </p:grpSpPr>
            <p:sp>
              <p:nvSpPr>
                <p:cNvPr id="166" name="shape 166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79"/>
                      </a:lnTo>
                      <a:lnTo>
                        <a:pt x="232079" y="17779"/>
                      </a:lnTo>
                      <a:lnTo>
                        <a:pt x="270230" y="55930"/>
                      </a:lnTo>
                      <a:lnTo>
                        <a:pt x="182143" y="144017"/>
                      </a:lnTo>
                      <a:lnTo>
                        <a:pt x="270230" y="232092"/>
                      </a:lnTo>
                      <a:lnTo>
                        <a:pt x="232079" y="270230"/>
                      </a:lnTo>
                      <a:lnTo>
                        <a:pt x="144005" y="182143"/>
                      </a:lnTo>
                      <a:lnTo>
                        <a:pt x="55917" y="270230"/>
                      </a:lnTo>
                      <a:lnTo>
                        <a:pt x="17767" y="232092"/>
                      </a:lnTo>
                      <a:lnTo>
                        <a:pt x="105854" y="144017"/>
                      </a:lnTo>
                      <a:lnTo>
                        <a:pt x="17767" y="55930"/>
                      </a:lnTo>
                      <a:lnTo>
                        <a:pt x="55917" y="17779"/>
                      </a:lnTo>
                      <a:lnTo>
                        <a:pt x="144005" y="105866"/>
                      </a:lnTo>
                      <a:lnTo>
                        <a:pt x="232079" y="17779"/>
                      </a:lnTo>
                      <a:lnTo>
                        <a:pt x="288010" y="17779"/>
                      </a:lnTo>
                      <a:close/>
                    </a:path>
                  </a:pathLst>
                </a:custGeom>
                <a:solidFill>
                  <a:srgbClr val="00AEEF"/>
                </a:solidFill>
              </p:spPr>
            </p:sp>
            <p:sp>
              <p:nvSpPr>
                <p:cNvPr id="167" name="shape 167"/>
                <p:cNvSpPr/>
                <p:nvPr/>
              </p:nvSpPr>
              <p:spPr>
                <a:xfrm>
                  <a:off x="17780" y="17785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FFF200"/>
                </a:solidFill>
              </p:spPr>
            </p:sp>
            <p:sp>
              <p:nvSpPr>
                <p:cNvPr id="168" name="shape 168"/>
                <p:cNvSpPr/>
                <p:nvPr/>
              </p:nvSpPr>
              <p:spPr>
                <a:xfrm>
                  <a:off x="17780" y="17785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00AEEF"/>
                </a:solidFill>
              </p:spPr>
            </p:sp>
            <p:sp>
              <p:nvSpPr>
                <p:cNvPr id="169" name="shape 169"/>
                <p:cNvSpPr/>
                <p:nvPr/>
              </p:nvSpPr>
              <p:spPr>
                <a:xfrm>
                  <a:off x="8798" y="8804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19" y="97067"/>
                      </a:lnTo>
                      <a:lnTo>
                        <a:pt x="47132" y="8980"/>
                      </a:lnTo>
                      <a:lnTo>
                        <a:pt x="8981" y="47131"/>
                      </a:lnTo>
                      <a:lnTo>
                        <a:pt x="97069" y="135218"/>
                      </a:lnTo>
                      <a:lnTo>
                        <a:pt x="8981" y="223292"/>
                      </a:lnTo>
                      <a:lnTo>
                        <a:pt x="47132" y="261418"/>
                      </a:lnTo>
                      <a:lnTo>
                        <a:pt x="135219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00AEEF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170" name="shape 170"/>
              <p:cNvGrpSpPr/>
              <p:nvPr/>
            </p:nvGrpSpPr>
            <p:grpSpPr>
              <a:xfrm>
                <a:off x="430682" y="292075"/>
                <a:ext cx="288011" cy="288011"/>
                <a:chOff x="0" y="0"/>
                <a:chExt cx="288011" cy="288010"/>
              </a:xfrm>
            </p:grpSpPr>
            <p:sp>
              <p:nvSpPr>
                <p:cNvPr id="171" name="shape 171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79"/>
                      </a:lnTo>
                      <a:lnTo>
                        <a:pt x="232067" y="17779"/>
                      </a:lnTo>
                      <a:lnTo>
                        <a:pt x="270217" y="55930"/>
                      </a:lnTo>
                      <a:lnTo>
                        <a:pt x="182143" y="144017"/>
                      </a:lnTo>
                      <a:lnTo>
                        <a:pt x="270217" y="232092"/>
                      </a:lnTo>
                      <a:lnTo>
                        <a:pt x="232067" y="270230"/>
                      </a:lnTo>
                      <a:lnTo>
                        <a:pt x="143992" y="182143"/>
                      </a:lnTo>
                      <a:lnTo>
                        <a:pt x="55905" y="270230"/>
                      </a:lnTo>
                      <a:lnTo>
                        <a:pt x="17754" y="232092"/>
                      </a:lnTo>
                      <a:lnTo>
                        <a:pt x="105841" y="144017"/>
                      </a:lnTo>
                      <a:lnTo>
                        <a:pt x="17754" y="55930"/>
                      </a:lnTo>
                      <a:lnTo>
                        <a:pt x="55905" y="17779"/>
                      </a:lnTo>
                      <a:lnTo>
                        <a:pt x="143992" y="105866"/>
                      </a:lnTo>
                      <a:lnTo>
                        <a:pt x="232067" y="17779"/>
                      </a:lnTo>
                      <a:lnTo>
                        <a:pt x="288010" y="17779"/>
                      </a:lnTo>
                      <a:close/>
                    </a:path>
                  </a:pathLst>
                </a:custGeom>
                <a:solidFill>
                  <a:srgbClr val="00A650"/>
                </a:solidFill>
              </p:spPr>
            </p:sp>
            <p:sp>
              <p:nvSpPr>
                <p:cNvPr id="172" name="shape 172"/>
                <p:cNvSpPr/>
                <p:nvPr/>
              </p:nvSpPr>
              <p:spPr>
                <a:xfrm>
                  <a:off x="17771" y="17785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FFF200"/>
                </a:solidFill>
              </p:spPr>
            </p:sp>
            <p:sp>
              <p:nvSpPr>
                <p:cNvPr id="173" name="shape 173"/>
                <p:cNvSpPr/>
                <p:nvPr/>
              </p:nvSpPr>
              <p:spPr>
                <a:xfrm>
                  <a:off x="17771" y="17785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00AEEF"/>
                </a:solidFill>
              </p:spPr>
            </p:sp>
            <p:sp>
              <p:nvSpPr>
                <p:cNvPr id="174" name="shape 174"/>
                <p:cNvSpPr/>
                <p:nvPr/>
              </p:nvSpPr>
              <p:spPr>
                <a:xfrm>
                  <a:off x="8789" y="8804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19" y="97067"/>
                      </a:lnTo>
                      <a:lnTo>
                        <a:pt x="47132" y="8980"/>
                      </a:lnTo>
                      <a:lnTo>
                        <a:pt x="8981" y="47131"/>
                      </a:lnTo>
                      <a:lnTo>
                        <a:pt x="97069" y="135218"/>
                      </a:lnTo>
                      <a:lnTo>
                        <a:pt x="8981" y="223292"/>
                      </a:lnTo>
                      <a:lnTo>
                        <a:pt x="47132" y="261418"/>
                      </a:lnTo>
                      <a:lnTo>
                        <a:pt x="135219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00A650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175" name="shape 175"/>
              <p:cNvGrpSpPr/>
              <p:nvPr/>
            </p:nvGrpSpPr>
            <p:grpSpPr>
              <a:xfrm>
                <a:off x="1085481" y="292075"/>
                <a:ext cx="288011" cy="288011"/>
                <a:chOff x="0" y="0"/>
                <a:chExt cx="288011" cy="288010"/>
              </a:xfrm>
            </p:grpSpPr>
            <p:sp>
              <p:nvSpPr>
                <p:cNvPr id="176" name="shape 176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79"/>
                      </a:lnTo>
                      <a:lnTo>
                        <a:pt x="232079" y="17779"/>
                      </a:lnTo>
                      <a:lnTo>
                        <a:pt x="270230" y="55930"/>
                      </a:lnTo>
                      <a:lnTo>
                        <a:pt x="182143" y="144017"/>
                      </a:lnTo>
                      <a:lnTo>
                        <a:pt x="270230" y="232092"/>
                      </a:lnTo>
                      <a:lnTo>
                        <a:pt x="232079" y="270217"/>
                      </a:lnTo>
                      <a:lnTo>
                        <a:pt x="143992" y="182143"/>
                      </a:lnTo>
                      <a:lnTo>
                        <a:pt x="55918" y="270217"/>
                      </a:lnTo>
                      <a:lnTo>
                        <a:pt x="17767" y="232092"/>
                      </a:lnTo>
                      <a:lnTo>
                        <a:pt x="105841" y="144017"/>
                      </a:lnTo>
                      <a:lnTo>
                        <a:pt x="17767" y="55930"/>
                      </a:lnTo>
                      <a:lnTo>
                        <a:pt x="55918" y="17779"/>
                      </a:lnTo>
                      <a:lnTo>
                        <a:pt x="143992" y="105866"/>
                      </a:lnTo>
                      <a:lnTo>
                        <a:pt x="232079" y="17779"/>
                      </a:lnTo>
                      <a:lnTo>
                        <a:pt x="288010" y="17779"/>
                      </a:lnTo>
                      <a:close/>
                    </a:path>
                  </a:pathLst>
                </a:custGeom>
                <a:solidFill>
                  <a:srgbClr val="00A650"/>
                </a:solidFill>
              </p:spPr>
            </p:sp>
            <p:sp>
              <p:nvSpPr>
                <p:cNvPr id="177" name="shape 177"/>
                <p:cNvSpPr/>
                <p:nvPr/>
              </p:nvSpPr>
              <p:spPr>
                <a:xfrm>
                  <a:off x="17775" y="17783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FFF200"/>
                </a:solidFill>
              </p:spPr>
            </p:sp>
            <p:sp>
              <p:nvSpPr>
                <p:cNvPr id="178" name="shape 178"/>
                <p:cNvSpPr/>
                <p:nvPr/>
              </p:nvSpPr>
              <p:spPr>
                <a:xfrm>
                  <a:off x="8793" y="8803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19" y="97067"/>
                      </a:lnTo>
                      <a:lnTo>
                        <a:pt x="47132" y="8980"/>
                      </a:lnTo>
                      <a:lnTo>
                        <a:pt x="8981" y="47131"/>
                      </a:lnTo>
                      <a:lnTo>
                        <a:pt x="97069" y="135218"/>
                      </a:lnTo>
                      <a:lnTo>
                        <a:pt x="8981" y="223292"/>
                      </a:lnTo>
                      <a:lnTo>
                        <a:pt x="47132" y="261418"/>
                      </a:lnTo>
                      <a:lnTo>
                        <a:pt x="135219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00A650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179" name="shape 179"/>
              <p:cNvGrpSpPr/>
              <p:nvPr/>
            </p:nvGrpSpPr>
            <p:grpSpPr>
              <a:xfrm>
                <a:off x="2398687" y="292075"/>
                <a:ext cx="288011" cy="288011"/>
                <a:chOff x="0" y="0"/>
                <a:chExt cx="288010" cy="288010"/>
              </a:xfrm>
            </p:grpSpPr>
            <p:sp>
              <p:nvSpPr>
                <p:cNvPr id="180" name="shape 180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79"/>
                      </a:lnTo>
                      <a:lnTo>
                        <a:pt x="232079" y="17779"/>
                      </a:lnTo>
                      <a:lnTo>
                        <a:pt x="270230" y="55930"/>
                      </a:lnTo>
                      <a:lnTo>
                        <a:pt x="182143" y="144017"/>
                      </a:lnTo>
                      <a:lnTo>
                        <a:pt x="270230" y="232092"/>
                      </a:lnTo>
                      <a:lnTo>
                        <a:pt x="232079" y="270230"/>
                      </a:lnTo>
                      <a:lnTo>
                        <a:pt x="143992" y="182143"/>
                      </a:lnTo>
                      <a:lnTo>
                        <a:pt x="55917" y="270230"/>
                      </a:lnTo>
                      <a:lnTo>
                        <a:pt x="17766" y="232092"/>
                      </a:lnTo>
                      <a:lnTo>
                        <a:pt x="105841" y="144017"/>
                      </a:lnTo>
                      <a:lnTo>
                        <a:pt x="17766" y="55930"/>
                      </a:lnTo>
                      <a:lnTo>
                        <a:pt x="55917" y="17779"/>
                      </a:lnTo>
                      <a:lnTo>
                        <a:pt x="143992" y="105866"/>
                      </a:lnTo>
                      <a:lnTo>
                        <a:pt x="232079" y="17779"/>
                      </a:lnTo>
                      <a:lnTo>
                        <a:pt x="288010" y="17779"/>
                      </a:lnTo>
                      <a:close/>
                    </a:path>
                  </a:pathLst>
                </a:custGeom>
                <a:solidFill>
                  <a:srgbClr val="00AEEF"/>
                </a:solidFill>
              </p:spPr>
            </p:sp>
            <p:sp>
              <p:nvSpPr>
                <p:cNvPr id="181" name="shape 181"/>
                <p:cNvSpPr/>
                <p:nvPr/>
              </p:nvSpPr>
              <p:spPr>
                <a:xfrm>
                  <a:off x="17777" y="17785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76" y="126237"/>
                      </a:lnTo>
                      <a:close/>
                    </a:path>
                  </a:pathLst>
                </a:custGeom>
                <a:solidFill>
                  <a:srgbClr val="FFF200"/>
                </a:solidFill>
              </p:spPr>
            </p:sp>
            <p:sp>
              <p:nvSpPr>
                <p:cNvPr id="182" name="shape 182"/>
                <p:cNvSpPr/>
                <p:nvPr/>
              </p:nvSpPr>
              <p:spPr>
                <a:xfrm>
                  <a:off x="8796" y="8804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19" y="97067"/>
                      </a:lnTo>
                      <a:lnTo>
                        <a:pt x="47132" y="8980"/>
                      </a:lnTo>
                      <a:lnTo>
                        <a:pt x="8981" y="47131"/>
                      </a:lnTo>
                      <a:lnTo>
                        <a:pt x="97069" y="135218"/>
                      </a:lnTo>
                      <a:lnTo>
                        <a:pt x="8981" y="223292"/>
                      </a:lnTo>
                      <a:lnTo>
                        <a:pt x="47132" y="261418"/>
                      </a:lnTo>
                      <a:lnTo>
                        <a:pt x="135219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00AEEF"/>
                  </a:solidFill>
                  <a:prstDash val="solid"/>
                  <a:miter lim="10"/>
                </a:ln>
              </p:spPr>
            </p:sp>
          </p:grpSp>
          <p:pic>
            <p:nvPicPr>
              <p:cNvPr id="183" name="shape 183"/>
              <p:cNvPicPr>
                <a:picLocks noChangeAspect="1"/>
              </p:cNvPicPr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1099481" y="307258"/>
                <a:ext cx="257175" cy="257175"/>
              </a:xfrm>
              <a:prstGeom prst="rect"/>
            </p:spPr>
          </p:pic>
          <p:pic>
            <p:nvPicPr>
              <p:cNvPr id="184" name="shape 184"/>
              <p:cNvPicPr>
                <a:picLocks noChangeAspect="1"/>
              </p:cNvPicPr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2417106" y="307258"/>
                <a:ext cx="252413" cy="257175"/>
              </a:xfrm>
              <a:prstGeom prst="rect"/>
            </p:spPr>
          </p:pic>
        </p:grpSp>
      </p:grpSp>
      <p:grpSp>
        <p:nvGrpSpPr>
          <p:cNvPr id="185" name="shape 185"/>
          <p:cNvGrpSpPr/>
          <p:nvPr/>
        </p:nvGrpSpPr>
        <p:grpSpPr>
          <a:xfrm>
            <a:off x="427120" y="7787840"/>
            <a:ext cx="3191294" cy="1751304"/>
            <a:chOff x="0" y="0"/>
            <a:chExt cx="3191294" cy="1751304"/>
          </a:xfrm>
        </p:grpSpPr>
        <p:sp>
          <p:nvSpPr>
            <p:cNvPr id="186" name="shape 186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12700" rIns="0" bIns="0">
              <a:spAutoFit/>
            </a:bodyPr>
            <a:p>
              <a:pPr marL="673100">
                <a:spcBef>
                  <a:spcPts val="100"/>
                </a:spcBef>
              </a:pPr>
              <a:r>
                <a:rPr sz="900">
                  <a:latin typeface="Arial"/>
                  <a:cs typeface="Arial"/>
                </a:rPr>
                <a:t>GWG 19.2 – DeviceN Overprint (White)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1032510"/>
              <a:r>
                <a:rPr sz="600">
                  <a:latin typeface="Arial"/>
                  <a:cs typeface="Arial"/>
                </a:rPr>
                <a:t>OP is true for all topmost elements.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727710">
                <a:spcBef>
                  <a:spcPts val="900"/>
                </a:spcBef>
                <a:tabLst>
                  <a:tab pos="1382395" algn="l"/>
                  <a:tab pos="2040890" algn="l"/>
                  <a:tab pos="2699385" algn="l"/>
                </a:tabLst>
              </a:pPr>
              <a:r>
                <a:rPr sz="600">
                  <a:latin typeface="Arial"/>
                  <a:cs typeface="Arial"/>
                </a:rPr>
                <a:t>a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b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d</a:t>
              </a:r>
              <a:endParaRPr/>
            </a:p>
            <a:p>
              <a:pPr marL="464820">
                <a:tabLst>
                  <a:tab pos="1122045" algn="l"/>
                  <a:tab pos="1774825" algn="l"/>
                  <a:tab pos="2432050" algn="l"/>
                </a:tabLst>
              </a:pPr>
              <a:r>
                <a:rPr sz="600">
                  <a:latin typeface="Arial"/>
                  <a:cs typeface="Arial"/>
                </a:rPr>
                <a:t>Vector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Vector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Image</a:t>
              </a:r>
              <a:endParaRPr/>
            </a:p>
            <a:p>
              <a:pPr marL="529590" marR="490855" indent="41910" algn="just">
                <a:lnSpc>
                  <a:spcPct val="99834"/>
                </a:lnSpc>
                <a:spcBef>
                  <a:spcPts val="200"/>
                </a:spcBef>
                <a:tabLst>
                  <a:tab pos="1773555" algn="l"/>
                </a:tabLst>
              </a:pPr>
              <a:r>
                <a:rPr sz="600">
                  <a:latin typeface="Arial"/>
                  <a:cs typeface="Arial"/>
                </a:rPr>
                <a:t>White (DeviceN - 0K)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40">
                  <a:latin typeface="Arial"/>
                  <a:cs typeface="Arial"/>
                </a:rPr>
                <a:t>White (DeviceN - 0C0M0Y0K) </a:t>
              </a:r>
              <a:r>
                <a:rPr sz="600" spc="-35">
                  <a:latin typeface="Arial"/>
                  <a:cs typeface="Arial"/>
                </a:rPr>
                <a:t>CMYK RED (100M100Y)                                     CMYK RED (100M100Y)</a:t>
              </a:r>
              <a:endParaRPr/>
            </a:p>
            <a:p>
              <a:pPr marL="76835">
                <a:spcBef>
                  <a:spcPts val="100"/>
                </a:spcBef>
                <a:tabLst>
                  <a:tab pos="328930" algn="l"/>
                </a:tabLst>
              </a:pPr>
              <a:r>
                <a:rPr sz="600">
                  <a:latin typeface="Arial"/>
                  <a:cs typeface="Arial"/>
                </a:rPr>
                <a:t>a + b: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must be rendered to solid Red rectangles</a:t>
              </a:r>
              <a:endParaRPr/>
            </a:p>
            <a:p>
              <a:pPr marL="328930"/>
              <a:r>
                <a:rPr sz="600" spc="-10">
                  <a:latin typeface="Arial"/>
                  <a:cs typeface="Arial"/>
                </a:rPr>
                <a:t>White X means, that OP is not honored</a:t>
              </a:r>
              <a:r>
                <a:rPr sz="600" spc="115">
                  <a:latin typeface="Arial"/>
                  <a:cs typeface="Arial"/>
                </a:rPr>
                <a:t> </a:t>
              </a:r>
              <a:r>
                <a:rPr sz="600" spc="-10">
                  <a:latin typeface="Arial"/>
                  <a:cs typeface="Arial"/>
                </a:rPr>
                <a:t>(or image was converted to DeviceCMYK for b)</a:t>
              </a:r>
              <a:endParaRPr/>
            </a:p>
            <a:p>
              <a:pPr marL="76835">
                <a:spcBef>
                  <a:spcPts val="300"/>
                </a:spcBef>
                <a:tabLst>
                  <a:tab pos="328930" algn="l"/>
                </a:tabLst>
              </a:pPr>
              <a:r>
                <a:rPr sz="600">
                  <a:latin typeface="Arial"/>
                  <a:cs typeface="Arial"/>
                </a:rPr>
                <a:t>c + d: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must be rendered to solid White rectangles</a:t>
              </a:r>
              <a:endParaRPr/>
            </a:p>
            <a:p>
              <a:pPr marL="76835" marR="123825" algn="just">
                <a:lnSpc>
                  <a:spcPct val="99834"/>
                </a:lnSpc>
                <a:tabLst>
                  <a:tab pos="328930" algn="l"/>
                </a:tabLst>
              </a:pPr>
              <a:r>
                <a:rPr sz="600">
                  <a:latin typeface="Arial"/>
                  <a:cs typeface="Arial"/>
                </a:rPr>
                <a:t>c: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25">
                  <a:latin typeface="Arial"/>
                  <a:cs typeface="Arial"/>
                </a:rPr>
                <a:t>X means, that color space might have been converted to DeviceCMYK upfront (OPM 1) </a:t>
              </a:r>
              <a:r>
                <a:rPr sz="600">
                  <a:latin typeface="Arial"/>
                  <a:cs typeface="Arial"/>
                </a:rPr>
                <a:t>d: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5">
                  <a:latin typeface="Arial"/>
                  <a:cs typeface="Arial"/>
                </a:rPr>
                <a:t>colored X means, that 0% Channels might have been ignored or color was converted</a:t>
              </a:r>
              <a:endParaRPr/>
            </a:p>
            <a:p>
              <a:pPr marL="22860">
                <a:spcBef>
                  <a:spcPts val="600"/>
                </a:spcBef>
                <a:tabLst>
                  <a:tab pos="1030605" algn="l"/>
                  <a:tab pos="3021965" algn="l"/>
                </a:tabLst>
              </a:pPr>
              <a:r>
                <a:rPr sz="600">
                  <a:latin typeface="Arial"/>
                  <a:cs typeface="Arial"/>
                </a:rPr>
                <a:t>12 Dec 2012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© Ghent Workgroup,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19.2</a:t>
              </a:r>
              <a:endParaRPr/>
            </a:p>
          </p:txBody>
        </p:sp>
        <p:grpSp>
          <p:nvGrpSpPr>
            <p:cNvPr id="187" name="shape 187"/>
            <p:cNvGrpSpPr/>
            <p:nvPr/>
          </p:nvGrpSpPr>
          <p:grpSpPr>
            <a:xfrm>
              <a:off x="0" y="0"/>
              <a:ext cx="3191294" cy="1751304"/>
              <a:chOff x="0" y="0"/>
              <a:chExt cx="3191294" cy="1751304"/>
            </a:xfrm>
          </p:grpSpPr>
          <p:grpSp>
            <p:nvGrpSpPr>
              <p:cNvPr id="188" name="shape 188"/>
              <p:cNvGrpSpPr/>
              <p:nvPr/>
            </p:nvGrpSpPr>
            <p:grpSpPr>
              <a:xfrm>
                <a:off x="1737106" y="464096"/>
                <a:ext cx="294361" cy="294361"/>
                <a:chOff x="0" y="0"/>
                <a:chExt cx="294361" cy="294360"/>
              </a:xfrm>
            </p:grpSpPr>
            <p:sp>
              <p:nvSpPr>
                <p:cNvPr id="189" name="shape 189"/>
                <p:cNvSpPr/>
                <p:nvPr/>
              </p:nvSpPr>
              <p:spPr>
                <a:xfrm>
                  <a:off x="0" y="0"/>
                  <a:ext cx="294361" cy="294361"/>
                </a:xfrm>
                <a:prstGeom prst="rect">
                  <a:avLst/>
                </a:prstGeom>
                <a:ln w="6350" cap="flat">
                  <a:solidFill>
                    <a:srgbClr val="231F20"/>
                  </a:solidFill>
                  <a:prstDash val="solid"/>
                  <a:miter lim="10"/>
                </a:ln>
              </p:spPr>
            </p:sp>
            <p:sp>
              <p:nvSpPr>
                <p:cNvPr id="190" name="shape 190"/>
                <p:cNvSpPr/>
                <p:nvPr/>
              </p:nvSpPr>
              <p:spPr>
                <a:xfrm>
                  <a:off x="16451" y="16478"/>
                  <a:ext cx="261445" cy="261418"/>
                </a:xfrm>
                <a:custGeom>
                  <a:pathLst>
                    <a:path w="261444" h="261417">
                      <a:moveTo>
                        <a:pt x="256954" y="42640"/>
                      </a:moveTo>
                      <a:lnTo>
                        <a:pt x="218803" y="4489"/>
                      </a:lnTo>
                      <a:lnTo>
                        <a:pt x="130728" y="92564"/>
                      </a:lnTo>
                      <a:lnTo>
                        <a:pt x="42641" y="4489"/>
                      </a:lnTo>
                      <a:lnTo>
                        <a:pt x="4490" y="42640"/>
                      </a:lnTo>
                      <a:lnTo>
                        <a:pt x="92578" y="130714"/>
                      </a:lnTo>
                      <a:lnTo>
                        <a:pt x="4490" y="218802"/>
                      </a:lnTo>
                      <a:lnTo>
                        <a:pt x="42641" y="256927"/>
                      </a:lnTo>
                      <a:lnTo>
                        <a:pt x="130728" y="168840"/>
                      </a:lnTo>
                      <a:lnTo>
                        <a:pt x="218803" y="256927"/>
                      </a:lnTo>
                      <a:lnTo>
                        <a:pt x="256954" y="218802"/>
                      </a:lnTo>
                      <a:lnTo>
                        <a:pt x="168867" y="130714"/>
                      </a:lnTo>
                      <a:lnTo>
                        <a:pt x="256954" y="42640"/>
                      </a:lnTo>
                      <a:close/>
                    </a:path>
                  </a:pathLst>
                </a:custGeom>
                <a:ln w="6350" cap="flat">
                  <a:solidFill>
                    <a:srgbClr val="231F20"/>
                  </a:solidFill>
                  <a:prstDash val="solid"/>
                  <a:miter lim="10"/>
                </a:ln>
              </p:spPr>
            </p:sp>
            <p:sp>
              <p:nvSpPr>
                <p:cNvPr id="191" name="shape 191"/>
                <p:cNvSpPr/>
                <p:nvPr/>
              </p:nvSpPr>
              <p:spPr>
                <a:xfrm>
                  <a:off x="20955" y="20963"/>
                  <a:ext cx="252464" cy="252439"/>
                </a:xfrm>
                <a:custGeom>
                  <a:pathLst>
                    <a:path w="252463" h="252438">
                      <a:moveTo>
                        <a:pt x="252463" y="38151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1"/>
                      </a:lnTo>
                      <a:lnTo>
                        <a:pt x="88087" y="126238"/>
                      </a:lnTo>
                      <a:lnTo>
                        <a:pt x="0" y="214312"/>
                      </a:lnTo>
                      <a:lnTo>
                        <a:pt x="38150" y="252438"/>
                      </a:lnTo>
                      <a:lnTo>
                        <a:pt x="126237" y="164363"/>
                      </a:lnTo>
                      <a:lnTo>
                        <a:pt x="214312" y="252438"/>
                      </a:lnTo>
                      <a:lnTo>
                        <a:pt x="252463" y="214312"/>
                      </a:lnTo>
                      <a:lnTo>
                        <a:pt x="164376" y="126238"/>
                      </a:lnTo>
                      <a:close/>
                    </a:path>
                  </a:pathLst>
                </a:custGeom>
                <a:solidFill>
                  <a:srgbClr val="ED1C24"/>
                </a:solidFill>
              </p:spPr>
            </p:sp>
            <p:sp>
              <p:nvSpPr>
                <p:cNvPr id="192" name="shape 192"/>
                <p:cNvSpPr/>
                <p:nvPr/>
              </p:nvSpPr>
              <p:spPr>
                <a:xfrm>
                  <a:off x="20955" y="20963"/>
                  <a:ext cx="252464" cy="252439"/>
                </a:xfrm>
                <a:custGeom>
                  <a:pathLst>
                    <a:path w="252463" h="252438">
                      <a:moveTo>
                        <a:pt x="252463" y="38151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1"/>
                      </a:lnTo>
                      <a:lnTo>
                        <a:pt x="88087" y="126238"/>
                      </a:lnTo>
                      <a:lnTo>
                        <a:pt x="0" y="214312"/>
                      </a:lnTo>
                      <a:lnTo>
                        <a:pt x="38150" y="252438"/>
                      </a:lnTo>
                      <a:lnTo>
                        <a:pt x="126237" y="164363"/>
                      </a:lnTo>
                      <a:lnTo>
                        <a:pt x="214312" y="252438"/>
                      </a:lnTo>
                      <a:lnTo>
                        <a:pt x="252463" y="214312"/>
                      </a:lnTo>
                      <a:lnTo>
                        <a:pt x="164376" y="1262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</p:sp>
            <p:sp>
              <p:nvSpPr>
                <p:cNvPr id="193" name="shape 193"/>
                <p:cNvSpPr/>
                <p:nvPr/>
              </p:nvSpPr>
              <p:spPr>
                <a:xfrm>
                  <a:off x="16464" y="16473"/>
                  <a:ext cx="261446" cy="261418"/>
                </a:xfrm>
                <a:custGeom>
                  <a:pathLst>
                    <a:path w="261445" h="261417">
                      <a:moveTo>
                        <a:pt x="256954" y="42640"/>
                      </a:moveTo>
                      <a:lnTo>
                        <a:pt x="218803" y="4490"/>
                      </a:lnTo>
                      <a:lnTo>
                        <a:pt x="130728" y="92577"/>
                      </a:lnTo>
                      <a:lnTo>
                        <a:pt x="42641" y="4490"/>
                      </a:lnTo>
                      <a:lnTo>
                        <a:pt x="4490" y="42640"/>
                      </a:lnTo>
                      <a:lnTo>
                        <a:pt x="92578" y="130728"/>
                      </a:lnTo>
                      <a:lnTo>
                        <a:pt x="4490" y="218802"/>
                      </a:lnTo>
                      <a:lnTo>
                        <a:pt x="42641" y="256927"/>
                      </a:lnTo>
                      <a:lnTo>
                        <a:pt x="130728" y="168853"/>
                      </a:lnTo>
                      <a:lnTo>
                        <a:pt x="218803" y="256927"/>
                      </a:lnTo>
                      <a:lnTo>
                        <a:pt x="256954" y="218802"/>
                      </a:lnTo>
                      <a:lnTo>
                        <a:pt x="168867" y="130728"/>
                      </a:lnTo>
                      <a:close/>
                    </a:path>
                  </a:pathLst>
                </a:custGeom>
                <a:ln w="6350" cap="flat">
                  <a:solidFill>
                    <a:srgbClr val="FFFFFF"/>
                  </a:solidFill>
                  <a:prstDash val="solid"/>
                  <a:miter lim="10"/>
                </a:ln>
              </p:spPr>
            </p:sp>
            <p:sp>
              <p:nvSpPr>
                <p:cNvPr id="194" name="shape 194"/>
                <p:cNvSpPr/>
                <p:nvPr/>
              </p:nvSpPr>
              <p:spPr>
                <a:xfrm>
                  <a:off x="11973" y="11983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19" y="97067"/>
                      </a:lnTo>
                      <a:lnTo>
                        <a:pt x="47132" y="8980"/>
                      </a:lnTo>
                      <a:lnTo>
                        <a:pt x="8981" y="47131"/>
                      </a:lnTo>
                      <a:lnTo>
                        <a:pt x="97069" y="135218"/>
                      </a:lnTo>
                      <a:lnTo>
                        <a:pt x="8981" y="223292"/>
                      </a:lnTo>
                      <a:lnTo>
                        <a:pt x="47132" y="261418"/>
                      </a:lnTo>
                      <a:lnTo>
                        <a:pt x="135219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FFFFFF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195" name="shape 195"/>
              <p:cNvGrpSpPr/>
              <p:nvPr/>
            </p:nvGrpSpPr>
            <p:grpSpPr>
              <a:xfrm>
                <a:off x="430682" y="467271"/>
                <a:ext cx="288011" cy="288011"/>
                <a:chOff x="0" y="0"/>
                <a:chExt cx="288011" cy="288010"/>
              </a:xfrm>
            </p:grpSpPr>
            <p:sp>
              <p:nvSpPr>
                <p:cNvPr id="196" name="shape 196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92"/>
                      </a:lnTo>
                      <a:lnTo>
                        <a:pt x="232067" y="17792"/>
                      </a:lnTo>
                      <a:lnTo>
                        <a:pt x="270217" y="55943"/>
                      </a:lnTo>
                      <a:lnTo>
                        <a:pt x="182143" y="144018"/>
                      </a:lnTo>
                      <a:lnTo>
                        <a:pt x="270217" y="232105"/>
                      </a:lnTo>
                      <a:lnTo>
                        <a:pt x="232067" y="270230"/>
                      </a:lnTo>
                      <a:lnTo>
                        <a:pt x="143992" y="182143"/>
                      </a:lnTo>
                      <a:lnTo>
                        <a:pt x="55905" y="270230"/>
                      </a:lnTo>
                      <a:lnTo>
                        <a:pt x="17754" y="232105"/>
                      </a:lnTo>
                      <a:lnTo>
                        <a:pt x="105841" y="144018"/>
                      </a:lnTo>
                      <a:lnTo>
                        <a:pt x="17754" y="55943"/>
                      </a:lnTo>
                      <a:lnTo>
                        <a:pt x="55905" y="17792"/>
                      </a:lnTo>
                      <a:lnTo>
                        <a:pt x="143992" y="105867"/>
                      </a:lnTo>
                      <a:lnTo>
                        <a:pt x="232067" y="17792"/>
                      </a:lnTo>
                      <a:lnTo>
                        <a:pt x="288010" y="17792"/>
                      </a:lnTo>
                      <a:close/>
                    </a:path>
                  </a:pathLst>
                </a:custGeom>
                <a:solidFill>
                  <a:srgbClr val="ED1C24"/>
                </a:solidFill>
              </p:spPr>
            </p:sp>
            <p:sp>
              <p:nvSpPr>
                <p:cNvPr id="197" name="shape 197"/>
                <p:cNvSpPr/>
                <p:nvPr/>
              </p:nvSpPr>
              <p:spPr>
                <a:xfrm>
                  <a:off x="17771" y="17788"/>
                  <a:ext cx="252464" cy="252439"/>
                </a:xfrm>
                <a:custGeom>
                  <a:pathLst>
                    <a:path w="252463" h="252438">
                      <a:moveTo>
                        <a:pt x="252463" y="38151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1"/>
                      </a:lnTo>
                      <a:lnTo>
                        <a:pt x="88087" y="126238"/>
                      </a:lnTo>
                      <a:lnTo>
                        <a:pt x="0" y="214312"/>
                      </a:lnTo>
                      <a:lnTo>
                        <a:pt x="38150" y="252438"/>
                      </a:lnTo>
                      <a:lnTo>
                        <a:pt x="126237" y="164363"/>
                      </a:lnTo>
                      <a:lnTo>
                        <a:pt x="214312" y="252438"/>
                      </a:lnTo>
                      <a:lnTo>
                        <a:pt x="252463" y="214312"/>
                      </a:lnTo>
                      <a:lnTo>
                        <a:pt x="164376" y="126238"/>
                      </a:lnTo>
                      <a:close/>
                    </a:path>
                  </a:pathLst>
                </a:custGeom>
                <a:solidFill>
                  <a:srgbClr val="ED1C24"/>
                </a:solidFill>
              </p:spPr>
            </p:sp>
            <p:sp>
              <p:nvSpPr>
                <p:cNvPr id="198" name="shape 198"/>
                <p:cNvSpPr/>
                <p:nvPr/>
              </p:nvSpPr>
              <p:spPr>
                <a:xfrm>
                  <a:off x="17771" y="17788"/>
                  <a:ext cx="252464" cy="252439"/>
                </a:xfrm>
                <a:custGeom>
                  <a:pathLst>
                    <a:path w="252463" h="252438">
                      <a:moveTo>
                        <a:pt x="252463" y="38151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1"/>
                      </a:lnTo>
                      <a:lnTo>
                        <a:pt x="88087" y="126238"/>
                      </a:lnTo>
                      <a:lnTo>
                        <a:pt x="0" y="214312"/>
                      </a:lnTo>
                      <a:lnTo>
                        <a:pt x="38150" y="252438"/>
                      </a:lnTo>
                      <a:lnTo>
                        <a:pt x="126237" y="164363"/>
                      </a:lnTo>
                      <a:lnTo>
                        <a:pt x="214312" y="252438"/>
                      </a:lnTo>
                      <a:lnTo>
                        <a:pt x="252463" y="214312"/>
                      </a:lnTo>
                      <a:lnTo>
                        <a:pt x="164376" y="1262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</p:sp>
            <p:sp>
              <p:nvSpPr>
                <p:cNvPr id="199" name="shape 199"/>
                <p:cNvSpPr/>
                <p:nvPr/>
              </p:nvSpPr>
              <p:spPr>
                <a:xfrm>
                  <a:off x="8789" y="8808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20" y="97067"/>
                      </a:lnTo>
                      <a:lnTo>
                        <a:pt x="47132" y="8980"/>
                      </a:lnTo>
                      <a:lnTo>
                        <a:pt x="8982" y="47131"/>
                      </a:lnTo>
                      <a:lnTo>
                        <a:pt x="97069" y="135218"/>
                      </a:lnTo>
                      <a:lnTo>
                        <a:pt x="8982" y="223292"/>
                      </a:lnTo>
                      <a:lnTo>
                        <a:pt x="47132" y="261418"/>
                      </a:lnTo>
                      <a:lnTo>
                        <a:pt x="135220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ED1C24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200" name="shape 200"/>
              <p:cNvGrpSpPr/>
              <p:nvPr/>
            </p:nvGrpSpPr>
            <p:grpSpPr>
              <a:xfrm>
                <a:off x="1085482" y="467271"/>
                <a:ext cx="288011" cy="288011"/>
                <a:chOff x="0" y="0"/>
                <a:chExt cx="288011" cy="288010"/>
              </a:xfrm>
            </p:grpSpPr>
            <p:sp>
              <p:nvSpPr>
                <p:cNvPr id="201" name="shape 201"/>
                <p:cNvSpPr/>
                <p:nvPr/>
              </p:nvSpPr>
              <p:spPr>
                <a:xfrm>
                  <a:off x="0" y="0"/>
                  <a:ext cx="288011" cy="288011"/>
                </a:xfrm>
                <a:custGeom>
                  <a:pathLst>
                    <a:path w="288010" h="288010">
                      <a:moveTo>
                        <a:pt x="288010" y="0"/>
                      </a:moveTo>
                      <a:lnTo>
                        <a:pt x="0" y="0"/>
                      </a:lnTo>
                      <a:lnTo>
                        <a:pt x="0" y="288010"/>
                      </a:lnTo>
                      <a:lnTo>
                        <a:pt x="288010" y="288010"/>
                      </a:lnTo>
                      <a:lnTo>
                        <a:pt x="288010" y="17792"/>
                      </a:lnTo>
                      <a:lnTo>
                        <a:pt x="232079" y="17792"/>
                      </a:lnTo>
                      <a:lnTo>
                        <a:pt x="270230" y="55943"/>
                      </a:lnTo>
                      <a:lnTo>
                        <a:pt x="182143" y="144018"/>
                      </a:lnTo>
                      <a:lnTo>
                        <a:pt x="270230" y="232105"/>
                      </a:lnTo>
                      <a:lnTo>
                        <a:pt x="232079" y="270230"/>
                      </a:lnTo>
                      <a:lnTo>
                        <a:pt x="143992" y="182143"/>
                      </a:lnTo>
                      <a:lnTo>
                        <a:pt x="55918" y="270230"/>
                      </a:lnTo>
                      <a:lnTo>
                        <a:pt x="17767" y="232105"/>
                      </a:lnTo>
                      <a:lnTo>
                        <a:pt x="105841" y="144018"/>
                      </a:lnTo>
                      <a:lnTo>
                        <a:pt x="17767" y="55943"/>
                      </a:lnTo>
                      <a:lnTo>
                        <a:pt x="55918" y="17792"/>
                      </a:lnTo>
                      <a:lnTo>
                        <a:pt x="143992" y="105867"/>
                      </a:lnTo>
                      <a:lnTo>
                        <a:pt x="232079" y="17792"/>
                      </a:lnTo>
                      <a:lnTo>
                        <a:pt x="288010" y="17792"/>
                      </a:lnTo>
                      <a:close/>
                    </a:path>
                  </a:pathLst>
                </a:custGeom>
                <a:solidFill>
                  <a:srgbClr val="ED1C24"/>
                </a:solidFill>
              </p:spPr>
            </p:sp>
            <p:sp>
              <p:nvSpPr>
                <p:cNvPr id="202" name="shape 202"/>
                <p:cNvSpPr/>
                <p:nvPr/>
              </p:nvSpPr>
              <p:spPr>
                <a:xfrm>
                  <a:off x="17775" y="17787"/>
                  <a:ext cx="252464" cy="252439"/>
                </a:xfrm>
                <a:custGeom>
                  <a:pathLst>
                    <a:path w="252463" h="252438">
                      <a:moveTo>
                        <a:pt x="252463" y="38151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1"/>
                      </a:lnTo>
                      <a:lnTo>
                        <a:pt x="88087" y="126238"/>
                      </a:lnTo>
                      <a:lnTo>
                        <a:pt x="0" y="214312"/>
                      </a:lnTo>
                      <a:lnTo>
                        <a:pt x="38150" y="252438"/>
                      </a:lnTo>
                      <a:lnTo>
                        <a:pt x="126237" y="164363"/>
                      </a:lnTo>
                      <a:lnTo>
                        <a:pt x="214312" y="252438"/>
                      </a:lnTo>
                      <a:lnTo>
                        <a:pt x="252463" y="214312"/>
                      </a:lnTo>
                      <a:lnTo>
                        <a:pt x="164376" y="126238"/>
                      </a:lnTo>
                      <a:close/>
                    </a:path>
                  </a:pathLst>
                </a:custGeom>
                <a:solidFill>
                  <a:srgbClr val="ED1C24"/>
                </a:solidFill>
              </p:spPr>
            </p:sp>
            <p:sp>
              <p:nvSpPr>
                <p:cNvPr id="203" name="shape 203"/>
                <p:cNvSpPr/>
                <p:nvPr/>
              </p:nvSpPr>
              <p:spPr>
                <a:xfrm>
                  <a:off x="8793" y="8806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20" y="97067"/>
                      </a:lnTo>
                      <a:lnTo>
                        <a:pt x="47132" y="8980"/>
                      </a:lnTo>
                      <a:lnTo>
                        <a:pt x="8982" y="47131"/>
                      </a:lnTo>
                      <a:lnTo>
                        <a:pt x="97069" y="135218"/>
                      </a:lnTo>
                      <a:lnTo>
                        <a:pt x="8982" y="223292"/>
                      </a:lnTo>
                      <a:lnTo>
                        <a:pt x="47132" y="261418"/>
                      </a:lnTo>
                      <a:lnTo>
                        <a:pt x="135220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ED1C24"/>
                  </a:solidFill>
                  <a:prstDash val="solid"/>
                  <a:miter lim="10"/>
                </a:ln>
              </p:spPr>
            </p:sp>
          </p:grpSp>
          <p:grpSp>
            <p:nvGrpSpPr>
              <p:cNvPr id="204" name="shape 204"/>
              <p:cNvGrpSpPr/>
              <p:nvPr/>
            </p:nvGrpSpPr>
            <p:grpSpPr>
              <a:xfrm>
                <a:off x="2395512" y="464096"/>
                <a:ext cx="294361" cy="294361"/>
                <a:chOff x="0" y="0"/>
                <a:chExt cx="294361" cy="294360"/>
              </a:xfrm>
            </p:grpSpPr>
            <p:sp>
              <p:nvSpPr>
                <p:cNvPr id="205" name="shape 205"/>
                <p:cNvSpPr/>
                <p:nvPr/>
              </p:nvSpPr>
              <p:spPr>
                <a:xfrm>
                  <a:off x="0" y="0"/>
                  <a:ext cx="294361" cy="294361"/>
                </a:xfrm>
                <a:prstGeom prst="rect">
                  <a:avLst/>
                </a:prstGeom>
                <a:ln w="6350" cap="flat">
                  <a:solidFill>
                    <a:srgbClr val="231F20"/>
                  </a:solidFill>
                  <a:prstDash val="solid"/>
                  <a:miter lim="10"/>
                </a:ln>
              </p:spPr>
            </p:sp>
            <p:sp>
              <p:nvSpPr>
                <p:cNvPr id="206" name="shape 206"/>
                <p:cNvSpPr/>
                <p:nvPr/>
              </p:nvSpPr>
              <p:spPr>
                <a:xfrm>
                  <a:off x="16452" y="16478"/>
                  <a:ext cx="261445" cy="261418"/>
                </a:xfrm>
                <a:custGeom>
                  <a:pathLst>
                    <a:path w="261444" h="261417">
                      <a:moveTo>
                        <a:pt x="256953" y="42640"/>
                      </a:moveTo>
                      <a:lnTo>
                        <a:pt x="218803" y="4489"/>
                      </a:lnTo>
                      <a:lnTo>
                        <a:pt x="130715" y="92564"/>
                      </a:lnTo>
                      <a:lnTo>
                        <a:pt x="42641" y="4489"/>
                      </a:lnTo>
                      <a:lnTo>
                        <a:pt x="4490" y="42640"/>
                      </a:lnTo>
                      <a:lnTo>
                        <a:pt x="92565" y="130714"/>
                      </a:lnTo>
                      <a:lnTo>
                        <a:pt x="4490" y="218802"/>
                      </a:lnTo>
                      <a:lnTo>
                        <a:pt x="42641" y="256927"/>
                      </a:lnTo>
                      <a:lnTo>
                        <a:pt x="130715" y="168840"/>
                      </a:lnTo>
                      <a:lnTo>
                        <a:pt x="218803" y="256927"/>
                      </a:lnTo>
                      <a:lnTo>
                        <a:pt x="256953" y="218802"/>
                      </a:lnTo>
                      <a:lnTo>
                        <a:pt x="168866" y="130714"/>
                      </a:lnTo>
                      <a:lnTo>
                        <a:pt x="256953" y="42640"/>
                      </a:lnTo>
                      <a:close/>
                    </a:path>
                  </a:pathLst>
                </a:custGeom>
                <a:ln w="6350" cap="flat">
                  <a:solidFill>
                    <a:srgbClr val="231F20"/>
                  </a:solidFill>
                  <a:prstDash val="solid"/>
                  <a:miter lim="10"/>
                </a:ln>
              </p:spPr>
            </p:sp>
            <p:sp>
              <p:nvSpPr>
                <p:cNvPr id="207" name="shape 207"/>
                <p:cNvSpPr/>
                <p:nvPr/>
              </p:nvSpPr>
              <p:spPr>
                <a:xfrm>
                  <a:off x="20952" y="20963"/>
                  <a:ext cx="252464" cy="252439"/>
                </a:xfrm>
                <a:custGeom>
                  <a:pathLst>
                    <a:path w="252463" h="252438">
                      <a:moveTo>
                        <a:pt x="252463" y="38151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1"/>
                      </a:lnTo>
                      <a:lnTo>
                        <a:pt x="88087" y="126238"/>
                      </a:lnTo>
                      <a:lnTo>
                        <a:pt x="0" y="214312"/>
                      </a:lnTo>
                      <a:lnTo>
                        <a:pt x="38150" y="252438"/>
                      </a:lnTo>
                      <a:lnTo>
                        <a:pt x="126237" y="164363"/>
                      </a:lnTo>
                      <a:lnTo>
                        <a:pt x="214312" y="252438"/>
                      </a:lnTo>
                      <a:lnTo>
                        <a:pt x="252463" y="214312"/>
                      </a:lnTo>
                      <a:lnTo>
                        <a:pt x="164376" y="126238"/>
                      </a:lnTo>
                      <a:close/>
                    </a:path>
                  </a:pathLst>
                </a:custGeom>
                <a:solidFill>
                  <a:srgbClr val="ED1C24"/>
                </a:solidFill>
              </p:spPr>
            </p:sp>
            <p:sp>
              <p:nvSpPr>
                <p:cNvPr id="208" name="shape 208"/>
                <p:cNvSpPr/>
                <p:nvPr/>
              </p:nvSpPr>
              <p:spPr>
                <a:xfrm>
                  <a:off x="11970" y="11983"/>
                  <a:ext cx="270428" cy="270398"/>
                </a:xfrm>
                <a:custGeom>
                  <a:pathLst>
                    <a:path w="270427" h="270397">
                      <a:moveTo>
                        <a:pt x="261445" y="47131"/>
                      </a:moveTo>
                      <a:lnTo>
                        <a:pt x="223294" y="8980"/>
                      </a:lnTo>
                      <a:lnTo>
                        <a:pt x="135219" y="97067"/>
                      </a:lnTo>
                      <a:lnTo>
                        <a:pt x="47132" y="8980"/>
                      </a:lnTo>
                      <a:lnTo>
                        <a:pt x="8981" y="47131"/>
                      </a:lnTo>
                      <a:lnTo>
                        <a:pt x="97069" y="135218"/>
                      </a:lnTo>
                      <a:lnTo>
                        <a:pt x="8981" y="223292"/>
                      </a:lnTo>
                      <a:lnTo>
                        <a:pt x="47132" y="261418"/>
                      </a:lnTo>
                      <a:lnTo>
                        <a:pt x="135219" y="173343"/>
                      </a:lnTo>
                      <a:lnTo>
                        <a:pt x="223294" y="261418"/>
                      </a:lnTo>
                      <a:lnTo>
                        <a:pt x="261445" y="223292"/>
                      </a:lnTo>
                      <a:lnTo>
                        <a:pt x="173358" y="135218"/>
                      </a:lnTo>
                      <a:lnTo>
                        <a:pt x="261445" y="47131"/>
                      </a:lnTo>
                      <a:close/>
                    </a:path>
                  </a:pathLst>
                </a:custGeom>
                <a:ln w="12700" cap="flat">
                  <a:solidFill>
                    <a:srgbClr val="FFFFFF"/>
                  </a:solidFill>
                  <a:prstDash val="solid"/>
                  <a:miter lim="10"/>
                </a:ln>
              </p:spPr>
            </p:sp>
          </p:grpSp>
          <p:pic>
            <p:nvPicPr>
              <p:cNvPr id="209" name="shape 209"/>
              <p:cNvPicPr>
                <a:picLocks noChangeAspect="1"/>
              </p:cNvPicPr>
              <p:nvPr/>
            </p:nvPicPr>
            <p:blipFill>
              <a:blip r:embed="rId32" cstate="print"/>
              <a:stretch>
                <a:fillRect/>
              </a:stretch>
            </p:blipFill>
            <p:spPr>
              <a:xfrm>
                <a:off x="1101643" y="484623"/>
                <a:ext cx="257175" cy="252413"/>
              </a:xfrm>
              <a:prstGeom prst="rect"/>
            </p:spPr>
          </p:pic>
          <p:pic>
            <p:nvPicPr>
              <p:cNvPr id="210" name="shape 210"/>
              <p:cNvPicPr>
                <a:picLocks noChangeAspect="1"/>
              </p:cNvPicPr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2414505" y="484623"/>
                <a:ext cx="257175" cy="252413"/>
              </a:xfrm>
              <a:prstGeom prst="rect"/>
            </p:spPr>
          </p:pic>
        </p:grpSp>
      </p:grpSp>
      <p:grpSp>
        <p:nvGrpSpPr>
          <p:cNvPr id="211" name="shape 211"/>
          <p:cNvGrpSpPr/>
          <p:nvPr/>
        </p:nvGrpSpPr>
        <p:grpSpPr>
          <a:xfrm>
            <a:off x="3952950" y="7787840"/>
            <a:ext cx="3191295" cy="1751305"/>
            <a:chOff x="0" y="0"/>
            <a:chExt cx="3191294" cy="1751305"/>
          </a:xfrm>
        </p:grpSpPr>
        <p:grpSp>
          <p:nvGrpSpPr>
            <p:cNvPr id="212" name="shape 212"/>
            <p:cNvGrpSpPr/>
            <p:nvPr/>
          </p:nvGrpSpPr>
          <p:grpSpPr>
            <a:xfrm>
              <a:off x="0" y="0"/>
              <a:ext cx="3191295" cy="1751305"/>
              <a:chOff x="0" y="0"/>
              <a:chExt cx="3191294" cy="1751305"/>
            </a:xfrm>
          </p:grpSpPr>
          <p:sp>
            <p:nvSpPr>
              <p:cNvPr id="213" name="shape 213"/>
              <p:cNvSpPr/>
              <p:nvPr/>
            </p:nvSpPr>
            <p:spPr>
              <a:xfrm>
                <a:off x="1152379" y="336841"/>
                <a:ext cx="196507" cy="234885"/>
              </a:xfrm>
              <a:custGeom>
                <a:pathLst>
                  <a:path w="196507" h="234884">
                    <a:moveTo>
                      <a:pt x="58116" y="234884"/>
                    </a:moveTo>
                    <a:lnTo>
                      <a:pt x="58115" y="234884"/>
                    </a:lnTo>
                    <a:lnTo>
                      <a:pt x="56362" y="229997"/>
                    </a:lnTo>
                    <a:lnTo>
                      <a:pt x="49784" y="221615"/>
                    </a:lnTo>
                    <a:lnTo>
                      <a:pt x="40004" y="210566"/>
                    </a:lnTo>
                    <a:lnTo>
                      <a:pt x="28524" y="197675"/>
                    </a:lnTo>
                    <a:lnTo>
                      <a:pt x="17119" y="183616"/>
                    </a:lnTo>
                    <a:lnTo>
                      <a:pt x="7492" y="169227"/>
                    </a:lnTo>
                    <a:lnTo>
                      <a:pt x="1244" y="155321"/>
                    </a:lnTo>
                    <a:lnTo>
                      <a:pt x="0" y="142685"/>
                    </a:lnTo>
                    <a:lnTo>
                      <a:pt x="5473" y="132016"/>
                    </a:lnTo>
                    <a:lnTo>
                      <a:pt x="19278" y="124142"/>
                    </a:lnTo>
                    <a:lnTo>
                      <a:pt x="27279" y="124612"/>
                    </a:lnTo>
                    <a:lnTo>
                      <a:pt x="34734" y="129603"/>
                    </a:lnTo>
                    <a:lnTo>
                      <a:pt x="41312" y="137477"/>
                    </a:lnTo>
                    <a:lnTo>
                      <a:pt x="46799" y="146596"/>
                    </a:lnTo>
                    <a:lnTo>
                      <a:pt x="51092" y="155257"/>
                    </a:lnTo>
                    <a:lnTo>
                      <a:pt x="53759" y="161963"/>
                    </a:lnTo>
                    <a:lnTo>
                      <a:pt x="71640" y="133972"/>
                    </a:lnTo>
                    <a:lnTo>
                      <a:pt x="87985" y="105461"/>
                    </a:lnTo>
                    <a:lnTo>
                      <a:pt x="103644" y="77762"/>
                    </a:lnTo>
                    <a:lnTo>
                      <a:pt x="119253" y="52261"/>
                    </a:lnTo>
                    <a:lnTo>
                      <a:pt x="135610" y="30378"/>
                    </a:lnTo>
                    <a:lnTo>
                      <a:pt x="153479" y="13423"/>
                    </a:lnTo>
                    <a:lnTo>
                      <a:pt x="173570" y="2819"/>
                    </a:lnTo>
                    <a:lnTo>
                      <a:pt x="196507" y="0"/>
                    </a:lnTo>
                    <a:lnTo>
                      <a:pt x="180022" y="20701"/>
                    </a:lnTo>
                    <a:lnTo>
                      <a:pt x="161416" y="47561"/>
                    </a:lnTo>
                    <a:lnTo>
                      <a:pt x="141706" y="78740"/>
                    </a:lnTo>
                    <a:lnTo>
                      <a:pt x="121729" y="112357"/>
                    </a:lnTo>
                    <a:lnTo>
                      <a:pt x="102425" y="146660"/>
                    </a:lnTo>
                    <a:lnTo>
                      <a:pt x="84848" y="179768"/>
                    </a:lnTo>
                    <a:lnTo>
                      <a:pt x="69697" y="209766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</p:sp>
          <p:sp>
            <p:nvSpPr>
              <p:cNvPr id="214" name="shape 214"/>
              <p:cNvSpPr/>
              <p:nvPr/>
            </p:nvSpPr>
            <p:spPr>
              <a:xfrm>
                <a:off x="2766979" y="336841"/>
                <a:ext cx="196508" cy="234885"/>
              </a:xfrm>
              <a:custGeom>
                <a:pathLst>
                  <a:path w="196507" h="234884">
                    <a:moveTo>
                      <a:pt x="58115" y="234884"/>
                    </a:moveTo>
                    <a:lnTo>
                      <a:pt x="58114" y="234884"/>
                    </a:lnTo>
                    <a:lnTo>
                      <a:pt x="56362" y="229997"/>
                    </a:lnTo>
                    <a:lnTo>
                      <a:pt x="49783" y="221615"/>
                    </a:lnTo>
                    <a:lnTo>
                      <a:pt x="40005" y="210566"/>
                    </a:lnTo>
                    <a:lnTo>
                      <a:pt x="28524" y="197675"/>
                    </a:lnTo>
                    <a:lnTo>
                      <a:pt x="17119" y="183616"/>
                    </a:lnTo>
                    <a:lnTo>
                      <a:pt x="7493" y="169227"/>
                    </a:lnTo>
                    <a:lnTo>
                      <a:pt x="1244" y="155321"/>
                    </a:lnTo>
                    <a:lnTo>
                      <a:pt x="0" y="142685"/>
                    </a:lnTo>
                    <a:lnTo>
                      <a:pt x="5474" y="132016"/>
                    </a:lnTo>
                    <a:lnTo>
                      <a:pt x="19278" y="124142"/>
                    </a:lnTo>
                    <a:lnTo>
                      <a:pt x="27279" y="124612"/>
                    </a:lnTo>
                    <a:lnTo>
                      <a:pt x="34734" y="129603"/>
                    </a:lnTo>
                    <a:lnTo>
                      <a:pt x="41312" y="137477"/>
                    </a:lnTo>
                    <a:lnTo>
                      <a:pt x="46799" y="146596"/>
                    </a:lnTo>
                    <a:lnTo>
                      <a:pt x="51092" y="155257"/>
                    </a:lnTo>
                    <a:lnTo>
                      <a:pt x="53759" y="161963"/>
                    </a:lnTo>
                    <a:lnTo>
                      <a:pt x="71640" y="133972"/>
                    </a:lnTo>
                    <a:lnTo>
                      <a:pt x="87985" y="105461"/>
                    </a:lnTo>
                    <a:lnTo>
                      <a:pt x="103644" y="77762"/>
                    </a:lnTo>
                    <a:lnTo>
                      <a:pt x="119253" y="52261"/>
                    </a:lnTo>
                    <a:lnTo>
                      <a:pt x="135610" y="30378"/>
                    </a:lnTo>
                    <a:lnTo>
                      <a:pt x="153479" y="13423"/>
                    </a:lnTo>
                    <a:lnTo>
                      <a:pt x="173570" y="2819"/>
                    </a:lnTo>
                    <a:lnTo>
                      <a:pt x="196507" y="0"/>
                    </a:lnTo>
                    <a:lnTo>
                      <a:pt x="180022" y="20701"/>
                    </a:lnTo>
                    <a:lnTo>
                      <a:pt x="161417" y="47561"/>
                    </a:lnTo>
                    <a:lnTo>
                      <a:pt x="141706" y="78740"/>
                    </a:lnTo>
                    <a:lnTo>
                      <a:pt x="121729" y="112357"/>
                    </a:lnTo>
                    <a:lnTo>
                      <a:pt x="102425" y="146660"/>
                    </a:lnTo>
                    <a:lnTo>
                      <a:pt x="84849" y="179768"/>
                    </a:lnTo>
                    <a:lnTo>
                      <a:pt x="69697" y="209766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</p:sp>
          <p:sp>
            <p:nvSpPr>
              <p:cNvPr id="215" name="shape 215"/>
              <p:cNvSpPr/>
              <p:nvPr/>
            </p:nvSpPr>
            <p:spPr>
              <a:xfrm>
                <a:off x="682825" y="1301147"/>
                <a:ext cx="58953" cy="70465"/>
              </a:xfrm>
              <a:custGeom>
                <a:pathLst>
                  <a:path w="58952" h="70464">
                    <a:moveTo>
                      <a:pt x="17435" y="70464"/>
                    </a:moveTo>
                    <a:lnTo>
                      <a:pt x="17434" y="70464"/>
                    </a:lnTo>
                    <a:lnTo>
                      <a:pt x="16909" y="68999"/>
                    </a:lnTo>
                    <a:lnTo>
                      <a:pt x="14935" y="66484"/>
                    </a:lnTo>
                    <a:lnTo>
                      <a:pt x="12001" y="63170"/>
                    </a:lnTo>
                    <a:lnTo>
                      <a:pt x="8557" y="59302"/>
                    </a:lnTo>
                    <a:lnTo>
                      <a:pt x="5135" y="55085"/>
                    </a:lnTo>
                    <a:lnTo>
                      <a:pt x="2247" y="50768"/>
                    </a:lnTo>
                    <a:lnTo>
                      <a:pt x="373" y="46596"/>
                    </a:lnTo>
                    <a:lnTo>
                      <a:pt x="0" y="42805"/>
                    </a:lnTo>
                    <a:lnTo>
                      <a:pt x="1642" y="39605"/>
                    </a:lnTo>
                    <a:lnTo>
                      <a:pt x="5783" y="37243"/>
                    </a:lnTo>
                    <a:lnTo>
                      <a:pt x="8184" y="37383"/>
                    </a:lnTo>
                    <a:lnTo>
                      <a:pt x="10420" y="38881"/>
                    </a:lnTo>
                    <a:lnTo>
                      <a:pt x="12394" y="41243"/>
                    </a:lnTo>
                    <a:lnTo>
                      <a:pt x="14039" y="43978"/>
                    </a:lnTo>
                    <a:lnTo>
                      <a:pt x="15327" y="46577"/>
                    </a:lnTo>
                    <a:lnTo>
                      <a:pt x="16127" y="48588"/>
                    </a:lnTo>
                    <a:lnTo>
                      <a:pt x="21492" y="40192"/>
                    </a:lnTo>
                    <a:lnTo>
                      <a:pt x="26395" y="31639"/>
                    </a:lnTo>
                    <a:lnTo>
                      <a:pt x="31093" y="23328"/>
                    </a:lnTo>
                    <a:lnTo>
                      <a:pt x="35775" y="15678"/>
                    </a:lnTo>
                    <a:lnTo>
                      <a:pt x="40683" y="9114"/>
                    </a:lnTo>
                    <a:lnTo>
                      <a:pt x="46044" y="4026"/>
                    </a:lnTo>
                    <a:lnTo>
                      <a:pt x="52071" y="845"/>
                    </a:lnTo>
                    <a:lnTo>
                      <a:pt x="58952" y="0"/>
                    </a:lnTo>
                    <a:lnTo>
                      <a:pt x="54006" y="6210"/>
                    </a:lnTo>
                    <a:lnTo>
                      <a:pt x="48425" y="14268"/>
                    </a:lnTo>
                    <a:lnTo>
                      <a:pt x="42512" y="23621"/>
                    </a:lnTo>
                    <a:lnTo>
                      <a:pt x="36519" y="33707"/>
                    </a:lnTo>
                    <a:lnTo>
                      <a:pt x="30727" y="43998"/>
                    </a:lnTo>
                    <a:lnTo>
                      <a:pt x="25454" y="53930"/>
                    </a:lnTo>
                    <a:lnTo>
                      <a:pt x="20909" y="62930"/>
                    </a:lnTo>
                    <a:close/>
                  </a:path>
                </a:pathLst>
              </a:custGeom>
              <a:solidFill>
                <a:srgbClr val="6A7E15"/>
              </a:solidFill>
            </p:spPr>
          </p:sp>
          <p:pic>
            <p:nvPicPr>
              <p:cNvPr id="216" name="shape 216"/>
              <p:cNvPicPr>
                <a:picLocks noChangeAspect="1"/>
              </p:cNvPicPr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166450" y="267251"/>
                <a:ext cx="1258825" cy="826008"/>
              </a:xfrm>
              <a:prstGeom prst="rect"/>
            </p:spPr>
          </p:pic>
          <p:pic>
            <p:nvPicPr>
              <p:cNvPr id="217" name="shape 217"/>
              <p:cNvPicPr>
                <a:picLocks noChangeAspect="1"/>
              </p:cNvPicPr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1775213" y="260970"/>
                <a:ext cx="1258854" cy="829075"/>
              </a:xfrm>
              <a:prstGeom prst="rect"/>
            </p:spPr>
          </p:pic>
        </p:grpSp>
        <p:sp>
          <p:nvSpPr>
            <p:cNvPr id="218" name="shape 218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0" rIns="0" bIns="0">
              <a:spAutoFit/>
            </a:bodyPr>
            <a:p>
              <a:pPr marL="707390"/>
              <a:r>
                <a:rPr sz="900">
                  <a:latin typeface="Arial"/>
                  <a:cs typeface="Arial"/>
                </a:rPr>
                <a:t>GWG 8.2 - DeviceN Support (4 colors)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369570">
                <a:spcBef>
                  <a:spcPts val="500"/>
                </a:spcBef>
                <a:tabLst>
                  <a:tab pos="1810385" algn="l"/>
                </a:tabLst>
              </a:pPr>
              <a:r>
                <a:rPr sz="600">
                  <a:latin typeface="Arial"/>
                  <a:cs typeface="Arial"/>
                </a:rPr>
                <a:t>Duotone (Black and Cyan)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Grayscale TIFF with Cyan background</a:t>
              </a:r>
              <a:endParaRPr/>
            </a:p>
            <a:p>
              <a:pPr marL="182245" marR="175260" algn="ctr">
                <a:lnSpc>
                  <a:spcPct val="99983"/>
                </a:lnSpc>
                <a:spcBef>
                  <a:spcPts val="600"/>
                </a:spcBef>
                <a:tabLst>
                  <a:tab pos="756920" algn="l"/>
                </a:tabLst>
              </a:pPr>
              <a:r>
                <a:rPr sz="600">
                  <a:latin typeface="Arial"/>
                  <a:cs typeface="Arial"/>
                </a:rPr>
                <a:t>If a check mark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25">
                  <a:latin typeface="Arial"/>
                  <a:cs typeface="Arial"/>
                </a:rPr>
                <a:t>is visible in the upper right corner then DeviceN is respected (= GOOD). </a:t>
              </a:r>
              <a:r>
                <a:rPr sz="600" spc="-5">
                  <a:latin typeface="Arial"/>
                  <a:cs typeface="Arial"/>
                </a:rPr>
                <a:t>If no check mark appears then DeviceN color was transformed to CMYK (= ERROR).</a:t>
              </a:r>
              <a:endParaRPr/>
            </a:p>
            <a:p>
              <a:pPr marL="6985" algn="ctr"/>
              <a:r>
                <a:rPr sz="600">
                  <a:latin typeface="Arial"/>
                  <a:cs typeface="Arial"/>
                </a:rPr>
                <a:t>If the images are missing completely then DeviceN is not supported at all (= ERROR).</a:t>
              </a:r>
              <a:endParaRPr/>
            </a:p>
            <a:p>
              <a:pPr marL="22860">
                <a:spcBef>
                  <a:spcPts val="600"/>
                </a:spcBef>
                <a:tabLst>
                  <a:tab pos="909320" algn="l"/>
                  <a:tab pos="3061335" algn="l"/>
                </a:tabLst>
              </a:pPr>
              <a:r>
                <a:rPr sz="600">
                  <a:latin typeface="Arial"/>
                  <a:cs typeface="Arial"/>
                </a:rPr>
                <a:t>27 Dec 2006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8.2</a:t>
              </a:r>
              <a:endParaRPr/>
            </a:p>
          </p:txBody>
        </p:sp>
      </p:grpSp>
      <p:sp>
        <p:nvSpPr>
          <p:cNvPr id="219" name="shape 219"/>
          <p:cNvSpPr txBox="1"/>
          <p:nvPr/>
        </p:nvSpPr>
        <p:spPr>
          <a:xfrm>
            <a:off x="5991225" y="4831808"/>
            <a:ext cx="192405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10">
                <a:latin typeface="Arial"/>
                <a:cs typeface="Arial"/>
              </a:rPr>
              <a:t>mask</a:t>
            </a:r>
            <a:endParaRPr/>
          </a:p>
        </p:txBody>
      </p:sp>
      <p:sp>
        <p:nvSpPr>
          <p:cNvPr id="220" name="shape 220"/>
          <p:cNvSpPr txBox="1"/>
          <p:nvPr/>
        </p:nvSpPr>
        <p:spPr>
          <a:xfrm>
            <a:off x="382905" y="9660513"/>
            <a:ext cx="6794500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877695" algn="l"/>
                <a:tab pos="6163310" algn="l"/>
              </a:tabLst>
            </a:pP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02.07.2021</a:t>
            </a: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© 2021 Ghent Workgroup, 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https://www.gwg.org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 spc="-55">
                <a:solidFill>
                  <a:srgbClr val="231F20"/>
                </a:solidFill>
                <a:latin typeface="Arial"/>
                <a:cs typeface="Arial"/>
              </a:rPr>
              <a:t>Page 1 / 6</a:t>
            </a:r>
            <a:endParaRPr/>
          </a:p>
        </p:txBody>
      </p:sp>
      <p:sp>
        <p:nvSpPr>
          <p:cNvPr id="221" name="shape 221"/>
          <p:cNvSpPr txBox="1"/>
          <p:nvPr/>
        </p:nvSpPr>
        <p:spPr>
          <a:xfrm>
            <a:off x="3970020" y="5252183"/>
            <a:ext cx="3153411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976630" algn="l"/>
                <a:tab pos="3046095" algn="l"/>
              </a:tabLst>
            </a:pPr>
            <a:r>
              <a:rPr sz="600">
                <a:latin typeface="Arial"/>
                <a:cs typeface="Arial"/>
              </a:rPr>
              <a:t>08 Dec 2005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Ghent PDF Workgroup© </a:t>
            </a:r>
            <a:r>
              <a:rPr sz="600"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5">
                <a:latin typeface="Arial"/>
                <a:cs typeface="Arial"/>
              </a:rPr>
              <a:t>1.0</a:t>
            </a:r>
            <a:endParaRPr/>
          </a:p>
        </p:txBody>
      </p:sp>
      <p:sp>
        <p:nvSpPr>
          <p:cNvPr id="222" name="shape 222"/>
          <p:cNvSpPr txBox="1"/>
          <p:nvPr/>
        </p:nvSpPr>
        <p:spPr>
          <a:xfrm>
            <a:off x="6219190" y="4771381"/>
            <a:ext cx="584835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53085" algn="l"/>
              </a:tabLst>
            </a:pPr>
            <a:r>
              <a:rPr sz="600">
                <a:latin typeface="Arial"/>
                <a:cs typeface="Arial"/>
              </a:rPr>
              <a:t>i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j</a:t>
            </a:r>
            <a:endParaRPr/>
          </a:p>
        </p:txBody>
      </p:sp>
      <p:sp>
        <p:nvSpPr>
          <p:cNvPr id="223" name="shape 223"/>
          <p:cNvSpPr txBox="1"/>
          <p:nvPr/>
        </p:nvSpPr>
        <p:spPr>
          <a:xfrm>
            <a:off x="4599305" y="4771381"/>
            <a:ext cx="1148080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53085" algn="l"/>
                <a:tab pos="1092835" algn="l"/>
              </a:tabLst>
            </a:pPr>
            <a:r>
              <a:rPr sz="600">
                <a:latin typeface="Arial"/>
                <a:cs typeface="Arial"/>
              </a:rPr>
              <a:t>f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g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h</a:t>
            </a:r>
            <a:endParaRPr/>
          </a:p>
        </p:txBody>
      </p:sp>
      <p:sp>
        <p:nvSpPr>
          <p:cNvPr id="224" name="shape 224"/>
          <p:cNvSpPr txBox="1"/>
          <p:nvPr/>
        </p:nvSpPr>
        <p:spPr>
          <a:xfrm>
            <a:off x="4080510" y="4603201"/>
            <a:ext cx="234950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30">
                <a:latin typeface="Arial"/>
                <a:cs typeface="Arial"/>
              </a:rPr>
              <a:t>OPM 1</a:t>
            </a:r>
            <a:endParaRPr/>
          </a:p>
        </p:txBody>
      </p:sp>
      <p:sp>
        <p:nvSpPr>
          <p:cNvPr id="225" name="shape 225"/>
          <p:cNvSpPr txBox="1"/>
          <p:nvPr/>
        </p:nvSpPr>
        <p:spPr>
          <a:xfrm>
            <a:off x="4784725" y="3621300"/>
            <a:ext cx="149288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55">
                <a:latin typeface="Arial"/>
                <a:cs typeface="Arial"/>
              </a:rPr>
              <a:t>GWG 1.0 - CMYK Overprint Test</a:t>
            </a:r>
            <a:endParaRPr/>
          </a:p>
        </p:txBody>
      </p:sp>
      <p:sp>
        <p:nvSpPr>
          <p:cNvPr id="226" name="shape 226"/>
          <p:cNvSpPr txBox="1"/>
          <p:nvPr/>
        </p:nvSpPr>
        <p:spPr>
          <a:xfrm>
            <a:off x="4314190" y="3412265"/>
            <a:ext cx="381000" cy="1359252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50" spc="-2270">
                <a:solidFill>
                  <a:srgbClr val="F49AC1"/>
                </a:solidFill>
                <a:latin typeface="Arial"/>
                <a:cs typeface="Arial"/>
              </a:rPr>
              <a:t>�</a:t>
            </a:r>
            <a:endParaRPr/>
          </a:p>
          <a:p>
            <a:pPr marL="12700">
              <a:lnSpc>
                <a:spcPts val="4042"/>
              </a:lnSpc>
            </a:pPr>
            <a:r>
              <a:rPr sz="5550" spc="-2270">
                <a:solidFill>
                  <a:srgbClr val="F49AC1"/>
                </a:solidFill>
                <a:latin typeface="Arial"/>
                <a:cs typeface="Arial"/>
              </a:rPr>
              <a:t>�</a:t>
            </a:r>
            <a:endParaRPr/>
          </a:p>
        </p:txBody>
      </p:sp>
      <p:sp>
        <p:nvSpPr>
          <p:cNvPr id="227" name="shape 227"/>
          <p:cNvSpPr txBox="1"/>
          <p:nvPr/>
        </p:nvSpPr>
        <p:spPr>
          <a:xfrm>
            <a:off x="591185" y="110149"/>
            <a:ext cx="6380481" cy="1211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89710"/>
            <a:r>
              <a:rPr sz="2200" b="1">
                <a:solidFill>
                  <a:srgbClr val="AD208E"/>
                </a:solidFill>
                <a:latin typeface="Arial"/>
                <a:cs typeface="Arial"/>
              </a:rPr>
              <a:t>Ghent PDF Output Suite 5.0 – CMYK</a:t>
            </a:r>
            <a:endParaRPr/>
          </a:p>
          <a:p>
            <a:pPr marL="2463165">
              <a:lnSpc>
                <a:spcPts val="1720"/>
              </a:lnSpc>
            </a:pPr>
            <a:r>
              <a:rPr sz="1600" b="1">
                <a:solidFill>
                  <a:srgbClr val="231F20"/>
                </a:solidFill>
                <a:latin typeface="Arial"/>
                <a:cs typeface="Arial"/>
              </a:rPr>
              <a:t>Conformance Level 1</a:t>
            </a:r>
            <a:endParaRPr/>
          </a:p>
          <a:p>
            <a:pPr marR="2540" algn="ctr">
              <a:spcBef>
                <a:spcPts val="100"/>
              </a:spcBef>
            </a:pPr>
            <a:r>
              <a:rPr sz="1200" i="1">
                <a:solidFill>
                  <a:srgbClr val="231F20"/>
                </a:solidFill>
                <a:latin typeface="Arial"/>
                <a:cs typeface="Arial"/>
              </a:rPr>
              <a:t>The pages contain test patches with essential features of PDF/X-4 (ISO 15930-7).</a:t>
            </a:r>
            <a:endParaRPr/>
          </a:p>
          <a:p>
            <a:pPr marR="2540" algn="ctr"/>
            <a:r>
              <a:rPr sz="1200" i="1">
                <a:solidFill>
                  <a:srgbClr val="231F20"/>
                </a:solidFill>
                <a:latin typeface="Arial"/>
                <a:cs typeface="Arial"/>
              </a:rPr>
              <a:t>Errors are identified either with a cross or by a deviation from the integrated reference images.</a:t>
            </a:r>
            <a:endParaRPr/>
          </a:p>
          <a:p>
            <a:pPr marL="12700">
              <a:spcBef>
                <a:spcPts val="400"/>
              </a:spcBef>
            </a:pPr>
            <a:r>
              <a:rPr sz="1500" b="1" spc="-205">
                <a:latin typeface="Arial"/>
                <a:cs typeface="Arial"/>
              </a:rPr>
              <a:t>Personalized test pages are required for Ghent PDF Output Suite 5.0 Conformance Certification!!!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5734874" y="179998"/>
            <a:ext cx="1429124" cy="387643"/>
            <a:chOff x="0" y="0"/>
            <a:chExt cx="1429124" cy="387642"/>
          </a:xfrm>
        </p:grpSpPr>
        <p:sp>
          <p:nvSpPr>
            <p:cNvPr id="3" name="shape 3"/>
            <p:cNvSpPr/>
            <p:nvPr/>
          </p:nvSpPr>
          <p:spPr>
            <a:xfrm>
              <a:off x="94106" y="8478"/>
              <a:ext cx="168568" cy="61256"/>
            </a:xfrm>
            <a:custGeom>
              <a:pathLst>
                <a:path w="168567" h="61255">
                  <a:moveTo>
                    <a:pt x="84278" y="0"/>
                  </a:moveTo>
                  <a:lnTo>
                    <a:pt x="42184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2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5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4" name="shape 4"/>
            <p:cNvSpPr/>
            <p:nvPr/>
          </p:nvSpPr>
          <p:spPr>
            <a:xfrm>
              <a:off x="0" y="102548"/>
              <a:ext cx="61280" cy="168568"/>
            </a:xfrm>
            <a:custGeom>
              <a:pathLst>
                <a:path w="61279" h="168567">
                  <a:moveTo>
                    <a:pt x="37873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3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5" name="shape 5"/>
            <p:cNvSpPr/>
            <p:nvPr/>
          </p:nvSpPr>
          <p:spPr>
            <a:xfrm>
              <a:off x="295511" y="102549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6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94114" y="303951"/>
              <a:ext cx="168567" cy="61284"/>
            </a:xfrm>
            <a:custGeom>
              <a:pathLst>
                <a:path w="168566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5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6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85329" y="93783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477335" y="2912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617917" y="0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6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724642" y="39774"/>
              <a:ext cx="87668" cy="100838"/>
            </a:xfrm>
            <a:custGeom>
              <a:pathLst>
                <a:path w="87667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833859" y="39991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90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936525" y="19038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473018" y="214522"/>
              <a:ext cx="168924" cy="134354"/>
            </a:xfrm>
            <a:custGeom>
              <a:pathLst>
                <a:path w="168923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2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5" y="114414"/>
                  </a:lnTo>
                  <a:lnTo>
                    <a:pt x="35306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3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644236" y="250213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763475" y="250204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832000" y="207372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921289" y="250216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0" y="82105"/>
                  </a:lnTo>
                  <a:lnTo>
                    <a:pt x="74332" y="82105"/>
                  </a:lnTo>
                  <a:lnTo>
                    <a:pt x="74332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5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0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1042612" y="250204"/>
              <a:ext cx="49911" cy="98667"/>
            </a:xfrm>
            <a:custGeom>
              <a:pathLst>
                <a:path w="49910" h="98666">
                  <a:moveTo>
                    <a:pt x="44958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9" name="shape 19"/>
            <p:cNvSpPr/>
            <p:nvPr/>
          </p:nvSpPr>
          <p:spPr>
            <a:xfrm>
              <a:off x="1101973" y="250213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5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1221244" y="252397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1334115" y="250213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3" y="18719"/>
                  </a:lnTo>
                  <a:lnTo>
                    <a:pt x="17259" y="18719"/>
                  </a:lnTo>
                  <a:lnTo>
                    <a:pt x="16217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2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39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4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1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pic>
        <p:nvPicPr>
          <p:cNvPr id="22" name="shape 2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6538" y="171396"/>
            <a:ext cx="3489449" cy="347553"/>
          </a:xfrm>
          <a:prstGeom prst="rect"/>
        </p:spPr>
      </p:pic>
      <p:grpSp>
        <p:nvGrpSpPr>
          <p:cNvPr id="23" name="shape 23"/>
          <p:cNvGrpSpPr/>
          <p:nvPr/>
        </p:nvGrpSpPr>
        <p:grpSpPr>
          <a:xfrm>
            <a:off x="406873" y="179998"/>
            <a:ext cx="1429125" cy="387643"/>
            <a:chOff x="0" y="0"/>
            <a:chExt cx="1429125" cy="387642"/>
          </a:xfrm>
        </p:grpSpPr>
        <p:sp>
          <p:nvSpPr>
            <p:cNvPr id="24" name="shape 24"/>
            <p:cNvSpPr/>
            <p:nvPr/>
          </p:nvSpPr>
          <p:spPr>
            <a:xfrm>
              <a:off x="94106" y="8478"/>
              <a:ext cx="168568" cy="61256"/>
            </a:xfrm>
            <a:custGeom>
              <a:pathLst>
                <a:path w="168567" h="61255">
                  <a:moveTo>
                    <a:pt x="84283" y="0"/>
                  </a:moveTo>
                  <a:lnTo>
                    <a:pt x="42190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1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6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0" y="102548"/>
              <a:ext cx="61280" cy="168568"/>
            </a:xfrm>
            <a:custGeom>
              <a:pathLst>
                <a:path w="61279" h="168567">
                  <a:moveTo>
                    <a:pt x="37872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2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295512" y="102549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5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94115" y="303951"/>
              <a:ext cx="168568" cy="61284"/>
            </a:xfrm>
            <a:custGeom>
              <a:pathLst>
                <a:path w="168567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6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7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85329" y="93783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477336" y="2912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617918" y="0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7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724642" y="39774"/>
              <a:ext cx="87669" cy="100838"/>
            </a:xfrm>
            <a:custGeom>
              <a:pathLst>
                <a:path w="87668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833859" y="39991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77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33" name="shape 33"/>
            <p:cNvSpPr/>
            <p:nvPr/>
          </p:nvSpPr>
          <p:spPr>
            <a:xfrm>
              <a:off x="936525" y="19038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4" name="shape 34"/>
            <p:cNvSpPr/>
            <p:nvPr/>
          </p:nvSpPr>
          <p:spPr>
            <a:xfrm>
              <a:off x="473019" y="214522"/>
              <a:ext cx="168923" cy="134354"/>
            </a:xfrm>
            <a:custGeom>
              <a:pathLst>
                <a:path w="168922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1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4" y="114414"/>
                  </a:lnTo>
                  <a:lnTo>
                    <a:pt x="35305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2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644237" y="250213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25" y="3461"/>
                  </a:lnTo>
                  <a:lnTo>
                    <a:pt x="14376" y="13496"/>
                  </a:lnTo>
                  <a:lnTo>
                    <a:pt x="3852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763475" y="250204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832001" y="207372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921289" y="250216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1" y="82105"/>
                  </a:lnTo>
                  <a:lnTo>
                    <a:pt x="74333" y="82105"/>
                  </a:lnTo>
                  <a:lnTo>
                    <a:pt x="74333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6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1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1042612" y="250204"/>
              <a:ext cx="49911" cy="98667"/>
            </a:xfrm>
            <a:custGeom>
              <a:pathLst>
                <a:path w="49910" h="98666">
                  <a:moveTo>
                    <a:pt x="44957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09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0" y="16941"/>
                  </a:lnTo>
                  <a:lnTo>
                    <a:pt x="49910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1101974" y="250213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6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1221244" y="252397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42" name="shape 42"/>
            <p:cNvSpPr/>
            <p:nvPr/>
          </p:nvSpPr>
          <p:spPr>
            <a:xfrm>
              <a:off x="1334116" y="250213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2" y="18719"/>
                  </a:lnTo>
                  <a:lnTo>
                    <a:pt x="17259" y="18719"/>
                  </a:lnTo>
                  <a:lnTo>
                    <a:pt x="16218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1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40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5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0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grpSp>
        <p:nvGrpSpPr>
          <p:cNvPr id="43" name="shape 43"/>
          <p:cNvGrpSpPr/>
          <p:nvPr/>
        </p:nvGrpSpPr>
        <p:grpSpPr>
          <a:xfrm>
            <a:off x="1274120" y="1713904"/>
            <a:ext cx="291173" cy="291186"/>
            <a:chOff x="0" y="0"/>
            <a:chExt cx="291173" cy="291186"/>
          </a:xfrm>
        </p:grpSpPr>
        <p:sp>
          <p:nvSpPr>
            <p:cNvPr id="44" name="shape 44"/>
            <p:cNvSpPr/>
            <p:nvPr/>
          </p:nvSpPr>
          <p:spPr>
            <a:xfrm>
              <a:off x="1588" y="1588"/>
              <a:ext cx="287998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45" name="shape 45"/>
            <p:cNvSpPr/>
            <p:nvPr/>
          </p:nvSpPr>
          <p:spPr>
            <a:xfrm>
              <a:off x="0" y="0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46" name="shape 46"/>
          <p:cNvGrpSpPr/>
          <p:nvPr/>
        </p:nvGrpSpPr>
        <p:grpSpPr>
          <a:xfrm>
            <a:off x="871822" y="1713904"/>
            <a:ext cx="291173" cy="291186"/>
            <a:chOff x="0" y="0"/>
            <a:chExt cx="291173" cy="291186"/>
          </a:xfrm>
        </p:grpSpPr>
        <p:sp>
          <p:nvSpPr>
            <p:cNvPr id="47" name="shape 47"/>
            <p:cNvSpPr/>
            <p:nvPr/>
          </p:nvSpPr>
          <p:spPr>
            <a:xfrm>
              <a:off x="1588" y="1588"/>
              <a:ext cx="287998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48" name="shape 48"/>
            <p:cNvSpPr/>
            <p:nvPr/>
          </p:nvSpPr>
          <p:spPr>
            <a:xfrm>
              <a:off x="0" y="0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49" name="shape 49"/>
          <p:cNvGrpSpPr/>
          <p:nvPr/>
        </p:nvGrpSpPr>
        <p:grpSpPr>
          <a:xfrm>
            <a:off x="474020" y="1713904"/>
            <a:ext cx="291173" cy="291186"/>
            <a:chOff x="0" y="0"/>
            <a:chExt cx="291173" cy="291186"/>
          </a:xfrm>
        </p:grpSpPr>
        <p:sp>
          <p:nvSpPr>
            <p:cNvPr id="50" name="shape 50"/>
            <p:cNvSpPr/>
            <p:nvPr/>
          </p:nvSpPr>
          <p:spPr>
            <a:xfrm>
              <a:off x="1588" y="1588"/>
              <a:ext cx="287998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51" name="shape 51"/>
            <p:cNvSpPr/>
            <p:nvPr/>
          </p:nvSpPr>
          <p:spPr>
            <a:xfrm>
              <a:off x="0" y="0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sp>
        <p:nvSpPr>
          <p:cNvPr id="52" name="shape 52"/>
          <p:cNvSpPr/>
          <p:nvPr/>
        </p:nvSpPr>
        <p:spPr>
          <a:xfrm>
            <a:off x="1671909" y="1713904"/>
            <a:ext cx="291186" cy="291186"/>
          </a:xfrm>
          <a:prstGeom prst="rect">
            <a:avLst/>
          </a:prstGeom>
          <a:ln w="3175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53" name="shape 53"/>
          <p:cNvSpPr/>
          <p:nvPr/>
        </p:nvSpPr>
        <p:spPr>
          <a:xfrm>
            <a:off x="2069699" y="1713904"/>
            <a:ext cx="291186" cy="291173"/>
          </a:xfrm>
          <a:prstGeom prst="rect">
            <a:avLst/>
          </a:prstGeom>
          <a:ln w="3175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54" name="shape 54"/>
          <p:cNvSpPr/>
          <p:nvPr/>
        </p:nvSpPr>
        <p:spPr>
          <a:xfrm>
            <a:off x="2471997" y="1713904"/>
            <a:ext cx="291186" cy="291173"/>
          </a:xfrm>
          <a:prstGeom prst="rect">
            <a:avLst/>
          </a:prstGeom>
          <a:ln w="3175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55" name="shape 55"/>
          <p:cNvSpPr/>
          <p:nvPr/>
        </p:nvSpPr>
        <p:spPr>
          <a:xfrm>
            <a:off x="2874307" y="1713904"/>
            <a:ext cx="291186" cy="291186"/>
          </a:xfrm>
          <a:prstGeom prst="rect">
            <a:avLst/>
          </a:prstGeom>
          <a:ln w="3175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56" name="shape 56"/>
          <p:cNvSpPr/>
          <p:nvPr/>
        </p:nvSpPr>
        <p:spPr>
          <a:xfrm>
            <a:off x="3272097" y="1713904"/>
            <a:ext cx="291186" cy="291173"/>
          </a:xfrm>
          <a:prstGeom prst="rect">
            <a:avLst/>
          </a:prstGeom>
          <a:ln w="3175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57" name="shape 57"/>
          <p:cNvSpPr/>
          <p:nvPr/>
        </p:nvSpPr>
        <p:spPr>
          <a:xfrm>
            <a:off x="469194" y="2145920"/>
            <a:ext cx="291186" cy="291173"/>
          </a:xfrm>
          <a:prstGeom prst="rect">
            <a:avLst/>
          </a:prstGeom>
          <a:ln w="3175" cap="flat">
            <a:solidFill>
              <a:srgbClr val="231F20"/>
            </a:solidFill>
            <a:prstDash val="solid"/>
            <a:miter lim="4"/>
          </a:ln>
        </p:spPr>
      </p:sp>
      <p:sp>
        <p:nvSpPr>
          <p:cNvPr id="58" name="shape 58"/>
          <p:cNvSpPr/>
          <p:nvPr/>
        </p:nvSpPr>
        <p:spPr>
          <a:xfrm>
            <a:off x="1671630" y="2147508"/>
            <a:ext cx="288011" cy="287973"/>
          </a:xfrm>
          <a:prstGeom prst="rect">
            <a:avLst/>
          </a:prstGeom>
          <a:solidFill>
            <a:srgbClr val="231F20"/>
          </a:solidFill>
        </p:spPr>
      </p:sp>
      <p:grpSp>
        <p:nvGrpSpPr>
          <p:cNvPr id="59" name="shape 59"/>
          <p:cNvGrpSpPr/>
          <p:nvPr/>
        </p:nvGrpSpPr>
        <p:grpSpPr>
          <a:xfrm>
            <a:off x="2066486" y="2147495"/>
            <a:ext cx="690309" cy="288011"/>
            <a:chOff x="0" y="0"/>
            <a:chExt cx="690308" cy="288011"/>
          </a:xfrm>
        </p:grpSpPr>
        <p:sp>
          <p:nvSpPr>
            <p:cNvPr id="60" name="shape 60"/>
            <p:cNvSpPr/>
            <p:nvPr/>
          </p:nvSpPr>
          <p:spPr>
            <a:xfrm>
              <a:off x="0" y="0"/>
              <a:ext cx="288011" cy="288011"/>
            </a:xfrm>
            <a:prstGeom prst="rect">
              <a:avLst/>
            </a:prstGeom>
            <a:solidFill>
              <a:srgbClr val="231F20"/>
            </a:solidFill>
          </p:spPr>
        </p:sp>
        <p:sp>
          <p:nvSpPr>
            <p:cNvPr id="61" name="shape 61"/>
            <p:cNvSpPr/>
            <p:nvPr/>
          </p:nvSpPr>
          <p:spPr>
            <a:xfrm>
              <a:off x="402298" y="25"/>
              <a:ext cx="288011" cy="287986"/>
            </a:xfrm>
            <a:prstGeom prst="rect">
              <a:avLst/>
            </a:prstGeom>
            <a:solidFill>
              <a:srgbClr val="231F20"/>
            </a:solidFill>
          </p:spPr>
        </p:sp>
      </p:grpSp>
      <p:grpSp>
        <p:nvGrpSpPr>
          <p:cNvPr id="62" name="shape 62"/>
          <p:cNvGrpSpPr/>
          <p:nvPr/>
        </p:nvGrpSpPr>
        <p:grpSpPr>
          <a:xfrm>
            <a:off x="2869507" y="2145920"/>
            <a:ext cx="291186" cy="291148"/>
            <a:chOff x="0" y="0"/>
            <a:chExt cx="291186" cy="291148"/>
          </a:xfrm>
        </p:grpSpPr>
        <p:sp>
          <p:nvSpPr>
            <p:cNvPr id="63" name="shape 63"/>
            <p:cNvSpPr/>
            <p:nvPr/>
          </p:nvSpPr>
          <p:spPr>
            <a:xfrm>
              <a:off x="1588" y="1588"/>
              <a:ext cx="288011" cy="287973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64" name="shape 64"/>
            <p:cNvSpPr/>
            <p:nvPr/>
          </p:nvSpPr>
          <p:spPr>
            <a:xfrm>
              <a:off x="0" y="0"/>
              <a:ext cx="291186" cy="29114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65" name="shape 65"/>
          <p:cNvGrpSpPr/>
          <p:nvPr/>
        </p:nvGrpSpPr>
        <p:grpSpPr>
          <a:xfrm>
            <a:off x="3267296" y="2145908"/>
            <a:ext cx="291186" cy="291186"/>
            <a:chOff x="0" y="0"/>
            <a:chExt cx="291186" cy="291186"/>
          </a:xfrm>
        </p:grpSpPr>
        <p:sp>
          <p:nvSpPr>
            <p:cNvPr id="66" name="shape 66"/>
            <p:cNvSpPr/>
            <p:nvPr/>
          </p:nvSpPr>
          <p:spPr>
            <a:xfrm>
              <a:off x="1588" y="1588"/>
              <a:ext cx="288011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67" name="shape 67"/>
            <p:cNvSpPr/>
            <p:nvPr/>
          </p:nvSpPr>
          <p:spPr>
            <a:xfrm>
              <a:off x="0" y="0"/>
              <a:ext cx="291186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68" name="shape 68"/>
          <p:cNvGrpSpPr/>
          <p:nvPr/>
        </p:nvGrpSpPr>
        <p:grpSpPr>
          <a:xfrm>
            <a:off x="867009" y="2149730"/>
            <a:ext cx="291186" cy="291186"/>
            <a:chOff x="0" y="0"/>
            <a:chExt cx="291186" cy="291186"/>
          </a:xfrm>
        </p:grpSpPr>
        <p:sp>
          <p:nvSpPr>
            <p:cNvPr id="69" name="shape 69"/>
            <p:cNvSpPr/>
            <p:nvPr/>
          </p:nvSpPr>
          <p:spPr>
            <a:xfrm>
              <a:off x="1588" y="1588"/>
              <a:ext cx="288011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70" name="shape 70"/>
            <p:cNvSpPr/>
            <p:nvPr/>
          </p:nvSpPr>
          <p:spPr>
            <a:xfrm>
              <a:off x="0" y="0"/>
              <a:ext cx="291186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71" name="shape 71"/>
          <p:cNvGrpSpPr/>
          <p:nvPr/>
        </p:nvGrpSpPr>
        <p:grpSpPr>
          <a:xfrm>
            <a:off x="1269307" y="2149730"/>
            <a:ext cx="291186" cy="291186"/>
            <a:chOff x="0" y="0"/>
            <a:chExt cx="291186" cy="291186"/>
          </a:xfrm>
        </p:grpSpPr>
        <p:sp>
          <p:nvSpPr>
            <p:cNvPr id="72" name="shape 72"/>
            <p:cNvSpPr/>
            <p:nvPr/>
          </p:nvSpPr>
          <p:spPr>
            <a:xfrm>
              <a:off x="1588" y="1588"/>
              <a:ext cx="288011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73" name="shape 73"/>
            <p:cNvSpPr/>
            <p:nvPr/>
          </p:nvSpPr>
          <p:spPr>
            <a:xfrm>
              <a:off x="0" y="0"/>
              <a:ext cx="291186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74" name="shape 74"/>
          <p:cNvGrpSpPr/>
          <p:nvPr/>
        </p:nvGrpSpPr>
        <p:grpSpPr>
          <a:xfrm>
            <a:off x="4002032" y="1713904"/>
            <a:ext cx="3089250" cy="291250"/>
            <a:chOff x="0" y="0"/>
            <a:chExt cx="3089250" cy="291249"/>
          </a:xfrm>
        </p:grpSpPr>
        <p:sp>
          <p:nvSpPr>
            <p:cNvPr id="75" name="shape 75"/>
            <p:cNvSpPr/>
            <p:nvPr/>
          </p:nvSpPr>
          <p:spPr>
            <a:xfrm>
              <a:off x="1588" y="1588"/>
              <a:ext cx="287973" cy="288011"/>
            </a:xfrm>
            <a:prstGeom prst="rect">
              <a:avLst/>
            </a:prstGeom>
            <a:solidFill>
              <a:srgbClr val="00A79D"/>
            </a:solidFill>
          </p:spPr>
        </p:sp>
        <p:sp>
          <p:nvSpPr>
            <p:cNvPr id="76" name="shape 76"/>
            <p:cNvSpPr/>
            <p:nvPr/>
          </p:nvSpPr>
          <p:spPr>
            <a:xfrm>
              <a:off x="0" y="0"/>
              <a:ext cx="291148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77" name="shape 77"/>
            <p:cNvSpPr/>
            <p:nvPr/>
          </p:nvSpPr>
          <p:spPr>
            <a:xfrm>
              <a:off x="400914" y="1588"/>
              <a:ext cx="287986" cy="288011"/>
            </a:xfrm>
            <a:prstGeom prst="rect">
              <a:avLst/>
            </a:prstGeom>
            <a:solidFill>
              <a:srgbClr val="00A79D"/>
            </a:solidFill>
          </p:spPr>
        </p:sp>
        <p:sp>
          <p:nvSpPr>
            <p:cNvPr id="78" name="shape 78"/>
            <p:cNvSpPr/>
            <p:nvPr/>
          </p:nvSpPr>
          <p:spPr>
            <a:xfrm>
              <a:off x="399326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79" name="shape 79"/>
            <p:cNvSpPr/>
            <p:nvPr/>
          </p:nvSpPr>
          <p:spPr>
            <a:xfrm>
              <a:off x="801675" y="1600"/>
              <a:ext cx="287986" cy="288011"/>
            </a:xfrm>
            <a:prstGeom prst="rect">
              <a:avLst/>
            </a:prstGeom>
            <a:solidFill>
              <a:srgbClr val="00A79D"/>
            </a:solidFill>
          </p:spPr>
        </p:sp>
        <p:sp>
          <p:nvSpPr>
            <p:cNvPr id="80" name="shape 80"/>
            <p:cNvSpPr/>
            <p:nvPr/>
          </p:nvSpPr>
          <p:spPr>
            <a:xfrm>
              <a:off x="800087" y="13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81" name="shape 81"/>
            <p:cNvSpPr/>
            <p:nvPr/>
          </p:nvSpPr>
          <p:spPr>
            <a:xfrm>
              <a:off x="1597254" y="1588"/>
              <a:ext cx="287985" cy="288011"/>
            </a:xfrm>
            <a:prstGeom prst="rect">
              <a:avLst/>
            </a:prstGeom>
            <a:solidFill>
              <a:srgbClr val="EF4036"/>
            </a:solidFill>
          </p:spPr>
        </p:sp>
        <p:sp>
          <p:nvSpPr>
            <p:cNvPr id="82" name="shape 82"/>
            <p:cNvSpPr/>
            <p:nvPr/>
          </p:nvSpPr>
          <p:spPr>
            <a:xfrm>
              <a:off x="1595666" y="0"/>
              <a:ext cx="291160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83" name="shape 83"/>
            <p:cNvSpPr/>
            <p:nvPr/>
          </p:nvSpPr>
          <p:spPr>
            <a:xfrm>
              <a:off x="1199464" y="1600"/>
              <a:ext cx="287998" cy="288011"/>
            </a:xfrm>
            <a:prstGeom prst="rect">
              <a:avLst/>
            </a:prstGeom>
            <a:solidFill>
              <a:srgbClr val="EF4036"/>
            </a:solidFill>
          </p:spPr>
        </p:sp>
        <p:sp>
          <p:nvSpPr>
            <p:cNvPr id="84" name="shape 84"/>
            <p:cNvSpPr/>
            <p:nvPr/>
          </p:nvSpPr>
          <p:spPr>
            <a:xfrm>
              <a:off x="1197877" y="13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85" name="shape 85"/>
            <p:cNvSpPr/>
            <p:nvPr/>
          </p:nvSpPr>
          <p:spPr>
            <a:xfrm>
              <a:off x="2001114" y="1613"/>
              <a:ext cx="287986" cy="288011"/>
            </a:xfrm>
            <a:prstGeom prst="rect">
              <a:avLst/>
            </a:prstGeom>
            <a:solidFill>
              <a:srgbClr val="EF4036"/>
            </a:solidFill>
          </p:spPr>
        </p:sp>
        <p:sp>
          <p:nvSpPr>
            <p:cNvPr id="86" name="shape 86"/>
            <p:cNvSpPr/>
            <p:nvPr/>
          </p:nvSpPr>
          <p:spPr>
            <a:xfrm>
              <a:off x="1999526" y="26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87" name="shape 87"/>
            <p:cNvSpPr/>
            <p:nvPr/>
          </p:nvSpPr>
          <p:spPr>
            <a:xfrm>
              <a:off x="2403424" y="1626"/>
              <a:ext cx="287986" cy="288011"/>
            </a:xfrm>
            <a:prstGeom prst="rect">
              <a:avLst/>
            </a:prstGeom>
            <a:solidFill>
              <a:srgbClr val="ED1C24"/>
            </a:solidFill>
          </p:spPr>
        </p:sp>
        <p:sp>
          <p:nvSpPr>
            <p:cNvPr id="88" name="shape 88"/>
            <p:cNvSpPr/>
            <p:nvPr/>
          </p:nvSpPr>
          <p:spPr>
            <a:xfrm>
              <a:off x="2401836" y="38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89" name="shape 89"/>
            <p:cNvSpPr/>
            <p:nvPr/>
          </p:nvSpPr>
          <p:spPr>
            <a:xfrm>
              <a:off x="2799677" y="1651"/>
              <a:ext cx="287985" cy="288011"/>
            </a:xfrm>
            <a:prstGeom prst="rect">
              <a:avLst/>
            </a:prstGeom>
            <a:solidFill>
              <a:srgbClr val="ED1C24"/>
            </a:solidFill>
          </p:spPr>
        </p:sp>
        <p:sp>
          <p:nvSpPr>
            <p:cNvPr id="90" name="shape 90"/>
            <p:cNvSpPr/>
            <p:nvPr/>
          </p:nvSpPr>
          <p:spPr>
            <a:xfrm>
              <a:off x="2798090" y="64"/>
              <a:ext cx="291160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91" name="shape 91"/>
            <p:cNvSpPr/>
            <p:nvPr/>
          </p:nvSpPr>
          <p:spPr>
            <a:xfrm>
              <a:off x="2817444" y="19444"/>
              <a:ext cx="252461" cy="252433"/>
            </a:xfrm>
            <a:custGeom>
              <a:pathLst>
                <a:path w="252460" h="252432">
                  <a:moveTo>
                    <a:pt x="214309" y="252432"/>
                  </a:moveTo>
                  <a:lnTo>
                    <a:pt x="126234" y="164333"/>
                  </a:lnTo>
                  <a:lnTo>
                    <a:pt x="38148" y="252432"/>
                  </a:lnTo>
                  <a:lnTo>
                    <a:pt x="0" y="214285"/>
                  </a:lnTo>
                  <a:lnTo>
                    <a:pt x="0" y="214278"/>
                  </a:lnTo>
                  <a:lnTo>
                    <a:pt x="88084" y="126220"/>
                  </a:lnTo>
                  <a:lnTo>
                    <a:pt x="0" y="38148"/>
                  </a:lnTo>
                  <a:lnTo>
                    <a:pt x="0" y="38142"/>
                  </a:lnTo>
                  <a:lnTo>
                    <a:pt x="38142" y="0"/>
                  </a:lnTo>
                  <a:lnTo>
                    <a:pt x="38153" y="0"/>
                  </a:lnTo>
                  <a:lnTo>
                    <a:pt x="126234" y="88069"/>
                  </a:lnTo>
                  <a:lnTo>
                    <a:pt x="214303" y="0"/>
                  </a:lnTo>
                  <a:lnTo>
                    <a:pt x="214314" y="0"/>
                  </a:lnTo>
                  <a:lnTo>
                    <a:pt x="252460" y="38145"/>
                  </a:lnTo>
                  <a:lnTo>
                    <a:pt x="164373" y="126220"/>
                  </a:lnTo>
                  <a:lnTo>
                    <a:pt x="252460" y="214282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sp>
        <p:nvSpPr>
          <p:cNvPr id="92" name="shape 92"/>
          <p:cNvSpPr/>
          <p:nvPr/>
        </p:nvSpPr>
        <p:spPr>
          <a:xfrm>
            <a:off x="4021375" y="1733297"/>
            <a:ext cx="252451" cy="252435"/>
          </a:xfrm>
          <a:custGeom>
            <a:pathLst>
              <a:path w="252450" h="252434">
                <a:moveTo>
                  <a:pt x="214299" y="252434"/>
                </a:moveTo>
                <a:lnTo>
                  <a:pt x="126225" y="164334"/>
                </a:lnTo>
                <a:lnTo>
                  <a:pt x="38137" y="252434"/>
                </a:lnTo>
                <a:lnTo>
                  <a:pt x="0" y="214283"/>
                </a:lnTo>
                <a:lnTo>
                  <a:pt x="88074" y="126221"/>
                </a:lnTo>
                <a:lnTo>
                  <a:pt x="0" y="38146"/>
                </a:lnTo>
                <a:lnTo>
                  <a:pt x="38134" y="0"/>
                </a:lnTo>
                <a:lnTo>
                  <a:pt x="38141" y="0"/>
                </a:lnTo>
                <a:lnTo>
                  <a:pt x="126225" y="88070"/>
                </a:lnTo>
                <a:lnTo>
                  <a:pt x="214295" y="0"/>
                </a:lnTo>
                <a:lnTo>
                  <a:pt x="214303" y="0"/>
                </a:lnTo>
                <a:lnTo>
                  <a:pt x="252450" y="38146"/>
                </a:lnTo>
                <a:lnTo>
                  <a:pt x="164363" y="126221"/>
                </a:lnTo>
                <a:lnTo>
                  <a:pt x="252450" y="214283"/>
                </a:lnTo>
                <a:close/>
              </a:path>
            </a:pathLst>
          </a:custGeom>
          <a:solidFill>
            <a:srgbClr val="EC008C"/>
          </a:solidFill>
        </p:spPr>
      </p:sp>
      <p:sp>
        <p:nvSpPr>
          <p:cNvPr id="93" name="shape 93"/>
          <p:cNvSpPr/>
          <p:nvPr/>
        </p:nvSpPr>
        <p:spPr>
          <a:xfrm>
            <a:off x="4420713" y="1733297"/>
            <a:ext cx="252463" cy="252435"/>
          </a:xfrm>
          <a:custGeom>
            <a:pathLst>
              <a:path w="252462" h="252434">
                <a:moveTo>
                  <a:pt x="214311" y="252434"/>
                </a:moveTo>
                <a:lnTo>
                  <a:pt x="126236" y="164334"/>
                </a:lnTo>
                <a:lnTo>
                  <a:pt x="38149" y="252434"/>
                </a:lnTo>
                <a:lnTo>
                  <a:pt x="0" y="214284"/>
                </a:lnTo>
                <a:lnTo>
                  <a:pt x="0" y="214282"/>
                </a:lnTo>
                <a:lnTo>
                  <a:pt x="88086" y="126221"/>
                </a:lnTo>
                <a:lnTo>
                  <a:pt x="0" y="38148"/>
                </a:lnTo>
                <a:lnTo>
                  <a:pt x="0" y="38145"/>
                </a:lnTo>
                <a:lnTo>
                  <a:pt x="38145" y="0"/>
                </a:lnTo>
                <a:lnTo>
                  <a:pt x="38153" y="0"/>
                </a:lnTo>
                <a:lnTo>
                  <a:pt x="126236" y="88070"/>
                </a:lnTo>
                <a:lnTo>
                  <a:pt x="214307" y="0"/>
                </a:lnTo>
                <a:lnTo>
                  <a:pt x="214315" y="0"/>
                </a:lnTo>
                <a:lnTo>
                  <a:pt x="252462" y="38146"/>
                </a:lnTo>
                <a:lnTo>
                  <a:pt x="164374" y="126221"/>
                </a:lnTo>
                <a:lnTo>
                  <a:pt x="252462" y="214283"/>
                </a:lnTo>
                <a:close/>
              </a:path>
            </a:pathLst>
          </a:custGeom>
          <a:solidFill>
            <a:srgbClr val="EC008C"/>
          </a:solidFill>
        </p:spPr>
      </p:sp>
      <p:sp>
        <p:nvSpPr>
          <p:cNvPr id="94" name="shape 94"/>
          <p:cNvSpPr/>
          <p:nvPr/>
        </p:nvSpPr>
        <p:spPr>
          <a:xfrm>
            <a:off x="4821464" y="1733310"/>
            <a:ext cx="252463" cy="252433"/>
          </a:xfrm>
          <a:custGeom>
            <a:pathLst>
              <a:path w="252462" h="252432">
                <a:moveTo>
                  <a:pt x="214311" y="252432"/>
                </a:moveTo>
                <a:lnTo>
                  <a:pt x="126236" y="164333"/>
                </a:lnTo>
                <a:lnTo>
                  <a:pt x="38149" y="252432"/>
                </a:lnTo>
                <a:lnTo>
                  <a:pt x="0" y="214283"/>
                </a:lnTo>
                <a:lnTo>
                  <a:pt x="0" y="214280"/>
                </a:lnTo>
                <a:lnTo>
                  <a:pt x="88086" y="126220"/>
                </a:lnTo>
                <a:lnTo>
                  <a:pt x="0" y="38146"/>
                </a:lnTo>
                <a:lnTo>
                  <a:pt x="0" y="38144"/>
                </a:lnTo>
                <a:lnTo>
                  <a:pt x="38144" y="0"/>
                </a:lnTo>
                <a:lnTo>
                  <a:pt x="38154" y="0"/>
                </a:lnTo>
                <a:lnTo>
                  <a:pt x="126236" y="88069"/>
                </a:lnTo>
                <a:lnTo>
                  <a:pt x="214306" y="0"/>
                </a:lnTo>
                <a:lnTo>
                  <a:pt x="214316" y="0"/>
                </a:lnTo>
                <a:lnTo>
                  <a:pt x="252462" y="38145"/>
                </a:lnTo>
                <a:lnTo>
                  <a:pt x="164374" y="126220"/>
                </a:lnTo>
                <a:lnTo>
                  <a:pt x="252462" y="214282"/>
                </a:lnTo>
                <a:close/>
              </a:path>
            </a:pathLst>
          </a:custGeom>
          <a:solidFill>
            <a:srgbClr val="EC008C"/>
          </a:solidFill>
        </p:spPr>
      </p:sp>
      <p:sp>
        <p:nvSpPr>
          <p:cNvPr id="95" name="shape 95"/>
          <p:cNvSpPr/>
          <p:nvPr/>
        </p:nvSpPr>
        <p:spPr>
          <a:xfrm>
            <a:off x="5617042" y="1733297"/>
            <a:ext cx="252462" cy="252435"/>
          </a:xfrm>
          <a:custGeom>
            <a:pathLst>
              <a:path w="252461" h="252434">
                <a:moveTo>
                  <a:pt x="214312" y="252434"/>
                </a:moveTo>
                <a:lnTo>
                  <a:pt x="126238" y="164334"/>
                </a:lnTo>
                <a:lnTo>
                  <a:pt x="38150" y="252434"/>
                </a:lnTo>
                <a:lnTo>
                  <a:pt x="0" y="214283"/>
                </a:lnTo>
                <a:lnTo>
                  <a:pt x="88087" y="126221"/>
                </a:lnTo>
                <a:lnTo>
                  <a:pt x="0" y="38146"/>
                </a:lnTo>
                <a:lnTo>
                  <a:pt x="38146" y="0"/>
                </a:lnTo>
                <a:lnTo>
                  <a:pt x="38154" y="0"/>
                </a:lnTo>
                <a:lnTo>
                  <a:pt x="126238" y="88070"/>
                </a:lnTo>
                <a:lnTo>
                  <a:pt x="214308" y="0"/>
                </a:lnTo>
                <a:lnTo>
                  <a:pt x="214316" y="0"/>
                </a:lnTo>
                <a:lnTo>
                  <a:pt x="252461" y="38145"/>
                </a:lnTo>
                <a:lnTo>
                  <a:pt x="252461" y="38148"/>
                </a:lnTo>
                <a:lnTo>
                  <a:pt x="164376" y="126221"/>
                </a:lnTo>
                <a:lnTo>
                  <a:pt x="252461" y="214281"/>
                </a:lnTo>
                <a:lnTo>
                  <a:pt x="252461" y="214284"/>
                </a:lnTo>
                <a:close/>
              </a:path>
            </a:pathLst>
          </a:custGeom>
          <a:solidFill>
            <a:srgbClr val="EC008C"/>
          </a:solidFill>
        </p:spPr>
      </p:sp>
      <p:sp>
        <p:nvSpPr>
          <p:cNvPr id="96" name="shape 96"/>
          <p:cNvSpPr/>
          <p:nvPr/>
        </p:nvSpPr>
        <p:spPr>
          <a:xfrm>
            <a:off x="5217777" y="1733310"/>
            <a:ext cx="252472" cy="252433"/>
          </a:xfrm>
          <a:custGeom>
            <a:pathLst>
              <a:path w="252471" h="252432">
                <a:moveTo>
                  <a:pt x="214320" y="252432"/>
                </a:moveTo>
                <a:lnTo>
                  <a:pt x="126245" y="164333"/>
                </a:lnTo>
                <a:lnTo>
                  <a:pt x="38145" y="252432"/>
                </a:lnTo>
                <a:lnTo>
                  <a:pt x="0" y="214287"/>
                </a:lnTo>
                <a:lnTo>
                  <a:pt x="0" y="214277"/>
                </a:lnTo>
                <a:lnTo>
                  <a:pt x="88082" y="126220"/>
                </a:lnTo>
                <a:lnTo>
                  <a:pt x="0" y="38150"/>
                </a:lnTo>
                <a:lnTo>
                  <a:pt x="0" y="38140"/>
                </a:lnTo>
                <a:lnTo>
                  <a:pt x="38140" y="0"/>
                </a:lnTo>
                <a:lnTo>
                  <a:pt x="38150" y="0"/>
                </a:lnTo>
                <a:lnTo>
                  <a:pt x="126245" y="88069"/>
                </a:lnTo>
                <a:lnTo>
                  <a:pt x="214315" y="0"/>
                </a:lnTo>
                <a:lnTo>
                  <a:pt x="214325" y="0"/>
                </a:lnTo>
                <a:lnTo>
                  <a:pt x="252471" y="38145"/>
                </a:lnTo>
                <a:lnTo>
                  <a:pt x="164383" y="126220"/>
                </a:lnTo>
                <a:lnTo>
                  <a:pt x="252471" y="214282"/>
                </a:lnTo>
                <a:close/>
              </a:path>
            </a:pathLst>
          </a:custGeom>
          <a:solidFill>
            <a:srgbClr val="EC008C"/>
          </a:solidFill>
        </p:spPr>
      </p:sp>
      <p:sp>
        <p:nvSpPr>
          <p:cNvPr id="97" name="shape 97"/>
          <p:cNvSpPr/>
          <p:nvPr/>
        </p:nvSpPr>
        <p:spPr>
          <a:xfrm>
            <a:off x="6020913" y="1733323"/>
            <a:ext cx="252463" cy="252433"/>
          </a:xfrm>
          <a:custGeom>
            <a:pathLst>
              <a:path w="252462" h="252432">
                <a:moveTo>
                  <a:pt x="214311" y="252432"/>
                </a:moveTo>
                <a:lnTo>
                  <a:pt x="126236" y="164333"/>
                </a:lnTo>
                <a:lnTo>
                  <a:pt x="38149" y="252432"/>
                </a:lnTo>
                <a:lnTo>
                  <a:pt x="0" y="214283"/>
                </a:lnTo>
                <a:lnTo>
                  <a:pt x="0" y="214280"/>
                </a:lnTo>
                <a:lnTo>
                  <a:pt x="88086" y="126220"/>
                </a:lnTo>
                <a:lnTo>
                  <a:pt x="0" y="38146"/>
                </a:lnTo>
                <a:lnTo>
                  <a:pt x="0" y="38144"/>
                </a:lnTo>
                <a:lnTo>
                  <a:pt x="38144" y="0"/>
                </a:lnTo>
                <a:lnTo>
                  <a:pt x="38154" y="0"/>
                </a:lnTo>
                <a:lnTo>
                  <a:pt x="126236" y="88069"/>
                </a:lnTo>
                <a:lnTo>
                  <a:pt x="214306" y="0"/>
                </a:lnTo>
                <a:lnTo>
                  <a:pt x="214316" y="0"/>
                </a:lnTo>
                <a:lnTo>
                  <a:pt x="252462" y="38145"/>
                </a:lnTo>
                <a:lnTo>
                  <a:pt x="164374" y="126220"/>
                </a:lnTo>
                <a:lnTo>
                  <a:pt x="252462" y="214282"/>
                </a:lnTo>
                <a:close/>
              </a:path>
            </a:pathLst>
          </a:custGeom>
          <a:solidFill>
            <a:srgbClr val="EC008C"/>
          </a:solidFill>
        </p:spPr>
      </p:sp>
      <p:sp>
        <p:nvSpPr>
          <p:cNvPr id="98" name="shape 98"/>
          <p:cNvSpPr/>
          <p:nvPr/>
        </p:nvSpPr>
        <p:spPr>
          <a:xfrm>
            <a:off x="6423223" y="1733335"/>
            <a:ext cx="252460" cy="252433"/>
          </a:xfrm>
          <a:custGeom>
            <a:pathLst>
              <a:path w="252459" h="252432">
                <a:moveTo>
                  <a:pt x="214308" y="252432"/>
                </a:moveTo>
                <a:lnTo>
                  <a:pt x="126233" y="164333"/>
                </a:lnTo>
                <a:lnTo>
                  <a:pt x="38146" y="252432"/>
                </a:lnTo>
                <a:lnTo>
                  <a:pt x="0" y="214285"/>
                </a:lnTo>
                <a:lnTo>
                  <a:pt x="0" y="214278"/>
                </a:lnTo>
                <a:lnTo>
                  <a:pt x="88083" y="126220"/>
                </a:lnTo>
                <a:lnTo>
                  <a:pt x="0" y="38149"/>
                </a:lnTo>
                <a:lnTo>
                  <a:pt x="0" y="38141"/>
                </a:lnTo>
                <a:lnTo>
                  <a:pt x="38141" y="0"/>
                </a:lnTo>
                <a:lnTo>
                  <a:pt x="38151" y="0"/>
                </a:lnTo>
                <a:lnTo>
                  <a:pt x="126233" y="88069"/>
                </a:lnTo>
                <a:lnTo>
                  <a:pt x="214303" y="0"/>
                </a:lnTo>
                <a:lnTo>
                  <a:pt x="214313" y="0"/>
                </a:lnTo>
                <a:lnTo>
                  <a:pt x="252459" y="38145"/>
                </a:lnTo>
                <a:lnTo>
                  <a:pt x="164372" y="126220"/>
                </a:lnTo>
                <a:lnTo>
                  <a:pt x="252459" y="214282"/>
                </a:lnTo>
                <a:close/>
              </a:path>
            </a:pathLst>
          </a:custGeom>
          <a:solidFill>
            <a:srgbClr val="EC008C"/>
          </a:solidFill>
        </p:spPr>
      </p:sp>
      <p:grpSp>
        <p:nvGrpSpPr>
          <p:cNvPr id="99" name="shape 99"/>
          <p:cNvGrpSpPr/>
          <p:nvPr/>
        </p:nvGrpSpPr>
        <p:grpSpPr>
          <a:xfrm>
            <a:off x="4002070" y="2145908"/>
            <a:ext cx="1487526" cy="291212"/>
            <a:chOff x="0" y="0"/>
            <a:chExt cx="1487526" cy="291211"/>
          </a:xfrm>
        </p:grpSpPr>
        <p:sp>
          <p:nvSpPr>
            <p:cNvPr id="100" name="shape 100"/>
            <p:cNvSpPr/>
            <p:nvPr/>
          </p:nvSpPr>
          <p:spPr>
            <a:xfrm>
              <a:off x="1588" y="1613"/>
              <a:ext cx="287986" cy="288011"/>
            </a:xfrm>
            <a:prstGeom prst="rect">
              <a:avLst/>
            </a:prstGeom>
            <a:solidFill>
              <a:srgbClr val="00AEEF"/>
            </a:solidFill>
          </p:spPr>
        </p:sp>
        <p:sp>
          <p:nvSpPr>
            <p:cNvPr id="101" name="shape 101"/>
            <p:cNvSpPr/>
            <p:nvPr/>
          </p:nvSpPr>
          <p:spPr>
            <a:xfrm>
              <a:off x="0" y="25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02" name="shape 102"/>
            <p:cNvSpPr/>
            <p:nvPr/>
          </p:nvSpPr>
          <p:spPr>
            <a:xfrm>
              <a:off x="397853" y="1588"/>
              <a:ext cx="287986" cy="288011"/>
            </a:xfrm>
            <a:prstGeom prst="rect">
              <a:avLst/>
            </a:prstGeom>
            <a:solidFill>
              <a:srgbClr val="EF4036"/>
            </a:solidFill>
          </p:spPr>
        </p:sp>
        <p:sp>
          <p:nvSpPr>
            <p:cNvPr id="103" name="shape 103"/>
            <p:cNvSpPr/>
            <p:nvPr/>
          </p:nvSpPr>
          <p:spPr>
            <a:xfrm>
              <a:off x="396265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04" name="shape 104"/>
            <p:cNvSpPr/>
            <p:nvPr/>
          </p:nvSpPr>
          <p:spPr>
            <a:xfrm>
              <a:off x="800151" y="1613"/>
              <a:ext cx="287986" cy="288011"/>
            </a:xfrm>
            <a:prstGeom prst="rect">
              <a:avLst/>
            </a:prstGeom>
            <a:solidFill>
              <a:srgbClr val="EF4036"/>
            </a:solidFill>
          </p:spPr>
        </p:sp>
        <p:sp>
          <p:nvSpPr>
            <p:cNvPr id="105" name="shape 105"/>
            <p:cNvSpPr/>
            <p:nvPr/>
          </p:nvSpPr>
          <p:spPr>
            <a:xfrm>
              <a:off x="798563" y="25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06" name="shape 106"/>
            <p:cNvSpPr/>
            <p:nvPr/>
          </p:nvSpPr>
          <p:spPr>
            <a:xfrm>
              <a:off x="1197940" y="1588"/>
              <a:ext cx="287998" cy="288011"/>
            </a:xfrm>
            <a:prstGeom prst="rect">
              <a:avLst/>
            </a:prstGeom>
            <a:solidFill>
              <a:srgbClr val="524A47"/>
            </a:solidFill>
          </p:spPr>
        </p:sp>
        <p:sp>
          <p:nvSpPr>
            <p:cNvPr id="107" name="shape 107"/>
            <p:cNvSpPr/>
            <p:nvPr/>
          </p:nvSpPr>
          <p:spPr>
            <a:xfrm>
              <a:off x="1196353" y="0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08" name="shape 108"/>
            <p:cNvSpPr/>
            <p:nvPr/>
          </p:nvSpPr>
          <p:spPr>
            <a:xfrm>
              <a:off x="22115" y="19347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37" y="164337"/>
                  </a:lnTo>
                  <a:lnTo>
                    <a:pt x="214312" y="252437"/>
                  </a:lnTo>
                  <a:lnTo>
                    <a:pt x="252463" y="214287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9" name="shape 109"/>
            <p:cNvSpPr/>
            <p:nvPr/>
          </p:nvSpPr>
          <p:spPr>
            <a:xfrm>
              <a:off x="17626" y="14858"/>
              <a:ext cx="261442" cy="261417"/>
            </a:xfrm>
            <a:custGeom>
              <a:pathLst>
                <a:path w="261441" h="261416">
                  <a:moveTo>
                    <a:pt x="218802" y="0"/>
                  </a:moveTo>
                  <a:lnTo>
                    <a:pt x="218800" y="0"/>
                  </a:lnTo>
                  <a:lnTo>
                    <a:pt x="216556" y="2244"/>
                  </a:lnTo>
                  <a:lnTo>
                    <a:pt x="130726" y="88086"/>
                  </a:lnTo>
                  <a:lnTo>
                    <a:pt x="51619" y="8979"/>
                  </a:lnTo>
                  <a:lnTo>
                    <a:pt x="42639" y="8979"/>
                  </a:lnTo>
                  <a:lnTo>
                    <a:pt x="128481" y="94821"/>
                  </a:lnTo>
                  <a:lnTo>
                    <a:pt x="130726" y="97066"/>
                  </a:lnTo>
                  <a:lnTo>
                    <a:pt x="132972" y="94821"/>
                  </a:lnTo>
                  <a:lnTo>
                    <a:pt x="218801" y="8979"/>
                  </a:lnTo>
                  <a:lnTo>
                    <a:pt x="252462" y="42640"/>
                  </a:lnTo>
                  <a:lnTo>
                    <a:pt x="166620" y="128482"/>
                  </a:lnTo>
                  <a:lnTo>
                    <a:pt x="164374" y="130727"/>
                  </a:lnTo>
                  <a:lnTo>
                    <a:pt x="166620" y="132972"/>
                  </a:lnTo>
                  <a:lnTo>
                    <a:pt x="252461" y="218776"/>
                  </a:lnTo>
                  <a:lnTo>
                    <a:pt x="218801" y="252436"/>
                  </a:lnTo>
                  <a:lnTo>
                    <a:pt x="132972" y="166582"/>
                  </a:lnTo>
                  <a:lnTo>
                    <a:pt x="130726" y="164336"/>
                  </a:lnTo>
                  <a:lnTo>
                    <a:pt x="128481" y="166582"/>
                  </a:lnTo>
                  <a:lnTo>
                    <a:pt x="42639" y="252436"/>
                  </a:lnTo>
                  <a:lnTo>
                    <a:pt x="8979" y="218776"/>
                  </a:lnTo>
                  <a:lnTo>
                    <a:pt x="94820" y="132972"/>
                  </a:lnTo>
                  <a:lnTo>
                    <a:pt x="97066" y="130727"/>
                  </a:lnTo>
                  <a:lnTo>
                    <a:pt x="94820" y="128482"/>
                  </a:lnTo>
                  <a:lnTo>
                    <a:pt x="8978" y="42640"/>
                  </a:lnTo>
                  <a:lnTo>
                    <a:pt x="42639" y="8979"/>
                  </a:lnTo>
                  <a:lnTo>
                    <a:pt x="51619" y="8979"/>
                  </a:lnTo>
                  <a:lnTo>
                    <a:pt x="51619" y="8979"/>
                  </a:lnTo>
                  <a:lnTo>
                    <a:pt x="44884" y="2244"/>
                  </a:lnTo>
                  <a:lnTo>
                    <a:pt x="42640" y="0"/>
                  </a:lnTo>
                  <a:lnTo>
                    <a:pt x="42638" y="0"/>
                  </a:lnTo>
                  <a:lnTo>
                    <a:pt x="40394" y="2244"/>
                  </a:lnTo>
                  <a:lnTo>
                    <a:pt x="2243" y="40395"/>
                  </a:lnTo>
                  <a:lnTo>
                    <a:pt x="0" y="42638"/>
                  </a:lnTo>
                  <a:lnTo>
                    <a:pt x="0" y="42641"/>
                  </a:lnTo>
                  <a:lnTo>
                    <a:pt x="2243" y="44885"/>
                  </a:lnTo>
                  <a:lnTo>
                    <a:pt x="88085" y="130726"/>
                  </a:lnTo>
                  <a:lnTo>
                    <a:pt x="2244" y="216530"/>
                  </a:lnTo>
                  <a:lnTo>
                    <a:pt x="0" y="218773"/>
                  </a:lnTo>
                  <a:lnTo>
                    <a:pt x="0" y="218777"/>
                  </a:lnTo>
                  <a:lnTo>
                    <a:pt x="2243" y="221021"/>
                  </a:lnTo>
                  <a:lnTo>
                    <a:pt x="40394" y="259172"/>
                  </a:lnTo>
                  <a:lnTo>
                    <a:pt x="42638" y="261416"/>
                  </a:lnTo>
                  <a:lnTo>
                    <a:pt x="42640" y="261416"/>
                  </a:lnTo>
                  <a:lnTo>
                    <a:pt x="44884" y="259171"/>
                  </a:lnTo>
                  <a:lnTo>
                    <a:pt x="130726" y="173317"/>
                  </a:lnTo>
                  <a:lnTo>
                    <a:pt x="216555" y="259171"/>
                  </a:lnTo>
                  <a:lnTo>
                    <a:pt x="218800" y="261416"/>
                  </a:lnTo>
                  <a:lnTo>
                    <a:pt x="218802" y="261416"/>
                  </a:lnTo>
                  <a:lnTo>
                    <a:pt x="221046" y="259172"/>
                  </a:lnTo>
                  <a:lnTo>
                    <a:pt x="259197" y="221021"/>
                  </a:lnTo>
                  <a:lnTo>
                    <a:pt x="261441" y="218776"/>
                  </a:lnTo>
                  <a:lnTo>
                    <a:pt x="261441" y="218774"/>
                  </a:lnTo>
                  <a:lnTo>
                    <a:pt x="259196" y="216530"/>
                  </a:lnTo>
                  <a:lnTo>
                    <a:pt x="173355" y="130726"/>
                  </a:lnTo>
                  <a:lnTo>
                    <a:pt x="259197" y="44885"/>
                  </a:lnTo>
                  <a:lnTo>
                    <a:pt x="261441" y="42640"/>
                  </a:lnTo>
                  <a:lnTo>
                    <a:pt x="261441" y="42639"/>
                  </a:lnTo>
                  <a:lnTo>
                    <a:pt x="259197" y="40395"/>
                  </a:lnTo>
                  <a:lnTo>
                    <a:pt x="221046" y="224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0" name="shape 110"/>
          <p:cNvGrpSpPr/>
          <p:nvPr/>
        </p:nvGrpSpPr>
        <p:grpSpPr>
          <a:xfrm>
            <a:off x="5998535" y="2145958"/>
            <a:ext cx="693471" cy="291186"/>
            <a:chOff x="0" y="0"/>
            <a:chExt cx="693470" cy="291186"/>
          </a:xfrm>
        </p:grpSpPr>
        <p:sp>
          <p:nvSpPr>
            <p:cNvPr id="111" name="shape 111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524A47"/>
            </a:solidFill>
          </p:spPr>
        </p:sp>
        <p:sp>
          <p:nvSpPr>
            <p:cNvPr id="112" name="shape 112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13" name="shape 113"/>
            <p:cNvSpPr/>
            <p:nvPr/>
          </p:nvSpPr>
          <p:spPr>
            <a:xfrm>
              <a:off x="403898" y="1588"/>
              <a:ext cx="287985" cy="288011"/>
            </a:xfrm>
            <a:prstGeom prst="rect">
              <a:avLst/>
            </a:prstGeom>
            <a:solidFill>
              <a:srgbClr val="0098C4"/>
            </a:solidFill>
          </p:spPr>
        </p:sp>
        <p:sp>
          <p:nvSpPr>
            <p:cNvPr id="114" name="shape 114"/>
            <p:cNvSpPr/>
            <p:nvPr/>
          </p:nvSpPr>
          <p:spPr>
            <a:xfrm>
              <a:off x="402311" y="0"/>
              <a:ext cx="291160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15" name="shape 115"/>
            <p:cNvSpPr/>
            <p:nvPr/>
          </p:nvSpPr>
          <p:spPr>
            <a:xfrm>
              <a:off x="19355" y="19347"/>
              <a:ext cx="252459" cy="252437"/>
            </a:xfrm>
            <a:custGeom>
              <a:pathLst>
                <a:path w="252458" h="252436">
                  <a:moveTo>
                    <a:pt x="214307" y="252436"/>
                  </a:moveTo>
                  <a:lnTo>
                    <a:pt x="126232" y="164336"/>
                  </a:lnTo>
                  <a:lnTo>
                    <a:pt x="38145" y="252436"/>
                  </a:lnTo>
                  <a:lnTo>
                    <a:pt x="0" y="214290"/>
                  </a:lnTo>
                  <a:lnTo>
                    <a:pt x="0" y="214280"/>
                  </a:lnTo>
                  <a:lnTo>
                    <a:pt x="88082" y="126211"/>
                  </a:lnTo>
                  <a:lnTo>
                    <a:pt x="0" y="38154"/>
                  </a:lnTo>
                  <a:lnTo>
                    <a:pt x="0" y="38144"/>
                  </a:lnTo>
                  <a:lnTo>
                    <a:pt x="38144" y="0"/>
                  </a:lnTo>
                  <a:lnTo>
                    <a:pt x="38146" y="0"/>
                  </a:lnTo>
                  <a:lnTo>
                    <a:pt x="126232" y="88060"/>
                  </a:lnTo>
                  <a:lnTo>
                    <a:pt x="214306" y="0"/>
                  </a:lnTo>
                  <a:lnTo>
                    <a:pt x="214308" y="0"/>
                  </a:lnTo>
                  <a:lnTo>
                    <a:pt x="252458" y="38149"/>
                  </a:lnTo>
                  <a:lnTo>
                    <a:pt x="164370" y="126211"/>
                  </a:lnTo>
                  <a:lnTo>
                    <a:pt x="252458" y="214285"/>
                  </a:lnTo>
                  <a:close/>
                </a:path>
              </a:pathLst>
            </a:custGeom>
            <a:solidFill>
              <a:srgbClr val="F49AC1"/>
            </a:solidFill>
          </p:spPr>
        </p:sp>
      </p:grpSp>
      <p:sp>
        <p:nvSpPr>
          <p:cNvPr id="116" name="shape 116"/>
          <p:cNvSpPr/>
          <p:nvPr/>
        </p:nvSpPr>
        <p:spPr>
          <a:xfrm>
            <a:off x="4417680" y="2165255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287"/>
                </a:lnTo>
                <a:lnTo>
                  <a:pt x="38150" y="252437"/>
                </a:lnTo>
                <a:lnTo>
                  <a:pt x="126237" y="164337"/>
                </a:lnTo>
                <a:lnTo>
                  <a:pt x="214312" y="252437"/>
                </a:lnTo>
                <a:lnTo>
                  <a:pt x="252463" y="214287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EC008C"/>
          </a:solidFill>
        </p:spPr>
      </p:sp>
      <p:sp>
        <p:nvSpPr>
          <p:cNvPr id="117" name="shape 117"/>
          <p:cNvSpPr/>
          <p:nvPr/>
        </p:nvSpPr>
        <p:spPr>
          <a:xfrm>
            <a:off x="4819980" y="2165304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25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74" y="126237"/>
                </a:lnTo>
                <a:lnTo>
                  <a:pt x="0" y="214287"/>
                </a:lnTo>
                <a:lnTo>
                  <a:pt x="38150" y="252437"/>
                </a:lnTo>
                <a:lnTo>
                  <a:pt x="126225" y="164337"/>
                </a:lnTo>
                <a:lnTo>
                  <a:pt x="214312" y="252437"/>
                </a:lnTo>
                <a:lnTo>
                  <a:pt x="252463" y="214287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EC008C"/>
          </a:solidFill>
        </p:spPr>
      </p:sp>
      <p:sp>
        <p:nvSpPr>
          <p:cNvPr id="118" name="shape 118"/>
          <p:cNvSpPr/>
          <p:nvPr/>
        </p:nvSpPr>
        <p:spPr>
          <a:xfrm>
            <a:off x="5217777" y="2165256"/>
            <a:ext cx="252472" cy="252437"/>
          </a:xfrm>
          <a:custGeom>
            <a:pathLst>
              <a:path w="252471" h="252436">
                <a:moveTo>
                  <a:pt x="214320" y="252436"/>
                </a:moveTo>
                <a:lnTo>
                  <a:pt x="126245" y="164336"/>
                </a:lnTo>
                <a:lnTo>
                  <a:pt x="38145" y="252436"/>
                </a:lnTo>
                <a:lnTo>
                  <a:pt x="0" y="214290"/>
                </a:lnTo>
                <a:lnTo>
                  <a:pt x="0" y="214280"/>
                </a:lnTo>
                <a:lnTo>
                  <a:pt x="88082" y="126211"/>
                </a:lnTo>
                <a:lnTo>
                  <a:pt x="0" y="38154"/>
                </a:lnTo>
                <a:lnTo>
                  <a:pt x="0" y="38144"/>
                </a:lnTo>
                <a:lnTo>
                  <a:pt x="38144" y="0"/>
                </a:lnTo>
                <a:lnTo>
                  <a:pt x="38147" y="0"/>
                </a:lnTo>
                <a:lnTo>
                  <a:pt x="126245" y="88060"/>
                </a:lnTo>
                <a:lnTo>
                  <a:pt x="214318" y="0"/>
                </a:lnTo>
                <a:lnTo>
                  <a:pt x="214321" y="0"/>
                </a:lnTo>
                <a:lnTo>
                  <a:pt x="252471" y="38149"/>
                </a:lnTo>
                <a:lnTo>
                  <a:pt x="164383" y="126211"/>
                </a:lnTo>
                <a:lnTo>
                  <a:pt x="252471" y="214285"/>
                </a:lnTo>
                <a:close/>
              </a:path>
            </a:pathLst>
          </a:custGeom>
          <a:solidFill>
            <a:srgbClr val="F49AC1"/>
          </a:solidFill>
        </p:spPr>
      </p:sp>
      <p:sp>
        <p:nvSpPr>
          <p:cNvPr id="119" name="shape 119"/>
          <p:cNvSpPr/>
          <p:nvPr/>
        </p:nvSpPr>
        <p:spPr>
          <a:xfrm>
            <a:off x="6420193" y="2165330"/>
            <a:ext cx="252458" cy="252437"/>
          </a:xfrm>
          <a:custGeom>
            <a:pathLst>
              <a:path w="252457" h="252436">
                <a:moveTo>
                  <a:pt x="214312" y="252436"/>
                </a:moveTo>
                <a:lnTo>
                  <a:pt x="126237" y="164336"/>
                </a:lnTo>
                <a:lnTo>
                  <a:pt x="38150" y="252436"/>
                </a:lnTo>
                <a:lnTo>
                  <a:pt x="0" y="214285"/>
                </a:lnTo>
                <a:lnTo>
                  <a:pt x="88087" y="126236"/>
                </a:lnTo>
                <a:lnTo>
                  <a:pt x="0" y="38149"/>
                </a:lnTo>
                <a:lnTo>
                  <a:pt x="38149" y="0"/>
                </a:lnTo>
                <a:lnTo>
                  <a:pt x="38151" y="0"/>
                </a:lnTo>
                <a:lnTo>
                  <a:pt x="126237" y="88086"/>
                </a:lnTo>
                <a:lnTo>
                  <a:pt x="214311" y="0"/>
                </a:lnTo>
                <a:lnTo>
                  <a:pt x="214313" y="0"/>
                </a:lnTo>
                <a:lnTo>
                  <a:pt x="252457" y="38144"/>
                </a:lnTo>
                <a:lnTo>
                  <a:pt x="252457" y="38155"/>
                </a:lnTo>
                <a:lnTo>
                  <a:pt x="164376" y="126236"/>
                </a:lnTo>
                <a:lnTo>
                  <a:pt x="252457" y="214280"/>
                </a:lnTo>
                <a:lnTo>
                  <a:pt x="252457" y="214291"/>
                </a:lnTo>
                <a:close/>
              </a:path>
            </a:pathLst>
          </a:custGeom>
          <a:solidFill>
            <a:srgbClr val="EC008C"/>
          </a:solidFill>
        </p:spPr>
      </p:sp>
      <p:grpSp>
        <p:nvGrpSpPr>
          <p:cNvPr id="120" name="shape 120"/>
          <p:cNvGrpSpPr/>
          <p:nvPr/>
        </p:nvGrpSpPr>
        <p:grpSpPr>
          <a:xfrm>
            <a:off x="6800122" y="2145958"/>
            <a:ext cx="291160" cy="291186"/>
            <a:chOff x="0" y="0"/>
            <a:chExt cx="291160" cy="291186"/>
          </a:xfrm>
        </p:grpSpPr>
        <p:sp>
          <p:nvSpPr>
            <p:cNvPr id="121" name="shape 121"/>
            <p:cNvSpPr/>
            <p:nvPr/>
          </p:nvSpPr>
          <p:spPr>
            <a:xfrm>
              <a:off x="1588" y="1588"/>
              <a:ext cx="287985" cy="288011"/>
            </a:xfrm>
            <a:prstGeom prst="rect">
              <a:avLst/>
            </a:prstGeom>
            <a:solidFill>
              <a:srgbClr val="0098C4"/>
            </a:solidFill>
          </p:spPr>
        </p:sp>
        <p:sp>
          <p:nvSpPr>
            <p:cNvPr id="122" name="shape 122"/>
            <p:cNvSpPr/>
            <p:nvPr/>
          </p:nvSpPr>
          <p:spPr>
            <a:xfrm>
              <a:off x="0" y="0"/>
              <a:ext cx="291160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23" name="shape 123"/>
            <p:cNvSpPr/>
            <p:nvPr/>
          </p:nvSpPr>
          <p:spPr>
            <a:xfrm>
              <a:off x="19355" y="19371"/>
              <a:ext cx="252461" cy="252437"/>
            </a:xfrm>
            <a:custGeom>
              <a:pathLst>
                <a:path w="252460" h="252436">
                  <a:moveTo>
                    <a:pt x="214309" y="252436"/>
                  </a:moveTo>
                  <a:lnTo>
                    <a:pt x="126234" y="164336"/>
                  </a:lnTo>
                  <a:lnTo>
                    <a:pt x="38148" y="252436"/>
                  </a:lnTo>
                  <a:lnTo>
                    <a:pt x="0" y="214289"/>
                  </a:lnTo>
                  <a:lnTo>
                    <a:pt x="0" y="214282"/>
                  </a:lnTo>
                  <a:lnTo>
                    <a:pt x="88084" y="126236"/>
                  </a:lnTo>
                  <a:lnTo>
                    <a:pt x="0" y="38152"/>
                  </a:lnTo>
                  <a:lnTo>
                    <a:pt x="0" y="38146"/>
                  </a:lnTo>
                  <a:lnTo>
                    <a:pt x="38146" y="0"/>
                  </a:lnTo>
                  <a:lnTo>
                    <a:pt x="38148" y="0"/>
                  </a:lnTo>
                  <a:lnTo>
                    <a:pt x="126234" y="88086"/>
                  </a:lnTo>
                  <a:lnTo>
                    <a:pt x="214308" y="0"/>
                  </a:lnTo>
                  <a:lnTo>
                    <a:pt x="214310" y="0"/>
                  </a:lnTo>
                  <a:lnTo>
                    <a:pt x="252460" y="38149"/>
                  </a:lnTo>
                  <a:lnTo>
                    <a:pt x="164373" y="126236"/>
                  </a:lnTo>
                  <a:lnTo>
                    <a:pt x="252460" y="214285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id="124" name="shape 124"/>
          <p:cNvGrpSpPr/>
          <p:nvPr/>
        </p:nvGrpSpPr>
        <p:grpSpPr>
          <a:xfrm>
            <a:off x="5599234" y="2145882"/>
            <a:ext cx="291161" cy="291186"/>
            <a:chOff x="0" y="0"/>
            <a:chExt cx="291161" cy="291186"/>
          </a:xfrm>
        </p:grpSpPr>
        <p:sp>
          <p:nvSpPr>
            <p:cNvPr id="125" name="shape 125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524A47"/>
            </a:solidFill>
          </p:spPr>
        </p:sp>
        <p:sp>
          <p:nvSpPr>
            <p:cNvPr id="126" name="shape 126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27" name="shape 127"/>
            <p:cNvSpPr/>
            <p:nvPr/>
          </p:nvSpPr>
          <p:spPr>
            <a:xfrm>
              <a:off x="19345" y="19348"/>
              <a:ext cx="252461" cy="252437"/>
            </a:xfrm>
            <a:custGeom>
              <a:pathLst>
                <a:path w="252460" h="252436">
                  <a:moveTo>
                    <a:pt x="214312" y="252436"/>
                  </a:moveTo>
                  <a:lnTo>
                    <a:pt x="126238" y="164336"/>
                  </a:lnTo>
                  <a:lnTo>
                    <a:pt x="38150" y="252436"/>
                  </a:lnTo>
                  <a:lnTo>
                    <a:pt x="0" y="214285"/>
                  </a:lnTo>
                  <a:lnTo>
                    <a:pt x="88087" y="126211"/>
                  </a:lnTo>
                  <a:lnTo>
                    <a:pt x="0" y="38149"/>
                  </a:lnTo>
                  <a:lnTo>
                    <a:pt x="38149" y="0"/>
                  </a:lnTo>
                  <a:lnTo>
                    <a:pt x="38151" y="0"/>
                  </a:lnTo>
                  <a:lnTo>
                    <a:pt x="126238" y="88060"/>
                  </a:lnTo>
                  <a:lnTo>
                    <a:pt x="214311" y="0"/>
                  </a:lnTo>
                  <a:lnTo>
                    <a:pt x="214313" y="0"/>
                  </a:lnTo>
                  <a:lnTo>
                    <a:pt x="252460" y="38146"/>
                  </a:lnTo>
                  <a:lnTo>
                    <a:pt x="252460" y="38152"/>
                  </a:lnTo>
                  <a:lnTo>
                    <a:pt x="164376" y="126211"/>
                  </a:lnTo>
                  <a:lnTo>
                    <a:pt x="252460" y="214283"/>
                  </a:lnTo>
                  <a:lnTo>
                    <a:pt x="252460" y="214288"/>
                  </a:lnTo>
                  <a:close/>
                </a:path>
              </a:pathLst>
            </a:custGeom>
            <a:solidFill>
              <a:srgbClr val="F49AC1"/>
            </a:solidFill>
          </p:spPr>
        </p:sp>
      </p:grpSp>
      <p:grpSp>
        <p:nvGrpSpPr>
          <p:cNvPr id="128" name="shape 128"/>
          <p:cNvGrpSpPr/>
          <p:nvPr/>
        </p:nvGrpSpPr>
        <p:grpSpPr>
          <a:xfrm>
            <a:off x="473258" y="3801927"/>
            <a:ext cx="291148" cy="291186"/>
            <a:chOff x="0" y="0"/>
            <a:chExt cx="291148" cy="291185"/>
          </a:xfrm>
        </p:grpSpPr>
        <p:sp>
          <p:nvSpPr>
            <p:cNvPr id="129" name="shape 129"/>
            <p:cNvSpPr/>
            <p:nvPr/>
          </p:nvSpPr>
          <p:spPr>
            <a:xfrm>
              <a:off x="1588" y="1588"/>
              <a:ext cx="287973" cy="288011"/>
            </a:xfrm>
            <a:prstGeom prst="rect">
              <a:avLst/>
            </a:prstGeom>
            <a:solidFill>
              <a:srgbClr val="F7931D"/>
            </a:solidFill>
          </p:spPr>
        </p:sp>
        <p:sp>
          <p:nvSpPr>
            <p:cNvPr id="130" name="shape 130"/>
            <p:cNvSpPr/>
            <p:nvPr/>
          </p:nvSpPr>
          <p:spPr>
            <a:xfrm>
              <a:off x="0" y="0"/>
              <a:ext cx="291148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131" name="shape 131"/>
          <p:cNvGrpSpPr/>
          <p:nvPr/>
        </p:nvGrpSpPr>
        <p:grpSpPr>
          <a:xfrm>
            <a:off x="872597" y="3801927"/>
            <a:ext cx="291148" cy="291186"/>
            <a:chOff x="0" y="0"/>
            <a:chExt cx="291148" cy="291185"/>
          </a:xfrm>
        </p:grpSpPr>
        <p:sp>
          <p:nvSpPr>
            <p:cNvPr id="132" name="shape 132"/>
            <p:cNvSpPr/>
            <p:nvPr/>
          </p:nvSpPr>
          <p:spPr>
            <a:xfrm>
              <a:off x="1588" y="1588"/>
              <a:ext cx="287973" cy="288011"/>
            </a:xfrm>
            <a:prstGeom prst="rect">
              <a:avLst/>
            </a:prstGeom>
            <a:solidFill>
              <a:srgbClr val="F7931D"/>
            </a:solidFill>
          </p:spPr>
        </p:sp>
        <p:sp>
          <p:nvSpPr>
            <p:cNvPr id="133" name="shape 133"/>
            <p:cNvSpPr/>
            <p:nvPr/>
          </p:nvSpPr>
          <p:spPr>
            <a:xfrm>
              <a:off x="0" y="0"/>
              <a:ext cx="291148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34" name="shape 134"/>
            <p:cNvSpPr/>
            <p:nvPr/>
          </p:nvSpPr>
          <p:spPr>
            <a:xfrm>
              <a:off x="19355" y="19380"/>
              <a:ext cx="252463" cy="252408"/>
            </a:xfrm>
            <a:custGeom>
              <a:pathLst>
                <a:path w="252462" h="252407">
                  <a:moveTo>
                    <a:pt x="214311" y="252407"/>
                  </a:moveTo>
                  <a:lnTo>
                    <a:pt x="126236" y="164358"/>
                  </a:lnTo>
                  <a:lnTo>
                    <a:pt x="38149" y="252407"/>
                  </a:lnTo>
                  <a:lnTo>
                    <a:pt x="0" y="214308"/>
                  </a:lnTo>
                  <a:lnTo>
                    <a:pt x="0" y="214306"/>
                  </a:lnTo>
                  <a:lnTo>
                    <a:pt x="88085" y="126232"/>
                  </a:lnTo>
                  <a:lnTo>
                    <a:pt x="0" y="38146"/>
                  </a:lnTo>
                  <a:lnTo>
                    <a:pt x="0" y="38144"/>
                  </a:lnTo>
                  <a:lnTo>
                    <a:pt x="38144" y="0"/>
                  </a:lnTo>
                  <a:lnTo>
                    <a:pt x="38154" y="0"/>
                  </a:lnTo>
                  <a:lnTo>
                    <a:pt x="126236" y="88082"/>
                  </a:lnTo>
                  <a:lnTo>
                    <a:pt x="214306" y="0"/>
                  </a:lnTo>
                  <a:lnTo>
                    <a:pt x="214316" y="0"/>
                  </a:lnTo>
                  <a:lnTo>
                    <a:pt x="252462" y="38145"/>
                  </a:lnTo>
                  <a:lnTo>
                    <a:pt x="164374" y="126232"/>
                  </a:lnTo>
                  <a:lnTo>
                    <a:pt x="252462" y="214307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35" name="shape 135"/>
          <p:cNvGrpSpPr/>
          <p:nvPr/>
        </p:nvGrpSpPr>
        <p:grpSpPr>
          <a:xfrm>
            <a:off x="1273358" y="3801978"/>
            <a:ext cx="291148" cy="291186"/>
            <a:chOff x="0" y="0"/>
            <a:chExt cx="291147" cy="291186"/>
          </a:xfrm>
        </p:grpSpPr>
        <p:sp>
          <p:nvSpPr>
            <p:cNvPr id="136" name="shape 136"/>
            <p:cNvSpPr/>
            <p:nvPr/>
          </p:nvSpPr>
          <p:spPr>
            <a:xfrm>
              <a:off x="1588" y="1588"/>
              <a:ext cx="287973" cy="288011"/>
            </a:xfrm>
            <a:prstGeom prst="rect">
              <a:avLst/>
            </a:prstGeom>
            <a:solidFill>
              <a:srgbClr val="F7931D"/>
            </a:solidFill>
          </p:spPr>
        </p:sp>
        <p:sp>
          <p:nvSpPr>
            <p:cNvPr id="137" name="shape 137"/>
            <p:cNvSpPr/>
            <p:nvPr/>
          </p:nvSpPr>
          <p:spPr>
            <a:xfrm>
              <a:off x="0" y="0"/>
              <a:ext cx="291148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38" name="shape 138"/>
            <p:cNvSpPr/>
            <p:nvPr/>
          </p:nvSpPr>
          <p:spPr>
            <a:xfrm>
              <a:off x="19331" y="19374"/>
              <a:ext cx="252464" cy="252426"/>
            </a:xfrm>
            <a:custGeom>
              <a:pathLst>
                <a:path w="252463" h="252425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25"/>
                  </a:lnTo>
                  <a:lnTo>
                    <a:pt x="38150" y="252425"/>
                  </a:lnTo>
                  <a:lnTo>
                    <a:pt x="126237" y="164363"/>
                  </a:lnTo>
                  <a:lnTo>
                    <a:pt x="214312" y="252425"/>
                  </a:lnTo>
                  <a:lnTo>
                    <a:pt x="252463" y="214325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39" name="shape 139"/>
          <p:cNvGrpSpPr/>
          <p:nvPr/>
        </p:nvGrpSpPr>
        <p:grpSpPr>
          <a:xfrm>
            <a:off x="1672697" y="3801901"/>
            <a:ext cx="291161" cy="291199"/>
            <a:chOff x="0" y="0"/>
            <a:chExt cx="291160" cy="291199"/>
          </a:xfrm>
        </p:grpSpPr>
        <p:sp>
          <p:nvSpPr>
            <p:cNvPr id="140" name="shape 140"/>
            <p:cNvSpPr/>
            <p:nvPr/>
          </p:nvSpPr>
          <p:spPr>
            <a:xfrm>
              <a:off x="1588" y="1588"/>
              <a:ext cx="287986" cy="288024"/>
            </a:xfrm>
            <a:prstGeom prst="rect">
              <a:avLst/>
            </a:prstGeom>
            <a:solidFill>
              <a:srgbClr val="F7931D"/>
            </a:solidFill>
          </p:spPr>
        </p:sp>
        <p:sp>
          <p:nvSpPr>
            <p:cNvPr id="141" name="shape 141"/>
            <p:cNvSpPr/>
            <p:nvPr/>
          </p:nvSpPr>
          <p:spPr>
            <a:xfrm>
              <a:off x="0" y="0"/>
              <a:ext cx="291161" cy="291199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42" name="shape 142"/>
            <p:cNvSpPr/>
            <p:nvPr/>
          </p:nvSpPr>
          <p:spPr>
            <a:xfrm>
              <a:off x="19347" y="19377"/>
              <a:ext cx="252464" cy="252451"/>
            </a:xfrm>
            <a:custGeom>
              <a:pathLst>
                <a:path w="252463" h="252450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74" y="126237"/>
                  </a:lnTo>
                  <a:lnTo>
                    <a:pt x="0" y="214350"/>
                  </a:lnTo>
                  <a:lnTo>
                    <a:pt x="38150" y="252450"/>
                  </a:lnTo>
                  <a:lnTo>
                    <a:pt x="126237" y="164376"/>
                  </a:lnTo>
                  <a:lnTo>
                    <a:pt x="214312" y="252450"/>
                  </a:lnTo>
                  <a:lnTo>
                    <a:pt x="252463" y="214350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43" name="shape 143"/>
          <p:cNvGrpSpPr/>
          <p:nvPr/>
        </p:nvGrpSpPr>
        <p:grpSpPr>
          <a:xfrm>
            <a:off x="2068924" y="3801978"/>
            <a:ext cx="291161" cy="291186"/>
            <a:chOff x="0" y="0"/>
            <a:chExt cx="291160" cy="291186"/>
          </a:xfrm>
        </p:grpSpPr>
        <p:sp>
          <p:nvSpPr>
            <p:cNvPr id="144" name="shape 144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F7931D"/>
            </a:solidFill>
          </p:spPr>
        </p:sp>
        <p:sp>
          <p:nvSpPr>
            <p:cNvPr id="145" name="shape 145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46" name="shape 146"/>
            <p:cNvSpPr/>
            <p:nvPr/>
          </p:nvSpPr>
          <p:spPr>
            <a:xfrm>
              <a:off x="19350" y="19374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37"/>
                  </a:lnTo>
                  <a:lnTo>
                    <a:pt x="38150" y="252437"/>
                  </a:lnTo>
                  <a:lnTo>
                    <a:pt x="126237" y="164376"/>
                  </a:lnTo>
                  <a:lnTo>
                    <a:pt x="214312" y="252437"/>
                  </a:lnTo>
                  <a:lnTo>
                    <a:pt x="252463" y="214337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47" name="shape 147"/>
          <p:cNvGrpSpPr/>
          <p:nvPr/>
        </p:nvGrpSpPr>
        <p:grpSpPr>
          <a:xfrm>
            <a:off x="2489015" y="3801901"/>
            <a:ext cx="291161" cy="291186"/>
            <a:chOff x="0" y="0"/>
            <a:chExt cx="291160" cy="291186"/>
          </a:xfrm>
        </p:grpSpPr>
        <p:sp>
          <p:nvSpPr>
            <p:cNvPr id="148" name="shape 148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ED1C24"/>
            </a:solidFill>
          </p:spPr>
        </p:sp>
        <p:sp>
          <p:nvSpPr>
            <p:cNvPr id="149" name="shape 149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50" name="shape 150"/>
            <p:cNvSpPr/>
            <p:nvPr/>
          </p:nvSpPr>
          <p:spPr>
            <a:xfrm>
              <a:off x="19351" y="19377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37"/>
                  </a:lnTo>
                  <a:lnTo>
                    <a:pt x="38150" y="252437"/>
                  </a:lnTo>
                  <a:lnTo>
                    <a:pt x="126237" y="164376"/>
                  </a:lnTo>
                  <a:lnTo>
                    <a:pt x="214312" y="252437"/>
                  </a:lnTo>
                  <a:lnTo>
                    <a:pt x="252463" y="214337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51" name="shape 151"/>
          <p:cNvGrpSpPr/>
          <p:nvPr/>
        </p:nvGrpSpPr>
        <p:grpSpPr>
          <a:xfrm>
            <a:off x="2875108" y="3801901"/>
            <a:ext cx="291161" cy="291186"/>
            <a:chOff x="0" y="0"/>
            <a:chExt cx="291160" cy="291186"/>
          </a:xfrm>
        </p:grpSpPr>
        <p:sp>
          <p:nvSpPr>
            <p:cNvPr id="152" name="shape 152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ED1C24"/>
            </a:solidFill>
          </p:spPr>
        </p:sp>
        <p:sp>
          <p:nvSpPr>
            <p:cNvPr id="153" name="shape 153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54" name="shape 154"/>
            <p:cNvSpPr/>
            <p:nvPr/>
          </p:nvSpPr>
          <p:spPr>
            <a:xfrm>
              <a:off x="19343" y="19377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37"/>
                  </a:lnTo>
                  <a:lnTo>
                    <a:pt x="38150" y="252437"/>
                  </a:lnTo>
                  <a:lnTo>
                    <a:pt x="126237" y="164376"/>
                  </a:lnTo>
                  <a:lnTo>
                    <a:pt x="214312" y="252437"/>
                  </a:lnTo>
                  <a:lnTo>
                    <a:pt x="252463" y="214337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55" name="shape 155"/>
          <p:cNvGrpSpPr/>
          <p:nvPr/>
        </p:nvGrpSpPr>
        <p:grpSpPr>
          <a:xfrm>
            <a:off x="3272897" y="3801901"/>
            <a:ext cx="291161" cy="291186"/>
            <a:chOff x="0" y="0"/>
            <a:chExt cx="291160" cy="291186"/>
          </a:xfrm>
        </p:grpSpPr>
        <p:sp>
          <p:nvSpPr>
            <p:cNvPr id="156" name="shape 156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ED1C24"/>
            </a:solidFill>
          </p:spPr>
        </p:sp>
        <p:sp>
          <p:nvSpPr>
            <p:cNvPr id="157" name="shape 157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58" name="shape 158"/>
            <p:cNvSpPr/>
            <p:nvPr/>
          </p:nvSpPr>
          <p:spPr>
            <a:xfrm>
              <a:off x="19347" y="19377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37"/>
                  </a:lnTo>
                  <a:lnTo>
                    <a:pt x="38150" y="252437"/>
                  </a:lnTo>
                  <a:lnTo>
                    <a:pt x="126237" y="164376"/>
                  </a:lnTo>
                  <a:lnTo>
                    <a:pt x="214312" y="252437"/>
                  </a:lnTo>
                  <a:lnTo>
                    <a:pt x="252463" y="214337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59" name="shape 159"/>
          <p:cNvGrpSpPr/>
          <p:nvPr/>
        </p:nvGrpSpPr>
        <p:grpSpPr>
          <a:xfrm>
            <a:off x="870311" y="4233905"/>
            <a:ext cx="291161" cy="291186"/>
            <a:chOff x="0" y="0"/>
            <a:chExt cx="291160" cy="291186"/>
          </a:xfrm>
        </p:grpSpPr>
        <p:sp>
          <p:nvSpPr>
            <p:cNvPr id="160" name="shape 160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00A650"/>
            </a:solidFill>
          </p:spPr>
        </p:sp>
        <p:sp>
          <p:nvSpPr>
            <p:cNvPr id="161" name="shape 161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162" name="shape 162"/>
          <p:cNvGrpSpPr/>
          <p:nvPr/>
        </p:nvGrpSpPr>
        <p:grpSpPr>
          <a:xfrm>
            <a:off x="1274171" y="4233905"/>
            <a:ext cx="291161" cy="291186"/>
            <a:chOff x="0" y="0"/>
            <a:chExt cx="291160" cy="291186"/>
          </a:xfrm>
        </p:grpSpPr>
        <p:sp>
          <p:nvSpPr>
            <p:cNvPr id="163" name="shape 163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00A650"/>
            </a:solidFill>
          </p:spPr>
        </p:sp>
        <p:sp>
          <p:nvSpPr>
            <p:cNvPr id="164" name="shape 164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165" name="shape 165"/>
          <p:cNvGrpSpPr/>
          <p:nvPr/>
        </p:nvGrpSpPr>
        <p:grpSpPr>
          <a:xfrm>
            <a:off x="1670436" y="4233905"/>
            <a:ext cx="291161" cy="291186"/>
            <a:chOff x="0" y="0"/>
            <a:chExt cx="291160" cy="291186"/>
          </a:xfrm>
        </p:grpSpPr>
        <p:sp>
          <p:nvSpPr>
            <p:cNvPr id="166" name="shape 166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B3A7A4"/>
            </a:solidFill>
          </p:spPr>
        </p:sp>
        <p:sp>
          <p:nvSpPr>
            <p:cNvPr id="167" name="shape 167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68" name="shape 168"/>
            <p:cNvSpPr/>
            <p:nvPr/>
          </p:nvSpPr>
          <p:spPr>
            <a:xfrm>
              <a:off x="18631" y="19371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74" y="126212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287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69" name="shape 169"/>
          <p:cNvGrpSpPr/>
          <p:nvPr/>
        </p:nvGrpSpPr>
        <p:grpSpPr>
          <a:xfrm>
            <a:off x="2488304" y="4233905"/>
            <a:ext cx="291161" cy="291186"/>
            <a:chOff x="0" y="0"/>
            <a:chExt cx="291160" cy="291186"/>
          </a:xfrm>
        </p:grpSpPr>
        <p:sp>
          <p:nvSpPr>
            <p:cNvPr id="170" name="shape 170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B3A7A4"/>
            </a:solidFill>
          </p:spPr>
        </p:sp>
        <p:sp>
          <p:nvSpPr>
            <p:cNvPr id="171" name="shape 171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72" name="shape 172"/>
            <p:cNvSpPr/>
            <p:nvPr/>
          </p:nvSpPr>
          <p:spPr>
            <a:xfrm>
              <a:off x="17235" y="19384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37" y="164337"/>
                  </a:lnTo>
                  <a:lnTo>
                    <a:pt x="214312" y="252437"/>
                  </a:lnTo>
                  <a:lnTo>
                    <a:pt x="252463" y="214287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73" name="shape 173"/>
          <p:cNvGrpSpPr/>
          <p:nvPr/>
        </p:nvGrpSpPr>
        <p:grpSpPr>
          <a:xfrm>
            <a:off x="2872847" y="4233905"/>
            <a:ext cx="291161" cy="291186"/>
            <a:chOff x="0" y="0"/>
            <a:chExt cx="291160" cy="291186"/>
          </a:xfrm>
        </p:grpSpPr>
        <p:sp>
          <p:nvSpPr>
            <p:cNvPr id="174" name="shape 174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F172AC"/>
            </a:solidFill>
          </p:spPr>
        </p:sp>
        <p:sp>
          <p:nvSpPr>
            <p:cNvPr id="175" name="shape 175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76" name="shape 176"/>
            <p:cNvSpPr/>
            <p:nvPr/>
          </p:nvSpPr>
          <p:spPr>
            <a:xfrm>
              <a:off x="19347" y="19371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61"/>
                  </a:lnTo>
                  <a:lnTo>
                    <a:pt x="38150" y="252437"/>
                  </a:lnTo>
                  <a:lnTo>
                    <a:pt x="126237" y="164312"/>
                  </a:lnTo>
                  <a:lnTo>
                    <a:pt x="214312" y="252437"/>
                  </a:lnTo>
                  <a:lnTo>
                    <a:pt x="252463" y="214261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77" name="shape 177"/>
          <p:cNvGrpSpPr/>
          <p:nvPr/>
        </p:nvGrpSpPr>
        <p:grpSpPr>
          <a:xfrm>
            <a:off x="472534" y="4233905"/>
            <a:ext cx="291161" cy="291186"/>
            <a:chOff x="0" y="0"/>
            <a:chExt cx="291160" cy="291186"/>
          </a:xfrm>
        </p:grpSpPr>
        <p:sp>
          <p:nvSpPr>
            <p:cNvPr id="178" name="shape 178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F097C0"/>
            </a:solidFill>
          </p:spPr>
        </p:sp>
        <p:sp>
          <p:nvSpPr>
            <p:cNvPr id="179" name="shape 179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80" name="shape 180"/>
            <p:cNvSpPr/>
            <p:nvPr/>
          </p:nvSpPr>
          <p:spPr>
            <a:xfrm>
              <a:off x="19347" y="19371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61"/>
                  </a:lnTo>
                  <a:lnTo>
                    <a:pt x="38150" y="252437"/>
                  </a:lnTo>
                  <a:lnTo>
                    <a:pt x="126237" y="164312"/>
                  </a:lnTo>
                  <a:lnTo>
                    <a:pt x="214312" y="252437"/>
                  </a:lnTo>
                  <a:lnTo>
                    <a:pt x="252463" y="214261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81" name="shape 181"/>
          <p:cNvGrpSpPr/>
          <p:nvPr/>
        </p:nvGrpSpPr>
        <p:grpSpPr>
          <a:xfrm>
            <a:off x="3272897" y="4233905"/>
            <a:ext cx="291161" cy="291186"/>
            <a:chOff x="0" y="0"/>
            <a:chExt cx="291160" cy="291186"/>
          </a:xfrm>
        </p:grpSpPr>
        <p:sp>
          <p:nvSpPr>
            <p:cNvPr id="182" name="shape 182"/>
            <p:cNvSpPr/>
            <p:nvPr/>
          </p:nvSpPr>
          <p:spPr>
            <a:xfrm>
              <a:off x="1588" y="1588"/>
              <a:ext cx="287986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183" name="shape 183"/>
            <p:cNvSpPr/>
            <p:nvPr/>
          </p:nvSpPr>
          <p:spPr>
            <a:xfrm>
              <a:off x="0" y="0"/>
              <a:ext cx="291161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84" name="shape 184"/>
            <p:cNvSpPr/>
            <p:nvPr/>
          </p:nvSpPr>
          <p:spPr>
            <a:xfrm>
              <a:off x="19347" y="19371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61"/>
                  </a:lnTo>
                  <a:lnTo>
                    <a:pt x="38150" y="252437"/>
                  </a:lnTo>
                  <a:lnTo>
                    <a:pt x="126237" y="164312"/>
                  </a:lnTo>
                  <a:lnTo>
                    <a:pt x="214312" y="252437"/>
                  </a:lnTo>
                  <a:lnTo>
                    <a:pt x="252463" y="214261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185" name="shape 185"/>
            <p:cNvSpPr/>
            <p:nvPr/>
          </p:nvSpPr>
          <p:spPr>
            <a:xfrm>
              <a:off x="19360" y="19371"/>
              <a:ext cx="252451" cy="252438"/>
            </a:xfrm>
            <a:custGeom>
              <a:pathLst>
                <a:path w="252450" h="252437">
                  <a:moveTo>
                    <a:pt x="252450" y="38150"/>
                  </a:moveTo>
                  <a:lnTo>
                    <a:pt x="214299" y="0"/>
                  </a:lnTo>
                  <a:lnTo>
                    <a:pt x="126225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25" y="164337"/>
                  </a:lnTo>
                  <a:lnTo>
                    <a:pt x="214299" y="252437"/>
                  </a:lnTo>
                  <a:lnTo>
                    <a:pt x="252450" y="214287"/>
                  </a:lnTo>
                  <a:lnTo>
                    <a:pt x="164363" y="126237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id="186" name="shape 186"/>
          <p:cNvGrpSpPr/>
          <p:nvPr/>
        </p:nvGrpSpPr>
        <p:grpSpPr>
          <a:xfrm>
            <a:off x="2070461" y="4233917"/>
            <a:ext cx="291173" cy="291186"/>
            <a:chOff x="0" y="0"/>
            <a:chExt cx="291173" cy="291186"/>
          </a:xfrm>
        </p:grpSpPr>
        <p:sp>
          <p:nvSpPr>
            <p:cNvPr id="187" name="shape 187"/>
            <p:cNvSpPr/>
            <p:nvPr/>
          </p:nvSpPr>
          <p:spPr>
            <a:xfrm>
              <a:off x="1588" y="1588"/>
              <a:ext cx="287998" cy="288011"/>
            </a:xfrm>
            <a:prstGeom prst="rect">
              <a:avLst/>
            </a:prstGeom>
            <a:solidFill>
              <a:srgbClr val="B3A7A4"/>
            </a:solidFill>
          </p:spPr>
        </p:sp>
        <p:sp>
          <p:nvSpPr>
            <p:cNvPr id="188" name="shape 188"/>
            <p:cNvSpPr/>
            <p:nvPr/>
          </p:nvSpPr>
          <p:spPr>
            <a:xfrm>
              <a:off x="0" y="0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89" name="shape 189"/>
            <p:cNvSpPr/>
            <p:nvPr/>
          </p:nvSpPr>
          <p:spPr>
            <a:xfrm>
              <a:off x="18631" y="19371"/>
              <a:ext cx="252477" cy="252438"/>
            </a:xfrm>
            <a:custGeom>
              <a:pathLst>
                <a:path w="252476" h="252437">
                  <a:moveTo>
                    <a:pt x="252476" y="38150"/>
                  </a:moveTo>
                  <a:lnTo>
                    <a:pt x="214325" y="0"/>
                  </a:lnTo>
                  <a:lnTo>
                    <a:pt x="126250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50" y="164363"/>
                  </a:lnTo>
                  <a:lnTo>
                    <a:pt x="214325" y="252437"/>
                  </a:lnTo>
                  <a:lnTo>
                    <a:pt x="252476" y="214287"/>
                  </a:lnTo>
                  <a:lnTo>
                    <a:pt x="164388" y="126212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id="190" name="shape 190"/>
          <p:cNvGrpSpPr/>
          <p:nvPr/>
        </p:nvGrpSpPr>
        <p:grpSpPr>
          <a:xfrm>
            <a:off x="4100468" y="4137495"/>
            <a:ext cx="2896265" cy="610888"/>
            <a:chOff x="0" y="0"/>
            <a:chExt cx="2896265" cy="610888"/>
          </a:xfrm>
        </p:grpSpPr>
        <p:pic>
          <p:nvPicPr>
            <p:cNvPr id="191" name="shape 19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387842" cy="607849"/>
            </a:xfrm>
            <a:prstGeom prst="rect"/>
          </p:spPr>
        </p:pic>
        <p:pic>
          <p:nvPicPr>
            <p:cNvPr id="192" name="shape 19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8423" y="0"/>
              <a:ext cx="1387843" cy="610888"/>
            </a:xfrm>
            <a:prstGeom prst="rect"/>
          </p:spPr>
        </p:pic>
      </p:grpSp>
      <p:sp>
        <p:nvSpPr>
          <p:cNvPr id="193" name="shape 193"/>
          <p:cNvSpPr txBox="1"/>
          <p:nvPr/>
        </p:nvSpPr>
        <p:spPr>
          <a:xfrm>
            <a:off x="4011200" y="4115347"/>
            <a:ext cx="86995" cy="709295"/>
          </a:xfrm>
          <a:prstGeom prst="rect"/>
          <a:noFill/>
        </p:spPr>
        <p:txBody>
          <a:bodyPr vert="vert" vertOverflow="overflow" horzOverflow="overflow" numCol="1" wrap="square" lIns="0" tIns="0" rIns="12700" bIns="0">
            <a:spAutoFit/>
          </a:bodyPr>
          <a:p>
            <a:pPr marL="12700">
              <a:spcBef>
                <a:spcPts val="100"/>
              </a:spcBef>
            </a:pPr>
            <a:r>
              <a:rPr sz="400" spc="-5">
                <a:solidFill>
                  <a:srgbClr val="2A2A2A"/>
                </a:solidFill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http://www.vigc.org/vigc50-xcs/</a:t>
            </a:r>
            <a:endParaRPr/>
          </a:p>
        </p:txBody>
      </p:sp>
      <p:sp>
        <p:nvSpPr>
          <p:cNvPr id="194" name="shape 194"/>
          <p:cNvSpPr txBox="1"/>
          <p:nvPr/>
        </p:nvSpPr>
        <p:spPr>
          <a:xfrm>
            <a:off x="6997100" y="4115347"/>
            <a:ext cx="86995" cy="709295"/>
          </a:xfrm>
          <a:prstGeom prst="rect"/>
          <a:noFill/>
        </p:spPr>
        <p:txBody>
          <a:bodyPr vert="vert" vertOverflow="overflow" horzOverflow="overflow" numCol="1" wrap="square" lIns="0" tIns="0" rIns="12700" bIns="0">
            <a:spAutoFit/>
          </a:bodyPr>
          <a:p>
            <a:pPr marL="12700">
              <a:spcBef>
                <a:spcPts val="100"/>
              </a:spcBef>
            </a:pPr>
            <a:r>
              <a:rPr sz="400" spc="-5">
                <a:solidFill>
                  <a:srgbClr val="2A2A2A"/>
                </a:solidFill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http://www.vigc.org/vigc50-xcs/</a:t>
            </a:r>
            <a:endParaRPr/>
          </a:p>
        </p:txBody>
      </p:sp>
      <p:grpSp>
        <p:nvGrpSpPr>
          <p:cNvPr id="195" name="shape 195"/>
          <p:cNvGrpSpPr/>
          <p:nvPr/>
        </p:nvGrpSpPr>
        <p:grpSpPr>
          <a:xfrm>
            <a:off x="592613" y="6025519"/>
            <a:ext cx="2852928" cy="878622"/>
            <a:chOff x="0" y="0"/>
            <a:chExt cx="2852928" cy="878621"/>
          </a:xfrm>
        </p:grpSpPr>
        <p:pic>
          <p:nvPicPr>
            <p:cNvPr id="196" name="shape 19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4" y="0"/>
              <a:ext cx="404615" cy="404106"/>
            </a:xfrm>
            <a:prstGeom prst="rect"/>
          </p:spPr>
        </p:pic>
        <p:sp>
          <p:nvSpPr>
            <p:cNvPr id="197" name="shape 197"/>
            <p:cNvSpPr/>
            <p:nvPr/>
          </p:nvSpPr>
          <p:spPr>
            <a:xfrm>
              <a:off x="13182" y="9109"/>
              <a:ext cx="287998" cy="287986"/>
            </a:xfrm>
            <a:prstGeom prst="rect">
              <a:avLst/>
            </a:prstGeom>
            <a:solidFill>
              <a:srgbClr val="00AEEF"/>
            </a:solidFill>
          </p:spPr>
        </p:sp>
        <p:pic>
          <p:nvPicPr>
            <p:cNvPr id="198" name="shape 19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476285"/>
              <a:ext cx="2852928" cy="402336"/>
            </a:xfrm>
            <a:prstGeom prst="rect"/>
          </p:spPr>
        </p:pic>
      </p:grpSp>
      <p:pic>
        <p:nvPicPr>
          <p:cNvPr id="199" name="shape 19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41011" y="6035027"/>
            <a:ext cx="290371" cy="290006"/>
          </a:xfrm>
          <a:prstGeom prst="rect"/>
        </p:spPr>
      </p:pic>
      <p:grpSp>
        <p:nvGrpSpPr>
          <p:cNvPr id="200" name="shape 200"/>
          <p:cNvGrpSpPr/>
          <p:nvPr/>
        </p:nvGrpSpPr>
        <p:grpSpPr>
          <a:xfrm>
            <a:off x="1876595" y="6034628"/>
            <a:ext cx="287998" cy="287986"/>
            <a:chOff x="0" y="0"/>
            <a:chExt cx="287998" cy="287985"/>
          </a:xfrm>
        </p:grpSpPr>
        <p:sp>
          <p:nvSpPr>
            <p:cNvPr id="201" name="shape 201"/>
            <p:cNvSpPr/>
            <p:nvPr/>
          </p:nvSpPr>
          <p:spPr>
            <a:xfrm>
              <a:off x="0" y="0"/>
              <a:ext cx="287998" cy="287986"/>
            </a:xfrm>
            <a:prstGeom prst="rect">
              <a:avLst/>
            </a:prstGeom>
            <a:solidFill>
              <a:srgbClr val="EC008C"/>
            </a:solidFill>
          </p:spPr>
        </p:sp>
        <p:pic>
          <p:nvPicPr>
            <p:cNvPr id="202" name="shape 20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80" y="5153"/>
              <a:ext cx="280851" cy="280498"/>
            </a:xfrm>
            <a:prstGeom prst="rect"/>
          </p:spPr>
        </p:pic>
        <p:sp>
          <p:nvSpPr>
            <p:cNvPr id="203" name="shape 203"/>
            <p:cNvSpPr/>
            <p:nvPr/>
          </p:nvSpPr>
          <p:spPr>
            <a:xfrm>
              <a:off x="71996" y="71996"/>
              <a:ext cx="144006" cy="144006"/>
            </a:xfrm>
            <a:prstGeom prst="rect">
              <a:avLst/>
            </a:prstGeom>
            <a:solidFill>
              <a:srgbClr val="EC008C"/>
            </a:solidFill>
          </p:spPr>
        </p:sp>
      </p:grpSp>
      <p:pic>
        <p:nvPicPr>
          <p:cNvPr id="204" name="shape 20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511978" y="6035027"/>
            <a:ext cx="290371" cy="290006"/>
          </a:xfrm>
          <a:prstGeom prst="rect"/>
        </p:spPr>
      </p:pic>
      <p:pic>
        <p:nvPicPr>
          <p:cNvPr id="205" name="shape 205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145082" y="6035027"/>
            <a:ext cx="290371" cy="290006"/>
          </a:xfrm>
          <a:prstGeom prst="rect"/>
        </p:spPr>
      </p:pic>
      <p:pic>
        <p:nvPicPr>
          <p:cNvPr id="206" name="shape 20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452680" y="6035027"/>
            <a:ext cx="290371" cy="290006"/>
          </a:xfrm>
          <a:prstGeom prst="rect"/>
        </p:spPr>
      </p:pic>
      <p:pic>
        <p:nvPicPr>
          <p:cNvPr id="207" name="shape 207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085783" y="6035027"/>
            <a:ext cx="285611" cy="290006"/>
          </a:xfrm>
          <a:prstGeom prst="rect"/>
        </p:spPr>
      </p:pic>
      <p:pic>
        <p:nvPicPr>
          <p:cNvPr id="208" name="shape 20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723647" y="6035027"/>
            <a:ext cx="290372" cy="290006"/>
          </a:xfrm>
          <a:prstGeom prst="rect"/>
        </p:spPr>
      </p:pic>
      <p:pic>
        <p:nvPicPr>
          <p:cNvPr id="209" name="shape 209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356750" y="6035027"/>
            <a:ext cx="285611" cy="290006"/>
          </a:xfrm>
          <a:prstGeom prst="rect"/>
        </p:spPr>
      </p:pic>
      <p:pic>
        <p:nvPicPr>
          <p:cNvPr id="210" name="shape 210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432539" y="6490523"/>
            <a:ext cx="2211808" cy="333600"/>
          </a:xfrm>
          <a:prstGeom prst="rect"/>
        </p:spPr>
      </p:pic>
      <p:grpSp>
        <p:nvGrpSpPr>
          <p:cNvPr id="211" name="shape 211"/>
          <p:cNvGrpSpPr/>
          <p:nvPr/>
        </p:nvGrpSpPr>
        <p:grpSpPr>
          <a:xfrm>
            <a:off x="441302" y="7964130"/>
            <a:ext cx="3160757" cy="575258"/>
            <a:chOff x="0" y="0"/>
            <a:chExt cx="3160757" cy="575257"/>
          </a:xfrm>
        </p:grpSpPr>
        <p:pic>
          <p:nvPicPr>
            <p:cNvPr id="212" name="shape 212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0" y="0"/>
              <a:ext cx="3160757" cy="575258"/>
            </a:xfrm>
            <a:prstGeom prst="rect"/>
          </p:spPr>
        </p:pic>
        <p:sp>
          <p:nvSpPr>
            <p:cNvPr id="213" name="shape 213"/>
            <p:cNvSpPr/>
            <p:nvPr/>
          </p:nvSpPr>
          <p:spPr>
            <a:xfrm>
              <a:off x="69472" y="74293"/>
              <a:ext cx="3023997" cy="432004"/>
            </a:xfrm>
            <a:prstGeom prst="rect">
              <a:avLst/>
            </a:prstGeom>
            <a:solidFill>
              <a:srgbClr val="88807F"/>
            </a:solidFill>
          </p:spPr>
        </p:sp>
      </p:grpSp>
      <p:grpSp>
        <p:nvGrpSpPr>
          <p:cNvPr id="214" name="shape 214"/>
          <p:cNvGrpSpPr/>
          <p:nvPr/>
        </p:nvGrpSpPr>
        <p:grpSpPr>
          <a:xfrm>
            <a:off x="400577" y="8040690"/>
            <a:ext cx="3240024" cy="985467"/>
            <a:chOff x="0" y="0"/>
            <a:chExt cx="3240024" cy="985467"/>
          </a:xfrm>
        </p:grpSpPr>
        <p:pic>
          <p:nvPicPr>
            <p:cNvPr id="215" name="shape 215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0" y="552651"/>
              <a:ext cx="3240024" cy="432817"/>
            </a:xfrm>
            <a:prstGeom prst="rect"/>
          </p:spPr>
        </p:pic>
        <p:pic>
          <p:nvPicPr>
            <p:cNvPr id="216" name="shape 216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2091" y="56557"/>
              <a:ext cx="333213" cy="404107"/>
            </a:xfrm>
            <a:prstGeom prst="rect"/>
          </p:spPr>
        </p:pic>
        <p:pic>
          <p:nvPicPr>
            <p:cNvPr id="217" name="shape 217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4235" y="70820"/>
              <a:ext cx="242769" cy="304269"/>
            </a:xfrm>
            <a:prstGeom prst="rect"/>
          </p:spPr>
        </p:pic>
        <p:pic>
          <p:nvPicPr>
            <p:cNvPr id="218" name="shape 218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39962" y="70820"/>
              <a:ext cx="257050" cy="299515"/>
            </a:xfrm>
            <a:prstGeom prst="rect"/>
          </p:spPr>
        </p:pic>
        <p:pic>
          <p:nvPicPr>
            <p:cNvPr id="219" name="shape 219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25427" y="75574"/>
              <a:ext cx="199928" cy="290006"/>
            </a:xfrm>
            <a:prstGeom prst="rect"/>
          </p:spPr>
        </p:pic>
        <p:pic>
          <p:nvPicPr>
            <p:cNvPr id="220" name="shape 220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49737" y="9016"/>
              <a:ext cx="342733" cy="427877"/>
            </a:xfrm>
            <a:prstGeom prst="rect"/>
          </p:spPr>
        </p:pic>
        <p:sp>
          <p:nvSpPr>
            <p:cNvPr id="221" name="shape 221"/>
            <p:cNvSpPr/>
            <p:nvPr/>
          </p:nvSpPr>
          <p:spPr>
            <a:xfrm>
              <a:off x="657236" y="0"/>
              <a:ext cx="3175" cy="984657"/>
            </a:xfrm>
            <a:custGeom>
              <a:pathLst>
                <a:path w="3175" h="984656">
                  <a:moveTo>
                    <a:pt x="1587" y="0"/>
                  </a:moveTo>
                  <a:lnTo>
                    <a:pt x="1587" y="984656"/>
                  </a:lnTo>
                </a:path>
              </a:pathLst>
            </a:custGeom>
            <a:ln w="3175" cap="flat">
              <a:solidFill>
                <a:srgbClr val="FFFFFF"/>
              </a:solidFill>
              <a:prstDash val="solid"/>
              <a:miter lim="4"/>
            </a:ln>
          </p:spPr>
        </p:sp>
        <p:sp>
          <p:nvSpPr>
            <p:cNvPr id="222" name="shape 222"/>
            <p:cNvSpPr/>
            <p:nvPr/>
          </p:nvSpPr>
          <p:spPr>
            <a:xfrm>
              <a:off x="1302432" y="0"/>
              <a:ext cx="3175" cy="984657"/>
            </a:xfrm>
            <a:custGeom>
              <a:pathLst>
                <a:path w="3175" h="984656">
                  <a:moveTo>
                    <a:pt x="1587" y="0"/>
                  </a:moveTo>
                  <a:lnTo>
                    <a:pt x="1587" y="984656"/>
                  </a:lnTo>
                </a:path>
              </a:pathLst>
            </a:custGeom>
            <a:ln w="3175" cap="flat">
              <a:solidFill>
                <a:srgbClr val="FFFFFF"/>
              </a:solidFill>
              <a:prstDash val="solid"/>
              <a:miter lim="4"/>
            </a:ln>
          </p:spPr>
        </p:sp>
        <p:sp>
          <p:nvSpPr>
            <p:cNvPr id="223" name="shape 223"/>
            <p:cNvSpPr/>
            <p:nvPr/>
          </p:nvSpPr>
          <p:spPr>
            <a:xfrm>
              <a:off x="1933678" y="0"/>
              <a:ext cx="3175" cy="984657"/>
            </a:xfrm>
            <a:custGeom>
              <a:pathLst>
                <a:path w="3175" h="984656">
                  <a:moveTo>
                    <a:pt x="1587" y="0"/>
                  </a:moveTo>
                  <a:lnTo>
                    <a:pt x="1587" y="984656"/>
                  </a:lnTo>
                </a:path>
              </a:pathLst>
            </a:custGeom>
            <a:ln w="3175" cap="flat">
              <a:solidFill>
                <a:srgbClr val="FFFFFF"/>
              </a:solidFill>
              <a:prstDash val="solid"/>
              <a:miter lim="4"/>
            </a:ln>
          </p:spPr>
        </p:sp>
        <p:sp>
          <p:nvSpPr>
            <p:cNvPr id="224" name="shape 224"/>
            <p:cNvSpPr/>
            <p:nvPr/>
          </p:nvSpPr>
          <p:spPr>
            <a:xfrm>
              <a:off x="2608218" y="0"/>
              <a:ext cx="3175" cy="984657"/>
            </a:xfrm>
            <a:custGeom>
              <a:pathLst>
                <a:path w="3175" h="984656">
                  <a:moveTo>
                    <a:pt x="1587" y="0"/>
                  </a:moveTo>
                  <a:lnTo>
                    <a:pt x="1587" y="984656"/>
                  </a:lnTo>
                </a:path>
              </a:pathLst>
            </a:custGeom>
            <a:ln w="3175" cap="flat">
              <a:solidFill>
                <a:srgbClr val="FFFFFF"/>
              </a:solidFill>
              <a:prstDash val="solid"/>
              <a:miter lim="4"/>
            </a:ln>
          </p:spPr>
        </p:sp>
      </p:grpSp>
      <p:grpSp>
        <p:nvGrpSpPr>
          <p:cNvPr id="225" name="shape 225"/>
          <p:cNvGrpSpPr/>
          <p:nvPr/>
        </p:nvGrpSpPr>
        <p:grpSpPr>
          <a:xfrm>
            <a:off x="4228951" y="7968884"/>
            <a:ext cx="2637138" cy="1057272"/>
            <a:chOff x="0" y="0"/>
            <a:chExt cx="2637138" cy="1057272"/>
          </a:xfrm>
        </p:grpSpPr>
        <p:pic>
          <p:nvPicPr>
            <p:cNvPr id="226" name="shape 226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0" y="0"/>
              <a:ext cx="2637138" cy="565749"/>
            </a:xfrm>
            <a:prstGeom prst="rect"/>
          </p:spPr>
        </p:pic>
        <p:sp>
          <p:nvSpPr>
            <p:cNvPr id="227" name="shape 227"/>
            <p:cNvSpPr/>
            <p:nvPr/>
          </p:nvSpPr>
          <p:spPr>
            <a:xfrm>
              <a:off x="71213" y="69539"/>
              <a:ext cx="2498027" cy="432004"/>
            </a:xfrm>
            <a:prstGeom prst="rect">
              <a:avLst/>
            </a:prstGeom>
            <a:solidFill>
              <a:srgbClr val="88807F"/>
            </a:solidFill>
          </p:spPr>
        </p:sp>
        <p:pic>
          <p:nvPicPr>
            <p:cNvPr id="228" name="shape 228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0756" y="624456"/>
              <a:ext cx="2502408" cy="432817"/>
            </a:xfrm>
            <a:prstGeom prst="rect"/>
          </p:spPr>
        </p:pic>
        <p:pic>
          <p:nvPicPr>
            <p:cNvPr id="229" name="shape 229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04688" y="147380"/>
              <a:ext cx="199928" cy="290006"/>
            </a:xfrm>
            <a:prstGeom prst="rect"/>
          </p:spPr>
        </p:pic>
        <p:pic>
          <p:nvPicPr>
            <p:cNvPr id="230" name="shape 230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23511" y="147380"/>
              <a:ext cx="247530" cy="294760"/>
            </a:xfrm>
            <a:prstGeom prst="rect"/>
          </p:spPr>
        </p:pic>
        <p:pic>
          <p:nvPicPr>
            <p:cNvPr id="231" name="shape 231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61120" y="147380"/>
              <a:ext cx="133285" cy="290006"/>
            </a:xfrm>
            <a:prstGeom prst="rect"/>
          </p:spPr>
        </p:pic>
        <p:pic>
          <p:nvPicPr>
            <p:cNvPr id="232" name="shape 232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42333" y="147380"/>
              <a:ext cx="280851" cy="290006"/>
            </a:xfrm>
            <a:prstGeom prst="rect"/>
          </p:spPr>
        </p:pic>
        <p:sp>
          <p:nvSpPr>
            <p:cNvPr id="233" name="shape 233"/>
            <p:cNvSpPr/>
            <p:nvPr/>
          </p:nvSpPr>
          <p:spPr>
            <a:xfrm>
              <a:off x="618264" y="71806"/>
              <a:ext cx="3175" cy="984657"/>
            </a:xfrm>
            <a:custGeom>
              <a:pathLst>
                <a:path w="3175" h="984656">
                  <a:moveTo>
                    <a:pt x="1587" y="0"/>
                  </a:moveTo>
                  <a:lnTo>
                    <a:pt x="1587" y="984656"/>
                  </a:lnTo>
                </a:path>
              </a:pathLst>
            </a:custGeom>
            <a:ln w="3175" cap="flat">
              <a:solidFill>
                <a:srgbClr val="FFFFFF"/>
              </a:solidFill>
              <a:prstDash val="solid"/>
              <a:miter lim="4"/>
            </a:ln>
          </p:spPr>
        </p:sp>
        <p:sp>
          <p:nvSpPr>
            <p:cNvPr id="234" name="shape 234"/>
            <p:cNvSpPr/>
            <p:nvPr/>
          </p:nvSpPr>
          <p:spPr>
            <a:xfrm>
              <a:off x="1263460" y="71806"/>
              <a:ext cx="3175" cy="984657"/>
            </a:xfrm>
            <a:custGeom>
              <a:pathLst>
                <a:path w="3175" h="984656">
                  <a:moveTo>
                    <a:pt x="1587" y="0"/>
                  </a:moveTo>
                  <a:lnTo>
                    <a:pt x="1587" y="984656"/>
                  </a:lnTo>
                </a:path>
              </a:pathLst>
            </a:custGeom>
            <a:ln w="3175" cap="flat">
              <a:solidFill>
                <a:srgbClr val="FFFFFF"/>
              </a:solidFill>
              <a:prstDash val="solid"/>
              <a:miter lim="4"/>
            </a:ln>
          </p:spPr>
        </p:sp>
        <p:sp>
          <p:nvSpPr>
            <p:cNvPr id="235" name="shape 235"/>
            <p:cNvSpPr/>
            <p:nvPr/>
          </p:nvSpPr>
          <p:spPr>
            <a:xfrm>
              <a:off x="1894705" y="71806"/>
              <a:ext cx="3175" cy="984657"/>
            </a:xfrm>
            <a:custGeom>
              <a:pathLst>
                <a:path w="3175" h="984656">
                  <a:moveTo>
                    <a:pt x="1587" y="0"/>
                  </a:moveTo>
                  <a:lnTo>
                    <a:pt x="1587" y="984656"/>
                  </a:lnTo>
                </a:path>
              </a:pathLst>
            </a:custGeom>
            <a:ln w="3175" cap="flat">
              <a:solidFill>
                <a:srgbClr val="FFFFFF"/>
              </a:solidFill>
              <a:prstDash val="solid"/>
              <a:miter lim="4"/>
            </a:ln>
          </p:spPr>
        </p:sp>
        <p:sp>
          <p:nvSpPr>
            <p:cNvPr id="236" name="shape 236"/>
            <p:cNvSpPr/>
            <p:nvPr/>
          </p:nvSpPr>
          <p:spPr>
            <a:xfrm>
              <a:off x="2569246" y="71806"/>
              <a:ext cx="3175" cy="984657"/>
            </a:xfrm>
            <a:custGeom>
              <a:pathLst>
                <a:path w="3175" h="984656">
                  <a:moveTo>
                    <a:pt x="1587" y="0"/>
                  </a:moveTo>
                  <a:lnTo>
                    <a:pt x="1587" y="984656"/>
                  </a:lnTo>
                </a:path>
              </a:pathLst>
            </a:custGeom>
            <a:ln w="3175" cap="flat">
              <a:solidFill>
                <a:srgbClr val="FFFFFF"/>
              </a:solidFill>
              <a:prstDash val="solid"/>
              <a:miter lim="4"/>
            </a:ln>
          </p:spPr>
        </p:sp>
      </p:grpSp>
      <p:sp>
        <p:nvSpPr>
          <p:cNvPr id="237" name="shape 237"/>
          <p:cNvSpPr txBox="1"/>
          <p:nvPr/>
        </p:nvSpPr>
        <p:spPr>
          <a:xfrm>
            <a:off x="399415" y="110149"/>
            <a:ext cx="6770370" cy="11963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81480"/>
            <a:r>
              <a:rPr sz="2200" b="1">
                <a:solidFill>
                  <a:srgbClr val="AD208E"/>
                </a:solidFill>
                <a:latin typeface="Arial"/>
                <a:cs typeface="Arial"/>
              </a:rPr>
              <a:t>Ghent PDF Output Suite 5.0 – CMYK</a:t>
            </a:r>
            <a:endParaRPr/>
          </a:p>
          <a:p>
            <a:pPr marL="2654935">
              <a:lnSpc>
                <a:spcPts val="1720"/>
              </a:lnSpc>
            </a:pPr>
            <a:r>
              <a:rPr sz="1600" b="1">
                <a:solidFill>
                  <a:srgbClr val="231F20"/>
                </a:solidFill>
                <a:latin typeface="Arial"/>
                <a:cs typeface="Arial"/>
              </a:rPr>
              <a:t>Conformance Level 1</a:t>
            </a:r>
            <a:endParaRPr/>
          </a:p>
          <a:p>
            <a:pPr marR="8890" algn="ctr">
              <a:spcBef>
                <a:spcPts val="100"/>
              </a:spcBef>
            </a:pPr>
            <a:r>
              <a:rPr sz="1200" i="1">
                <a:solidFill>
                  <a:srgbClr val="231F20"/>
                </a:solidFill>
                <a:latin typeface="Arial"/>
                <a:cs typeface="Arial"/>
              </a:rPr>
              <a:t>Die Seiten enthalten Testpatches mit wesentlichen Merkmalen von PDF/X-4 (ISO 15930-7).</a:t>
            </a:r>
            <a:endParaRPr/>
          </a:p>
          <a:p>
            <a:pPr marR="8890" algn="ctr"/>
            <a:r>
              <a:rPr sz="1200" i="1" spc="-20">
                <a:solidFill>
                  <a:srgbClr val="231F20"/>
                </a:solidFill>
                <a:latin typeface="Arial"/>
                <a:cs typeface="Arial"/>
              </a:rPr>
              <a:t>Fehler sind mit einem Kreuz oder durch eine Abweichung vom integrierten Referenzbilder zu erkennen.</a:t>
            </a:r>
            <a:endParaRPr/>
          </a:p>
          <a:p>
            <a:pPr marL="145415">
              <a:spcBef>
                <a:spcPts val="400"/>
              </a:spcBef>
            </a:pPr>
            <a:r>
              <a:rPr sz="1400" b="1" spc="-175">
                <a:latin typeface="Arial"/>
                <a:cs typeface="Arial"/>
              </a:rPr>
              <a:t>Personalisierte Testseiten sind für die Gent PDF Output Suite 5.0 Conformance Certification erforderlich!!!</a:t>
            </a:r>
            <a:endParaRPr/>
          </a:p>
        </p:txBody>
      </p:sp>
      <p:sp>
        <p:nvSpPr>
          <p:cNvPr id="238" name="shape 238"/>
          <p:cNvSpPr txBox="1"/>
          <p:nvPr/>
        </p:nvSpPr>
        <p:spPr>
          <a:xfrm>
            <a:off x="382905" y="9660513"/>
            <a:ext cx="6794500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877695" algn="l"/>
                <a:tab pos="6163310" algn="l"/>
              </a:tabLst>
            </a:pP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02.07.2021</a:t>
            </a: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© 2021 Ghent Workgroup, 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https://www.gwg.org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 spc="-55">
                <a:solidFill>
                  <a:srgbClr val="231F20"/>
                </a:solidFill>
                <a:latin typeface="Arial"/>
                <a:cs typeface="Arial"/>
              </a:rPr>
              <a:t>Page 2 / 6</a:t>
            </a:r>
            <a:endParaRPr/>
          </a:p>
        </p:txBody>
      </p:sp>
      <p:graphicFrame>
        <p:nvGraphicFramePr>
          <p:cNvPr id="239" name="shape 239"/>
          <p:cNvGraphicFramePr>
            <a:graphicFrameLocks noGrp="1"/>
          </p:cNvGraphicFramePr>
          <p:nvPr/>
        </p:nvGraphicFramePr>
        <p:xfrm>
          <a:off x="418597" y="1517524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1180"/>
                <a:gridCol w="358775"/>
                <a:gridCol w="2294255"/>
              </a:tblGrid>
              <a:tr h="1642110">
                <a:tc gridSpan="3">
                  <a:txBody>
                    <a:bodyPr/>
                    <a:p>
                      <a:pPr marL="77470" marR="72390"/>
                      <a:r>
                        <a:rPr sz="900" spc="-45">
                          <a:latin typeface="Arial"/>
                          <a:cs typeface="Arial"/>
                        </a:rPr>
                        <a:t>GWG 16.0 - Transparency Basic Blend Modes </a:t>
                      </a:r>
                      <a:r>
                        <a:rPr sz="600" spc="-45">
                          <a:latin typeface="Arial"/>
                          <a:cs typeface="Arial"/>
                        </a:rPr>
                        <a:t>(DeviceCMYK, Non-Knockout)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24460" marR="102235">
                        <a:spcBef>
                          <a:spcPts val="400"/>
                        </a:spcBef>
                        <a:tabLst>
                          <a:tab pos="511810" algn="l"/>
                          <a:tab pos="889000" algn="l"/>
                          <a:tab pos="1317625" algn="l"/>
                          <a:tab pos="1725295" algn="l"/>
                          <a:tab pos="2067560" algn="l"/>
                          <a:tab pos="2520315" algn="l"/>
                          <a:tab pos="2896870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Darken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Multiply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 Burn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Lighten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Screen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 dodge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Overlay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15">
                          <a:latin typeface="Arial"/>
                          <a:cs typeface="Arial"/>
                        </a:rPr>
                        <a:t>Soft Light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3185" marR="76200">
                        <a:spcBef>
                          <a:spcPts val="400"/>
                        </a:spcBef>
                        <a:tabLst>
                          <a:tab pos="483870" algn="l"/>
                          <a:tab pos="895350" algn="l"/>
                          <a:tab pos="1349375" algn="l"/>
                          <a:tab pos="1680845" algn="l"/>
                          <a:tab pos="2136140" algn="l"/>
                          <a:tab pos="2477770" algn="l"/>
                          <a:tab pos="2857500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Hard Light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Difference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Exclusion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Hue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Saturation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Luminosity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20">
                          <a:latin typeface="Arial"/>
                          <a:cs typeface="Arial"/>
                        </a:rPr>
                        <a:t>Opacity (0%)</a:t>
                      </a:r>
                      <a:endParaRPr/>
                    </a:p>
                    <a:p>
                      <a:pPr marL="417830" marR="503555">
                        <a:spcBef>
                          <a:spcPts val="500"/>
                        </a:spcBef>
                      </a:pPr>
                      <a:r>
                        <a:rPr sz="400" spc="-25">
                          <a:latin typeface="Arial"/>
                          <a:cs typeface="Arial"/>
                        </a:rPr>
                        <a:t>If an 'X' appears, rendering of Non-knockout Transparency Groups (a transparency effect) is not performed correctly.</a:t>
                      </a:r>
                      <a:endParaRPr/>
                    </a:p>
                    <a:p>
                      <a:pPr marL="390525" marR="1613535" algn="just">
                        <a:spcBef>
                          <a:spcPts val="400"/>
                        </a:spcBef>
                        <a:tabLst>
                          <a:tab pos="1059180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PDF/X Output Intent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30">
                          <a:latin typeface="Arial"/>
                          <a:cs typeface="Arial"/>
                        </a:rPr>
                        <a:t>ISO Coated v2 300% (ECI)</a:t>
                      </a:r>
                      <a:endParaRPr/>
                    </a:p>
                    <a:p>
                      <a:pPr marL="390525" marR="929005" algn="just">
                        <a:lnSpc>
                          <a:spcPct val="145166"/>
                        </a:lnSpc>
                        <a:spcBef>
                          <a:spcPts val="200"/>
                        </a:spcBef>
                        <a:tabLst>
                          <a:tab pos="1059180" algn="l"/>
                        </a:tabLst>
                      </a:pPr>
                      <a:r>
                        <a:rPr sz="400" spc="-10">
                          <a:latin typeface="Arial"/>
                          <a:cs typeface="Arial"/>
                        </a:rPr>
                        <a:t>Transparency Group</a:t>
                      </a:r>
                      <a:r>
                        <a:rPr sz="400" spc="-1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25">
                          <a:latin typeface="Arial"/>
                          <a:cs typeface="Arial"/>
                        </a:rPr>
                        <a:t>Non Knockout (Blend Mode Normal), TBCS*: DeviceCMYK </a:t>
                      </a:r>
                      <a:r>
                        <a:rPr sz="400">
                          <a:latin typeface="Arial"/>
                          <a:cs typeface="Arial"/>
                        </a:rPr>
                        <a:t>Source object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DeviceCMYK, using defined Blend Mode</a:t>
                      </a:r>
                      <a:endParaRPr/>
                    </a:p>
                    <a:p>
                      <a:pPr marL="390525" marR="1876425" algn="just">
                        <a:tabLst>
                          <a:tab pos="1059180" algn="l"/>
                        </a:tabLst>
                      </a:pPr>
                      <a:r>
                        <a:rPr sz="400" spc="-5">
                          <a:latin typeface="Arial"/>
                          <a:cs typeface="Arial"/>
                        </a:rPr>
                        <a:t>Backdrop</a:t>
                      </a:r>
                      <a:r>
                        <a:rPr sz="400" spc="-5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30">
                          <a:latin typeface="Arial"/>
                          <a:cs typeface="Arial"/>
                        </a:rPr>
                        <a:t>DeviceCMYK</a:t>
                      </a:r>
                      <a:endParaRPr/>
                    </a:p>
                    <a:p>
                      <a:pPr marL="1027430" marR="1244600">
                        <a:spcBef>
                          <a:spcPts val="300"/>
                        </a:spcBef>
                      </a:pPr>
                      <a:r>
                        <a:rPr sz="400" spc="-25">
                          <a:latin typeface="Arial"/>
                          <a:cs typeface="Arial"/>
                        </a:rPr>
                        <a:t>* TBCS = Transparency Blending Color Space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2554">
                <a:tc>
                  <a:txBody>
                    <a:bodyPr/>
                    <a:p>
                      <a:pPr marL="36195" marR="119380"/>
                      <a:r>
                        <a:rPr sz="600" spc="-30">
                          <a:latin typeface="Arial"/>
                          <a:cs typeface="Arial"/>
                        </a:rPr>
                        <a:t>05 Nov 2012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6035" marR="34290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49860" marR="40005" algn="r">
                        <a:tabLst>
                          <a:tab pos="212026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16.0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0" name="shape 240"/>
          <p:cNvSpPr/>
          <p:nvPr/>
        </p:nvSpPr>
        <p:spPr>
          <a:xfrm>
            <a:off x="1293465" y="1733285"/>
            <a:ext cx="252463" cy="252435"/>
          </a:xfrm>
          <a:custGeom>
            <a:pathLst>
              <a:path w="252462" h="252434">
                <a:moveTo>
                  <a:pt x="214311" y="252434"/>
                </a:moveTo>
                <a:lnTo>
                  <a:pt x="126236" y="164359"/>
                </a:lnTo>
                <a:lnTo>
                  <a:pt x="38149" y="252434"/>
                </a:lnTo>
                <a:lnTo>
                  <a:pt x="0" y="214309"/>
                </a:lnTo>
                <a:lnTo>
                  <a:pt x="0" y="214307"/>
                </a:lnTo>
                <a:lnTo>
                  <a:pt x="88085" y="126234"/>
                </a:lnTo>
                <a:lnTo>
                  <a:pt x="0" y="38148"/>
                </a:lnTo>
                <a:lnTo>
                  <a:pt x="0" y="38145"/>
                </a:lnTo>
                <a:lnTo>
                  <a:pt x="38145" y="0"/>
                </a:lnTo>
                <a:lnTo>
                  <a:pt x="38153" y="0"/>
                </a:lnTo>
                <a:lnTo>
                  <a:pt x="126236" y="88083"/>
                </a:lnTo>
                <a:lnTo>
                  <a:pt x="214307" y="0"/>
                </a:lnTo>
                <a:lnTo>
                  <a:pt x="214314" y="0"/>
                </a:lnTo>
                <a:lnTo>
                  <a:pt x="252462" y="38147"/>
                </a:lnTo>
                <a:lnTo>
                  <a:pt x="164374" y="126234"/>
                </a:lnTo>
                <a:lnTo>
                  <a:pt x="252462" y="214308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241" name="shape 241"/>
          <p:cNvSpPr/>
          <p:nvPr/>
        </p:nvSpPr>
        <p:spPr>
          <a:xfrm>
            <a:off x="891169" y="1733285"/>
            <a:ext cx="252463" cy="252435"/>
          </a:xfrm>
          <a:custGeom>
            <a:pathLst>
              <a:path w="252462" h="252434">
                <a:moveTo>
                  <a:pt x="214311" y="252434"/>
                </a:moveTo>
                <a:lnTo>
                  <a:pt x="126236" y="164359"/>
                </a:lnTo>
                <a:lnTo>
                  <a:pt x="38149" y="252434"/>
                </a:lnTo>
                <a:lnTo>
                  <a:pt x="0" y="214309"/>
                </a:lnTo>
                <a:lnTo>
                  <a:pt x="0" y="214307"/>
                </a:lnTo>
                <a:lnTo>
                  <a:pt x="88085" y="126234"/>
                </a:lnTo>
                <a:lnTo>
                  <a:pt x="0" y="38148"/>
                </a:lnTo>
                <a:lnTo>
                  <a:pt x="0" y="38145"/>
                </a:lnTo>
                <a:lnTo>
                  <a:pt x="38145" y="0"/>
                </a:lnTo>
                <a:lnTo>
                  <a:pt x="38153" y="0"/>
                </a:lnTo>
                <a:lnTo>
                  <a:pt x="126236" y="88083"/>
                </a:lnTo>
                <a:lnTo>
                  <a:pt x="214307" y="0"/>
                </a:lnTo>
                <a:lnTo>
                  <a:pt x="214314" y="0"/>
                </a:lnTo>
                <a:lnTo>
                  <a:pt x="252462" y="38147"/>
                </a:lnTo>
                <a:lnTo>
                  <a:pt x="164374" y="126234"/>
                </a:lnTo>
                <a:lnTo>
                  <a:pt x="252462" y="214308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242" name="shape 242"/>
          <p:cNvSpPr/>
          <p:nvPr/>
        </p:nvSpPr>
        <p:spPr>
          <a:xfrm>
            <a:off x="493365" y="1733285"/>
            <a:ext cx="252463" cy="252435"/>
          </a:xfrm>
          <a:custGeom>
            <a:pathLst>
              <a:path w="252462" h="252434">
                <a:moveTo>
                  <a:pt x="214311" y="252434"/>
                </a:moveTo>
                <a:lnTo>
                  <a:pt x="126236" y="164359"/>
                </a:lnTo>
                <a:lnTo>
                  <a:pt x="38149" y="252434"/>
                </a:lnTo>
                <a:lnTo>
                  <a:pt x="0" y="214309"/>
                </a:lnTo>
                <a:lnTo>
                  <a:pt x="0" y="214307"/>
                </a:lnTo>
                <a:lnTo>
                  <a:pt x="88085" y="126234"/>
                </a:lnTo>
                <a:lnTo>
                  <a:pt x="0" y="38148"/>
                </a:lnTo>
                <a:lnTo>
                  <a:pt x="0" y="38145"/>
                </a:lnTo>
                <a:lnTo>
                  <a:pt x="38145" y="0"/>
                </a:lnTo>
                <a:lnTo>
                  <a:pt x="38153" y="0"/>
                </a:lnTo>
                <a:lnTo>
                  <a:pt x="126236" y="88083"/>
                </a:lnTo>
                <a:lnTo>
                  <a:pt x="214307" y="0"/>
                </a:lnTo>
                <a:lnTo>
                  <a:pt x="214314" y="0"/>
                </a:lnTo>
                <a:lnTo>
                  <a:pt x="252462" y="38147"/>
                </a:lnTo>
                <a:lnTo>
                  <a:pt x="164374" y="126234"/>
                </a:lnTo>
                <a:lnTo>
                  <a:pt x="252462" y="214308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243" name="shape 243"/>
          <p:cNvSpPr/>
          <p:nvPr/>
        </p:nvSpPr>
        <p:spPr>
          <a:xfrm>
            <a:off x="1691268" y="1733285"/>
            <a:ext cx="252460" cy="252435"/>
          </a:xfrm>
          <a:custGeom>
            <a:pathLst>
              <a:path w="252459" h="252434">
                <a:moveTo>
                  <a:pt x="214312" y="252434"/>
                </a:moveTo>
                <a:lnTo>
                  <a:pt x="126238" y="164359"/>
                </a:lnTo>
                <a:lnTo>
                  <a:pt x="38150" y="252434"/>
                </a:lnTo>
                <a:lnTo>
                  <a:pt x="0" y="214308"/>
                </a:lnTo>
                <a:lnTo>
                  <a:pt x="88087" y="126234"/>
                </a:lnTo>
                <a:lnTo>
                  <a:pt x="0" y="38147"/>
                </a:lnTo>
                <a:lnTo>
                  <a:pt x="38147" y="0"/>
                </a:lnTo>
                <a:lnTo>
                  <a:pt x="38154" y="0"/>
                </a:lnTo>
                <a:lnTo>
                  <a:pt x="126238" y="88070"/>
                </a:lnTo>
                <a:lnTo>
                  <a:pt x="214308" y="0"/>
                </a:lnTo>
                <a:lnTo>
                  <a:pt x="214316" y="0"/>
                </a:lnTo>
                <a:lnTo>
                  <a:pt x="252459" y="38143"/>
                </a:lnTo>
                <a:lnTo>
                  <a:pt x="252459" y="38150"/>
                </a:lnTo>
                <a:lnTo>
                  <a:pt x="164376" y="126234"/>
                </a:lnTo>
                <a:lnTo>
                  <a:pt x="252459" y="214304"/>
                </a:lnTo>
                <a:lnTo>
                  <a:pt x="252459" y="214312"/>
                </a:lnTo>
                <a:close/>
              </a:path>
            </a:pathLst>
          </a:custGeom>
          <a:solidFill>
            <a:srgbClr val="231F20">
              <a:alpha val="60000"/>
            </a:srgbClr>
          </a:solidFill>
        </p:spPr>
      </p:sp>
      <p:sp>
        <p:nvSpPr>
          <p:cNvPr id="244" name="shape 244"/>
          <p:cNvSpPr/>
          <p:nvPr/>
        </p:nvSpPr>
        <p:spPr>
          <a:xfrm>
            <a:off x="2089042" y="1733285"/>
            <a:ext cx="252462" cy="252422"/>
          </a:xfrm>
          <a:custGeom>
            <a:pathLst>
              <a:path w="252461" h="252421">
                <a:moveTo>
                  <a:pt x="214312" y="252421"/>
                </a:moveTo>
                <a:lnTo>
                  <a:pt x="126238" y="164346"/>
                </a:lnTo>
                <a:lnTo>
                  <a:pt x="38150" y="252421"/>
                </a:lnTo>
                <a:lnTo>
                  <a:pt x="0" y="214296"/>
                </a:lnTo>
                <a:lnTo>
                  <a:pt x="88087" y="126221"/>
                </a:lnTo>
                <a:lnTo>
                  <a:pt x="0" y="38147"/>
                </a:lnTo>
                <a:lnTo>
                  <a:pt x="38147" y="0"/>
                </a:lnTo>
                <a:lnTo>
                  <a:pt x="38154" y="0"/>
                </a:lnTo>
                <a:lnTo>
                  <a:pt x="126238" y="88070"/>
                </a:lnTo>
                <a:lnTo>
                  <a:pt x="214308" y="0"/>
                </a:lnTo>
                <a:lnTo>
                  <a:pt x="214316" y="0"/>
                </a:lnTo>
                <a:lnTo>
                  <a:pt x="252461" y="38145"/>
                </a:lnTo>
                <a:lnTo>
                  <a:pt x="252461" y="38148"/>
                </a:lnTo>
                <a:lnTo>
                  <a:pt x="164376" y="126221"/>
                </a:lnTo>
                <a:lnTo>
                  <a:pt x="252461" y="214294"/>
                </a:lnTo>
                <a:lnTo>
                  <a:pt x="252461" y="214297"/>
                </a:lnTo>
                <a:close/>
              </a:path>
            </a:pathLst>
          </a:custGeom>
          <a:solidFill>
            <a:srgbClr val="231F20">
              <a:alpha val="60000"/>
            </a:srgbClr>
          </a:solidFill>
        </p:spPr>
      </p:sp>
      <p:sp>
        <p:nvSpPr>
          <p:cNvPr id="245" name="shape 245"/>
          <p:cNvSpPr/>
          <p:nvPr/>
        </p:nvSpPr>
        <p:spPr>
          <a:xfrm>
            <a:off x="2491352" y="1733285"/>
            <a:ext cx="252463" cy="252422"/>
          </a:xfrm>
          <a:custGeom>
            <a:pathLst>
              <a:path w="252462" h="252421">
                <a:moveTo>
                  <a:pt x="214311" y="252421"/>
                </a:moveTo>
                <a:lnTo>
                  <a:pt x="126236" y="164346"/>
                </a:lnTo>
                <a:lnTo>
                  <a:pt x="38149" y="252421"/>
                </a:lnTo>
                <a:lnTo>
                  <a:pt x="0" y="214297"/>
                </a:lnTo>
                <a:lnTo>
                  <a:pt x="0" y="214294"/>
                </a:lnTo>
                <a:lnTo>
                  <a:pt x="88086" y="126221"/>
                </a:lnTo>
                <a:lnTo>
                  <a:pt x="0" y="38148"/>
                </a:lnTo>
                <a:lnTo>
                  <a:pt x="0" y="38145"/>
                </a:lnTo>
                <a:lnTo>
                  <a:pt x="38145" y="0"/>
                </a:lnTo>
                <a:lnTo>
                  <a:pt x="38153" y="0"/>
                </a:lnTo>
                <a:lnTo>
                  <a:pt x="126236" y="88070"/>
                </a:lnTo>
                <a:lnTo>
                  <a:pt x="214307" y="0"/>
                </a:lnTo>
                <a:lnTo>
                  <a:pt x="214315" y="0"/>
                </a:lnTo>
                <a:lnTo>
                  <a:pt x="252462" y="38147"/>
                </a:lnTo>
                <a:lnTo>
                  <a:pt x="164374" y="126221"/>
                </a:lnTo>
                <a:lnTo>
                  <a:pt x="252462" y="214296"/>
                </a:lnTo>
                <a:close/>
              </a:path>
            </a:pathLst>
          </a:custGeom>
          <a:solidFill>
            <a:srgbClr val="231F20">
              <a:alpha val="60000"/>
            </a:srgbClr>
          </a:solidFill>
        </p:spPr>
      </p:sp>
      <p:sp>
        <p:nvSpPr>
          <p:cNvPr id="246" name="shape 246"/>
          <p:cNvSpPr/>
          <p:nvPr/>
        </p:nvSpPr>
        <p:spPr>
          <a:xfrm>
            <a:off x="2893687" y="1733285"/>
            <a:ext cx="252459" cy="252435"/>
          </a:xfrm>
          <a:custGeom>
            <a:pathLst>
              <a:path w="252458" h="252434">
                <a:moveTo>
                  <a:pt x="214307" y="252434"/>
                </a:moveTo>
                <a:lnTo>
                  <a:pt x="126232" y="164359"/>
                </a:lnTo>
                <a:lnTo>
                  <a:pt x="38145" y="252434"/>
                </a:lnTo>
                <a:lnTo>
                  <a:pt x="0" y="214313"/>
                </a:lnTo>
                <a:lnTo>
                  <a:pt x="0" y="214303"/>
                </a:lnTo>
                <a:lnTo>
                  <a:pt x="88082" y="126234"/>
                </a:lnTo>
                <a:lnTo>
                  <a:pt x="0" y="38152"/>
                </a:lnTo>
                <a:lnTo>
                  <a:pt x="0" y="38142"/>
                </a:lnTo>
                <a:lnTo>
                  <a:pt x="38142" y="0"/>
                </a:lnTo>
                <a:lnTo>
                  <a:pt x="38149" y="0"/>
                </a:lnTo>
                <a:lnTo>
                  <a:pt x="126232" y="88083"/>
                </a:lnTo>
                <a:lnTo>
                  <a:pt x="214303" y="0"/>
                </a:lnTo>
                <a:lnTo>
                  <a:pt x="214311" y="0"/>
                </a:lnTo>
                <a:lnTo>
                  <a:pt x="252458" y="38147"/>
                </a:lnTo>
                <a:lnTo>
                  <a:pt x="164370" y="126234"/>
                </a:lnTo>
                <a:lnTo>
                  <a:pt x="252458" y="214308"/>
                </a:lnTo>
                <a:close/>
              </a:path>
            </a:pathLst>
          </a:custGeom>
          <a:solidFill>
            <a:srgbClr val="231F20">
              <a:alpha val="60000"/>
            </a:srgbClr>
          </a:solidFill>
        </p:spPr>
      </p:sp>
      <p:sp>
        <p:nvSpPr>
          <p:cNvPr id="247" name="shape 247"/>
          <p:cNvSpPr/>
          <p:nvPr/>
        </p:nvSpPr>
        <p:spPr>
          <a:xfrm>
            <a:off x="3291452" y="1733285"/>
            <a:ext cx="252463" cy="252422"/>
          </a:xfrm>
          <a:custGeom>
            <a:pathLst>
              <a:path w="252462" h="252421">
                <a:moveTo>
                  <a:pt x="214311" y="252421"/>
                </a:moveTo>
                <a:lnTo>
                  <a:pt x="126236" y="164346"/>
                </a:lnTo>
                <a:lnTo>
                  <a:pt x="38149" y="252421"/>
                </a:lnTo>
                <a:lnTo>
                  <a:pt x="0" y="214297"/>
                </a:lnTo>
                <a:lnTo>
                  <a:pt x="0" y="214294"/>
                </a:lnTo>
                <a:lnTo>
                  <a:pt x="88086" y="126221"/>
                </a:lnTo>
                <a:lnTo>
                  <a:pt x="0" y="38148"/>
                </a:lnTo>
                <a:lnTo>
                  <a:pt x="0" y="38145"/>
                </a:lnTo>
                <a:lnTo>
                  <a:pt x="38146" y="0"/>
                </a:lnTo>
                <a:lnTo>
                  <a:pt x="38153" y="0"/>
                </a:lnTo>
                <a:lnTo>
                  <a:pt x="126236" y="88070"/>
                </a:lnTo>
                <a:lnTo>
                  <a:pt x="214307" y="0"/>
                </a:lnTo>
                <a:lnTo>
                  <a:pt x="214315" y="0"/>
                </a:lnTo>
                <a:lnTo>
                  <a:pt x="252462" y="38147"/>
                </a:lnTo>
                <a:lnTo>
                  <a:pt x="164374" y="126221"/>
                </a:lnTo>
                <a:lnTo>
                  <a:pt x="252462" y="214296"/>
                </a:lnTo>
                <a:close/>
              </a:path>
            </a:pathLst>
          </a:custGeom>
          <a:solidFill>
            <a:srgbClr val="231F20">
              <a:alpha val="60000"/>
            </a:srgbClr>
          </a:solidFill>
        </p:spPr>
      </p:sp>
      <p:sp>
        <p:nvSpPr>
          <p:cNvPr id="248" name="shape 248"/>
          <p:cNvSpPr/>
          <p:nvPr/>
        </p:nvSpPr>
        <p:spPr>
          <a:xfrm>
            <a:off x="487026" y="2169099"/>
            <a:ext cx="252464" cy="252413"/>
          </a:xfrm>
          <a:custGeom>
            <a:pathLst>
              <a:path w="252463" h="252412">
                <a:moveTo>
                  <a:pt x="252463" y="38150"/>
                </a:moveTo>
                <a:lnTo>
                  <a:pt x="214312" y="0"/>
                </a:lnTo>
                <a:lnTo>
                  <a:pt x="126237" y="88074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25"/>
                </a:lnTo>
                <a:lnTo>
                  <a:pt x="0" y="214299"/>
                </a:lnTo>
                <a:lnTo>
                  <a:pt x="38150" y="252412"/>
                </a:lnTo>
                <a:lnTo>
                  <a:pt x="126237" y="164337"/>
                </a:lnTo>
                <a:lnTo>
                  <a:pt x="214312" y="252412"/>
                </a:lnTo>
                <a:lnTo>
                  <a:pt x="252463" y="214299"/>
                </a:lnTo>
                <a:lnTo>
                  <a:pt x="164376" y="126225"/>
                </a:lnTo>
                <a:close/>
              </a:path>
            </a:pathLst>
          </a:custGeom>
          <a:solidFill>
            <a:srgbClr val="7BD3F7">
              <a:alpha val="60000"/>
            </a:srgbClr>
          </a:solidFill>
        </p:spPr>
      </p:sp>
      <p:sp>
        <p:nvSpPr>
          <p:cNvPr id="249" name="shape 249"/>
          <p:cNvSpPr/>
          <p:nvPr/>
        </p:nvSpPr>
        <p:spPr>
          <a:xfrm>
            <a:off x="1689390" y="2165293"/>
            <a:ext cx="252459" cy="252399"/>
          </a:xfrm>
          <a:custGeom>
            <a:pathLst>
              <a:path w="252458" h="252398">
                <a:moveTo>
                  <a:pt x="214312" y="252398"/>
                </a:moveTo>
                <a:lnTo>
                  <a:pt x="126238" y="164323"/>
                </a:lnTo>
                <a:lnTo>
                  <a:pt x="38150" y="252398"/>
                </a:lnTo>
                <a:lnTo>
                  <a:pt x="0" y="214285"/>
                </a:lnTo>
                <a:lnTo>
                  <a:pt x="88087" y="126211"/>
                </a:lnTo>
                <a:lnTo>
                  <a:pt x="0" y="38149"/>
                </a:lnTo>
                <a:lnTo>
                  <a:pt x="38149" y="0"/>
                </a:lnTo>
                <a:lnTo>
                  <a:pt x="38152" y="0"/>
                </a:lnTo>
                <a:lnTo>
                  <a:pt x="126238" y="88060"/>
                </a:lnTo>
                <a:lnTo>
                  <a:pt x="214311" y="0"/>
                </a:lnTo>
                <a:lnTo>
                  <a:pt x="214313" y="0"/>
                </a:lnTo>
                <a:lnTo>
                  <a:pt x="252458" y="38144"/>
                </a:lnTo>
                <a:lnTo>
                  <a:pt x="252458" y="38154"/>
                </a:lnTo>
                <a:lnTo>
                  <a:pt x="164376" y="126211"/>
                </a:lnTo>
                <a:lnTo>
                  <a:pt x="252458" y="214280"/>
                </a:lnTo>
                <a:lnTo>
                  <a:pt x="252458" y="214290"/>
                </a:lnTo>
                <a:close/>
              </a:path>
            </a:pathLst>
          </a:custGeom>
          <a:solidFill>
            <a:srgbClr val="BBBDC0">
              <a:alpha val="60000"/>
            </a:srgbClr>
          </a:solidFill>
        </p:spPr>
      </p:sp>
      <p:sp>
        <p:nvSpPr>
          <p:cNvPr id="250" name="shape 250"/>
          <p:cNvSpPr/>
          <p:nvPr/>
        </p:nvSpPr>
        <p:spPr>
          <a:xfrm>
            <a:off x="2486551" y="2165304"/>
            <a:ext cx="252464" cy="252413"/>
          </a:xfrm>
          <a:custGeom>
            <a:pathLst>
              <a:path w="252463" h="252412">
                <a:moveTo>
                  <a:pt x="252463" y="38150"/>
                </a:moveTo>
                <a:lnTo>
                  <a:pt x="214312" y="0"/>
                </a:lnTo>
                <a:lnTo>
                  <a:pt x="126237" y="88061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12"/>
                </a:lnTo>
                <a:lnTo>
                  <a:pt x="0" y="214299"/>
                </a:lnTo>
                <a:lnTo>
                  <a:pt x="38150" y="252412"/>
                </a:lnTo>
                <a:lnTo>
                  <a:pt x="126237" y="164337"/>
                </a:lnTo>
                <a:lnTo>
                  <a:pt x="214312" y="252412"/>
                </a:lnTo>
                <a:lnTo>
                  <a:pt x="252463" y="214299"/>
                </a:lnTo>
                <a:lnTo>
                  <a:pt x="164376" y="126212"/>
                </a:lnTo>
                <a:close/>
              </a:path>
            </a:pathLst>
          </a:custGeom>
          <a:solidFill>
            <a:srgbClr val="B2B4B6">
              <a:alpha val="60000"/>
            </a:srgbClr>
          </a:solidFill>
        </p:spPr>
      </p:sp>
      <p:sp>
        <p:nvSpPr>
          <p:cNvPr id="251" name="shape 251"/>
          <p:cNvSpPr/>
          <p:nvPr/>
        </p:nvSpPr>
        <p:spPr>
          <a:xfrm>
            <a:off x="2888861" y="2169100"/>
            <a:ext cx="252460" cy="252412"/>
          </a:xfrm>
          <a:custGeom>
            <a:pathLst>
              <a:path w="252459" h="252411">
                <a:moveTo>
                  <a:pt x="214309" y="252411"/>
                </a:moveTo>
                <a:lnTo>
                  <a:pt x="126234" y="164336"/>
                </a:lnTo>
                <a:lnTo>
                  <a:pt x="38147" y="252411"/>
                </a:lnTo>
                <a:lnTo>
                  <a:pt x="0" y="214301"/>
                </a:lnTo>
                <a:lnTo>
                  <a:pt x="0" y="214294"/>
                </a:lnTo>
                <a:lnTo>
                  <a:pt x="88083" y="126211"/>
                </a:lnTo>
                <a:lnTo>
                  <a:pt x="0" y="38152"/>
                </a:lnTo>
                <a:lnTo>
                  <a:pt x="0" y="38145"/>
                </a:lnTo>
                <a:lnTo>
                  <a:pt x="38145" y="0"/>
                </a:lnTo>
                <a:lnTo>
                  <a:pt x="38148" y="0"/>
                </a:lnTo>
                <a:lnTo>
                  <a:pt x="126234" y="88060"/>
                </a:lnTo>
                <a:lnTo>
                  <a:pt x="214307" y="0"/>
                </a:lnTo>
                <a:lnTo>
                  <a:pt x="214310" y="0"/>
                </a:lnTo>
                <a:lnTo>
                  <a:pt x="252459" y="38149"/>
                </a:lnTo>
                <a:lnTo>
                  <a:pt x="164372" y="126211"/>
                </a:lnTo>
                <a:lnTo>
                  <a:pt x="252459" y="214298"/>
                </a:lnTo>
                <a:close/>
              </a:path>
            </a:pathLst>
          </a:custGeom>
          <a:solidFill>
            <a:srgbClr val="0073BD">
              <a:alpha val="60000"/>
            </a:srgbClr>
          </a:solidFill>
        </p:spPr>
      </p:sp>
      <p:sp>
        <p:nvSpPr>
          <p:cNvPr id="252" name="shape 252"/>
          <p:cNvSpPr/>
          <p:nvPr/>
        </p:nvSpPr>
        <p:spPr>
          <a:xfrm>
            <a:off x="2084243" y="2165280"/>
            <a:ext cx="252461" cy="252437"/>
          </a:xfrm>
          <a:custGeom>
            <a:pathLst>
              <a:path w="252460" h="252436">
                <a:moveTo>
                  <a:pt x="214312" y="252436"/>
                </a:moveTo>
                <a:lnTo>
                  <a:pt x="126238" y="164362"/>
                </a:lnTo>
                <a:lnTo>
                  <a:pt x="38150" y="252436"/>
                </a:lnTo>
                <a:lnTo>
                  <a:pt x="0" y="214323"/>
                </a:lnTo>
                <a:lnTo>
                  <a:pt x="88087" y="126236"/>
                </a:lnTo>
                <a:lnTo>
                  <a:pt x="0" y="38149"/>
                </a:lnTo>
                <a:lnTo>
                  <a:pt x="38149" y="0"/>
                </a:lnTo>
                <a:lnTo>
                  <a:pt x="38152" y="0"/>
                </a:lnTo>
                <a:lnTo>
                  <a:pt x="126238" y="88085"/>
                </a:lnTo>
                <a:lnTo>
                  <a:pt x="214311" y="0"/>
                </a:lnTo>
                <a:lnTo>
                  <a:pt x="214313" y="0"/>
                </a:lnTo>
                <a:lnTo>
                  <a:pt x="252460" y="38146"/>
                </a:lnTo>
                <a:lnTo>
                  <a:pt x="252460" y="38152"/>
                </a:lnTo>
                <a:lnTo>
                  <a:pt x="164376" y="126236"/>
                </a:lnTo>
                <a:lnTo>
                  <a:pt x="252460" y="214321"/>
                </a:lnTo>
                <a:lnTo>
                  <a:pt x="252460" y="214326"/>
                </a:lnTo>
                <a:close/>
              </a:path>
            </a:pathLst>
          </a:custGeom>
          <a:solidFill>
            <a:srgbClr val="B2B4B6">
              <a:alpha val="60000"/>
            </a:srgbClr>
          </a:solidFill>
        </p:spPr>
      </p:sp>
      <p:sp>
        <p:nvSpPr>
          <p:cNvPr id="253" name="shape 253"/>
          <p:cNvSpPr/>
          <p:nvPr/>
        </p:nvSpPr>
        <p:spPr>
          <a:xfrm>
            <a:off x="886370" y="2169100"/>
            <a:ext cx="252462" cy="252437"/>
          </a:xfrm>
          <a:custGeom>
            <a:pathLst>
              <a:path w="252461" h="252436">
                <a:moveTo>
                  <a:pt x="214311" y="252436"/>
                </a:moveTo>
                <a:lnTo>
                  <a:pt x="126236" y="164362"/>
                </a:lnTo>
                <a:lnTo>
                  <a:pt x="38149" y="252436"/>
                </a:lnTo>
                <a:lnTo>
                  <a:pt x="0" y="214325"/>
                </a:lnTo>
                <a:lnTo>
                  <a:pt x="0" y="214322"/>
                </a:lnTo>
                <a:lnTo>
                  <a:pt x="88085" y="126236"/>
                </a:lnTo>
                <a:lnTo>
                  <a:pt x="0" y="38150"/>
                </a:lnTo>
                <a:lnTo>
                  <a:pt x="0" y="38148"/>
                </a:lnTo>
                <a:lnTo>
                  <a:pt x="38148" y="0"/>
                </a:lnTo>
                <a:lnTo>
                  <a:pt x="38150" y="0"/>
                </a:lnTo>
                <a:lnTo>
                  <a:pt x="126236" y="88085"/>
                </a:lnTo>
                <a:lnTo>
                  <a:pt x="214309" y="0"/>
                </a:lnTo>
                <a:lnTo>
                  <a:pt x="214312" y="0"/>
                </a:lnTo>
                <a:lnTo>
                  <a:pt x="252461" y="38149"/>
                </a:lnTo>
                <a:lnTo>
                  <a:pt x="164374" y="126236"/>
                </a:lnTo>
                <a:lnTo>
                  <a:pt x="252461" y="214323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</p:spPr>
      </p:sp>
      <p:sp>
        <p:nvSpPr>
          <p:cNvPr id="254" name="shape 254"/>
          <p:cNvSpPr/>
          <p:nvPr/>
        </p:nvSpPr>
        <p:spPr>
          <a:xfrm>
            <a:off x="1288658" y="2169099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25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25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</p:spPr>
      </p:sp>
      <p:graphicFrame>
        <p:nvGraphicFramePr>
          <p:cNvPr id="255" name="shape 255"/>
          <p:cNvGraphicFramePr>
            <a:graphicFrameLocks noGrp="1"/>
          </p:cNvGraphicFramePr>
          <p:nvPr/>
        </p:nvGraphicFramePr>
        <p:xfrm>
          <a:off x="783957" y="2687493"/>
          <a:ext cx="2478509" cy="35400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2305"/>
                <a:gridCol w="1816100"/>
              </a:tblGrid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12700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12700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12700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12700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56" name="shape 256"/>
          <p:cNvGraphicFramePr>
            <a:graphicFrameLocks noGrp="1"/>
          </p:cNvGraphicFramePr>
          <p:nvPr/>
        </p:nvGraphicFramePr>
        <p:xfrm>
          <a:off x="3946596" y="1517524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1180"/>
                <a:gridCol w="358775"/>
                <a:gridCol w="2294255"/>
              </a:tblGrid>
              <a:tr h="1642110">
                <a:tc gridSpan="3">
                  <a:txBody>
                    <a:bodyPr/>
                    <a:p>
                      <a:pPr marL="77470" marR="229870"/>
                      <a:r>
                        <a:rPr sz="900" spc="-45">
                          <a:latin typeface="Arial"/>
                          <a:cs typeface="Arial"/>
                        </a:rPr>
                        <a:t>GWG 16.1 - Transparency Basic Blend Modes </a:t>
                      </a:r>
                      <a:r>
                        <a:rPr sz="600" spc="-45">
                          <a:latin typeface="Arial"/>
                          <a:cs typeface="Arial"/>
                        </a:rPr>
                        <a:t>(DeviceCMYK, Knockout)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25730" marR="100330">
                        <a:spcBef>
                          <a:spcPts val="400"/>
                        </a:spcBef>
                        <a:tabLst>
                          <a:tab pos="513080" algn="l"/>
                          <a:tab pos="890270" algn="l"/>
                          <a:tab pos="1319530" algn="l"/>
                          <a:tab pos="1726565" algn="l"/>
                          <a:tab pos="2068830" algn="l"/>
                          <a:tab pos="2522220" algn="l"/>
                          <a:tab pos="2898140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Darken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Multiply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 Burn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Lighten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Screen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 dodge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Overlay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10">
                          <a:latin typeface="Arial"/>
                          <a:cs typeface="Arial"/>
                        </a:rPr>
                        <a:t>Soft Light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8265" marR="69850">
                        <a:spcBef>
                          <a:spcPts val="500"/>
                        </a:spcBef>
                        <a:tabLst>
                          <a:tab pos="488315" algn="l"/>
                          <a:tab pos="900430" algn="l"/>
                          <a:tab pos="1354455" algn="l"/>
                          <a:tab pos="1685290" algn="l"/>
                          <a:tab pos="2141220" algn="l"/>
                          <a:tab pos="2482215" algn="l"/>
                          <a:tab pos="2863850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Hard Light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Difference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Exclusion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Hue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Saturation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Luminosity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20">
                          <a:latin typeface="Arial"/>
                          <a:cs typeface="Arial"/>
                        </a:rPr>
                        <a:t>Opacity (0%)</a:t>
                      </a:r>
                      <a:endParaRPr/>
                    </a:p>
                    <a:p>
                      <a:pPr marL="464820" marR="551180">
                        <a:spcBef>
                          <a:spcPts val="400"/>
                        </a:spcBef>
                      </a:pPr>
                      <a:r>
                        <a:rPr sz="400" spc="-30">
                          <a:latin typeface="Arial"/>
                          <a:cs typeface="Arial"/>
                        </a:rPr>
                        <a:t>If an 'X' appears, rendering of Knockout Transparency Groups (a transparency effect) is not performed correctly.</a:t>
                      </a:r>
                      <a:endParaRPr/>
                    </a:p>
                    <a:p>
                      <a:pPr marL="385445" marR="1617980">
                        <a:spcBef>
                          <a:spcPts val="400"/>
                        </a:spcBef>
                        <a:tabLst>
                          <a:tab pos="1054100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PDF/X Output Intent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30">
                          <a:latin typeface="Arial"/>
                          <a:cs typeface="Arial"/>
                        </a:rPr>
                        <a:t>ISO Coated v2 300% (ECI)</a:t>
                      </a:r>
                      <a:endParaRPr/>
                    </a:p>
                    <a:p>
                      <a:pPr marL="385445" marR="1035050" algn="just">
                        <a:lnSpc>
                          <a:spcPct val="145166"/>
                        </a:lnSpc>
                        <a:spcBef>
                          <a:spcPts val="200"/>
                        </a:spcBef>
                        <a:tabLst>
                          <a:tab pos="1054100" algn="l"/>
                        </a:tabLst>
                      </a:pPr>
                      <a:r>
                        <a:rPr sz="400" spc="-10">
                          <a:latin typeface="Arial"/>
                          <a:cs typeface="Arial"/>
                        </a:rPr>
                        <a:t>Transparency Group</a:t>
                      </a:r>
                      <a:r>
                        <a:rPr sz="400" spc="-1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25">
                          <a:latin typeface="Arial"/>
                          <a:cs typeface="Arial"/>
                        </a:rPr>
                        <a:t>Knockout (Blend Mode Normal), TBCS*: DeviceCMYK </a:t>
                      </a:r>
                      <a:r>
                        <a:rPr sz="400">
                          <a:latin typeface="Arial"/>
                          <a:cs typeface="Arial"/>
                        </a:rPr>
                        <a:t>Source object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DeviceCMYK, using defined Blend Mode</a:t>
                      </a:r>
                      <a:endParaRPr/>
                    </a:p>
                    <a:p>
                      <a:pPr marL="385445" marR="1880870" algn="just">
                        <a:tabLst>
                          <a:tab pos="1054100" algn="l"/>
                        </a:tabLst>
                      </a:pPr>
                      <a:r>
                        <a:rPr sz="400" spc="-5">
                          <a:latin typeface="Arial"/>
                          <a:cs typeface="Arial"/>
                        </a:rPr>
                        <a:t>Backdrop</a:t>
                      </a:r>
                      <a:r>
                        <a:rPr sz="400" spc="-5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30">
                          <a:latin typeface="Arial"/>
                          <a:cs typeface="Arial"/>
                        </a:rPr>
                        <a:t>DeviceCMYK</a:t>
                      </a:r>
                      <a:endParaRPr/>
                    </a:p>
                    <a:p>
                      <a:pPr marL="1022985" marR="1249045">
                        <a:spcBef>
                          <a:spcPts val="300"/>
                        </a:spcBef>
                      </a:pPr>
                      <a:r>
                        <a:rPr sz="400" spc="-25">
                          <a:latin typeface="Arial"/>
                          <a:cs typeface="Arial"/>
                        </a:rPr>
                        <a:t>* TBCS = Transparency Blending Color Space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2554">
                <a:tc>
                  <a:txBody>
                    <a:bodyPr/>
                    <a:p>
                      <a:pPr marL="36195" marR="140335"/>
                      <a:r>
                        <a:rPr sz="600" spc="-40">
                          <a:latin typeface="Arial"/>
                          <a:cs typeface="Arial"/>
                        </a:rPr>
                        <a:t>04 Jan 2013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6035" marR="34925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49860" marR="40005" algn="r">
                        <a:tabLst>
                          <a:tab pos="212026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16.1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257" name="shape 257"/>
          <p:cNvGrpSpPr/>
          <p:nvPr/>
        </p:nvGrpSpPr>
        <p:grpSpPr>
          <a:xfrm>
            <a:off x="6814983" y="1728865"/>
            <a:ext cx="261440" cy="261405"/>
            <a:chOff x="0" y="0"/>
            <a:chExt cx="261440" cy="261404"/>
          </a:xfrm>
        </p:grpSpPr>
        <p:sp>
          <p:nvSpPr>
            <p:cNvPr id="258" name="shape 258"/>
            <p:cNvSpPr/>
            <p:nvPr/>
          </p:nvSpPr>
          <p:spPr>
            <a:xfrm>
              <a:off x="4490" y="4489"/>
              <a:ext cx="252464" cy="252426"/>
            </a:xfrm>
            <a:custGeom>
              <a:pathLst>
                <a:path w="252463" h="252425">
                  <a:moveTo>
                    <a:pt x="252463" y="38150"/>
                  </a:moveTo>
                  <a:lnTo>
                    <a:pt x="214312" y="0"/>
                  </a:lnTo>
                  <a:lnTo>
                    <a:pt x="126238" y="88074"/>
                  </a:lnTo>
                  <a:lnTo>
                    <a:pt x="38151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74"/>
                  </a:lnTo>
                  <a:lnTo>
                    <a:pt x="38151" y="252425"/>
                  </a:lnTo>
                  <a:lnTo>
                    <a:pt x="126238" y="164325"/>
                  </a:lnTo>
                  <a:lnTo>
                    <a:pt x="214312" y="252425"/>
                  </a:lnTo>
                  <a:lnTo>
                    <a:pt x="252463" y="214274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  <p:sp>
          <p:nvSpPr>
            <p:cNvPr id="259" name="shape 259"/>
            <p:cNvSpPr/>
            <p:nvPr/>
          </p:nvSpPr>
          <p:spPr>
            <a:xfrm>
              <a:off x="0" y="0"/>
              <a:ext cx="261440" cy="261405"/>
            </a:xfrm>
            <a:custGeom>
              <a:pathLst>
                <a:path w="261439" h="261404">
                  <a:moveTo>
                    <a:pt x="218803" y="0"/>
                  </a:moveTo>
                  <a:lnTo>
                    <a:pt x="218802" y="0"/>
                  </a:lnTo>
                  <a:lnTo>
                    <a:pt x="216558" y="2244"/>
                  </a:lnTo>
                  <a:lnTo>
                    <a:pt x="130728" y="88073"/>
                  </a:lnTo>
                  <a:lnTo>
                    <a:pt x="51622" y="8979"/>
                  </a:lnTo>
                  <a:lnTo>
                    <a:pt x="42641" y="8979"/>
                  </a:lnTo>
                  <a:lnTo>
                    <a:pt x="128483" y="94809"/>
                  </a:lnTo>
                  <a:lnTo>
                    <a:pt x="130729" y="97053"/>
                  </a:lnTo>
                  <a:lnTo>
                    <a:pt x="132974" y="94808"/>
                  </a:lnTo>
                  <a:lnTo>
                    <a:pt x="218802" y="8979"/>
                  </a:lnTo>
                  <a:lnTo>
                    <a:pt x="252463" y="42640"/>
                  </a:lnTo>
                  <a:lnTo>
                    <a:pt x="166621" y="128482"/>
                  </a:lnTo>
                  <a:lnTo>
                    <a:pt x="164376" y="130728"/>
                  </a:lnTo>
                  <a:lnTo>
                    <a:pt x="166622" y="132973"/>
                  </a:lnTo>
                  <a:lnTo>
                    <a:pt x="252463" y="218764"/>
                  </a:lnTo>
                  <a:lnTo>
                    <a:pt x="218803" y="252424"/>
                  </a:lnTo>
                  <a:lnTo>
                    <a:pt x="132974" y="166570"/>
                  </a:lnTo>
                  <a:lnTo>
                    <a:pt x="130729" y="164324"/>
                  </a:lnTo>
                  <a:lnTo>
                    <a:pt x="128483" y="166569"/>
                  </a:lnTo>
                  <a:lnTo>
                    <a:pt x="42641" y="252424"/>
                  </a:lnTo>
                  <a:lnTo>
                    <a:pt x="8981" y="218764"/>
                  </a:lnTo>
                  <a:lnTo>
                    <a:pt x="94822" y="132973"/>
                  </a:lnTo>
                  <a:lnTo>
                    <a:pt x="97068" y="130728"/>
                  </a:lnTo>
                  <a:lnTo>
                    <a:pt x="94822" y="128482"/>
                  </a:lnTo>
                  <a:lnTo>
                    <a:pt x="8980" y="42640"/>
                  </a:lnTo>
                  <a:lnTo>
                    <a:pt x="42641" y="8979"/>
                  </a:lnTo>
                  <a:lnTo>
                    <a:pt x="51622" y="8979"/>
                  </a:lnTo>
                  <a:lnTo>
                    <a:pt x="51622" y="8979"/>
                  </a:lnTo>
                  <a:lnTo>
                    <a:pt x="44886" y="2244"/>
                  </a:lnTo>
                  <a:lnTo>
                    <a:pt x="42642" y="0"/>
                  </a:lnTo>
                  <a:lnTo>
                    <a:pt x="42640" y="0"/>
                  </a:lnTo>
                  <a:lnTo>
                    <a:pt x="40396" y="2244"/>
                  </a:lnTo>
                  <a:lnTo>
                    <a:pt x="2245" y="40395"/>
                  </a:lnTo>
                  <a:lnTo>
                    <a:pt x="0" y="42640"/>
                  </a:lnTo>
                  <a:lnTo>
                    <a:pt x="2245" y="44885"/>
                  </a:lnTo>
                  <a:lnTo>
                    <a:pt x="88086" y="130726"/>
                  </a:lnTo>
                  <a:lnTo>
                    <a:pt x="2246" y="216518"/>
                  </a:lnTo>
                  <a:lnTo>
                    <a:pt x="0" y="218763"/>
                  </a:lnTo>
                  <a:lnTo>
                    <a:pt x="2245" y="221008"/>
                  </a:lnTo>
                  <a:lnTo>
                    <a:pt x="40396" y="259159"/>
                  </a:lnTo>
                  <a:lnTo>
                    <a:pt x="42640" y="261404"/>
                  </a:lnTo>
                  <a:lnTo>
                    <a:pt x="42642" y="261404"/>
                  </a:lnTo>
                  <a:lnTo>
                    <a:pt x="44887" y="259159"/>
                  </a:lnTo>
                  <a:lnTo>
                    <a:pt x="130728" y="173305"/>
                  </a:lnTo>
                  <a:lnTo>
                    <a:pt x="216558" y="259159"/>
                  </a:lnTo>
                  <a:lnTo>
                    <a:pt x="218802" y="261404"/>
                  </a:lnTo>
                  <a:lnTo>
                    <a:pt x="218803" y="261404"/>
                  </a:lnTo>
                  <a:lnTo>
                    <a:pt x="221048" y="259159"/>
                  </a:lnTo>
                  <a:lnTo>
                    <a:pt x="259198" y="221008"/>
                  </a:lnTo>
                  <a:lnTo>
                    <a:pt x="261439" y="218767"/>
                  </a:lnTo>
                  <a:lnTo>
                    <a:pt x="261439" y="218758"/>
                  </a:lnTo>
                  <a:lnTo>
                    <a:pt x="259198" y="216518"/>
                  </a:lnTo>
                  <a:lnTo>
                    <a:pt x="173357" y="130726"/>
                  </a:lnTo>
                  <a:lnTo>
                    <a:pt x="259198" y="44885"/>
                  </a:lnTo>
                  <a:lnTo>
                    <a:pt x="261439" y="42644"/>
                  </a:lnTo>
                  <a:lnTo>
                    <a:pt x="261439" y="42635"/>
                  </a:lnTo>
                  <a:lnTo>
                    <a:pt x="259198" y="40395"/>
                  </a:lnTo>
                  <a:lnTo>
                    <a:pt x="221048" y="2244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</p:grpSp>
      <p:grpSp>
        <p:nvGrpSpPr>
          <p:cNvPr id="260" name="shape 260"/>
          <p:cNvGrpSpPr/>
          <p:nvPr/>
        </p:nvGrpSpPr>
        <p:grpSpPr>
          <a:xfrm>
            <a:off x="4016885" y="1728803"/>
            <a:ext cx="261430" cy="261416"/>
            <a:chOff x="0" y="0"/>
            <a:chExt cx="261430" cy="261415"/>
          </a:xfrm>
        </p:grpSpPr>
        <p:sp>
          <p:nvSpPr>
            <p:cNvPr id="261" name="shape 261"/>
            <p:cNvSpPr/>
            <p:nvPr/>
          </p:nvSpPr>
          <p:spPr>
            <a:xfrm>
              <a:off x="4490" y="4490"/>
              <a:ext cx="252451" cy="252438"/>
            </a:xfrm>
            <a:custGeom>
              <a:pathLst>
                <a:path w="252450" h="252437">
                  <a:moveTo>
                    <a:pt x="252450" y="38150"/>
                  </a:moveTo>
                  <a:lnTo>
                    <a:pt x="214299" y="0"/>
                  </a:lnTo>
                  <a:lnTo>
                    <a:pt x="126225" y="88074"/>
                  </a:lnTo>
                  <a:lnTo>
                    <a:pt x="38137" y="0"/>
                  </a:lnTo>
                  <a:lnTo>
                    <a:pt x="0" y="38150"/>
                  </a:lnTo>
                  <a:lnTo>
                    <a:pt x="88074" y="126225"/>
                  </a:lnTo>
                  <a:lnTo>
                    <a:pt x="0" y="214287"/>
                  </a:lnTo>
                  <a:lnTo>
                    <a:pt x="38137" y="252437"/>
                  </a:lnTo>
                  <a:lnTo>
                    <a:pt x="126225" y="164337"/>
                  </a:lnTo>
                  <a:lnTo>
                    <a:pt x="214299" y="252437"/>
                  </a:lnTo>
                  <a:lnTo>
                    <a:pt x="252450" y="214287"/>
                  </a:lnTo>
                  <a:lnTo>
                    <a:pt x="164363" y="126225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262" name="shape 262"/>
            <p:cNvSpPr/>
            <p:nvPr/>
          </p:nvSpPr>
          <p:spPr>
            <a:xfrm>
              <a:off x="0" y="0"/>
              <a:ext cx="261430" cy="261416"/>
            </a:xfrm>
            <a:custGeom>
              <a:pathLst>
                <a:path w="261429" h="261415">
                  <a:moveTo>
                    <a:pt x="42627" y="0"/>
                  </a:moveTo>
                  <a:lnTo>
                    <a:pt x="40382" y="2245"/>
                  </a:lnTo>
                  <a:lnTo>
                    <a:pt x="2244" y="40396"/>
                  </a:lnTo>
                  <a:lnTo>
                    <a:pt x="0" y="42641"/>
                  </a:lnTo>
                  <a:lnTo>
                    <a:pt x="2244" y="44886"/>
                  </a:lnTo>
                  <a:lnTo>
                    <a:pt x="88074" y="130715"/>
                  </a:lnTo>
                  <a:lnTo>
                    <a:pt x="2244" y="216532"/>
                  </a:lnTo>
                  <a:lnTo>
                    <a:pt x="0" y="218776"/>
                  </a:lnTo>
                  <a:lnTo>
                    <a:pt x="2244" y="221022"/>
                  </a:lnTo>
                  <a:lnTo>
                    <a:pt x="40382" y="259172"/>
                  </a:lnTo>
                  <a:lnTo>
                    <a:pt x="42624" y="261415"/>
                  </a:lnTo>
                  <a:lnTo>
                    <a:pt x="42631" y="261415"/>
                  </a:lnTo>
                  <a:lnTo>
                    <a:pt x="44873" y="259173"/>
                  </a:lnTo>
                  <a:lnTo>
                    <a:pt x="130714" y="173319"/>
                  </a:lnTo>
                  <a:lnTo>
                    <a:pt x="216544" y="259172"/>
                  </a:lnTo>
                  <a:lnTo>
                    <a:pt x="218785" y="261415"/>
                  </a:lnTo>
                  <a:lnTo>
                    <a:pt x="218792" y="261415"/>
                  </a:lnTo>
                  <a:lnTo>
                    <a:pt x="221034" y="259173"/>
                  </a:lnTo>
                  <a:lnTo>
                    <a:pt x="227770" y="252437"/>
                  </a:lnTo>
                  <a:lnTo>
                    <a:pt x="218790" y="252437"/>
                  </a:lnTo>
                  <a:lnTo>
                    <a:pt x="132960" y="166583"/>
                  </a:lnTo>
                  <a:lnTo>
                    <a:pt x="130715" y="164337"/>
                  </a:lnTo>
                  <a:lnTo>
                    <a:pt x="128470" y="166583"/>
                  </a:lnTo>
                  <a:lnTo>
                    <a:pt x="42628" y="252437"/>
                  </a:lnTo>
                  <a:lnTo>
                    <a:pt x="8979" y="218778"/>
                  </a:lnTo>
                  <a:lnTo>
                    <a:pt x="94809" y="132960"/>
                  </a:lnTo>
                  <a:lnTo>
                    <a:pt x="97054" y="130715"/>
                  </a:lnTo>
                  <a:lnTo>
                    <a:pt x="94809" y="128470"/>
                  </a:lnTo>
                  <a:lnTo>
                    <a:pt x="8979" y="42640"/>
                  </a:lnTo>
                  <a:lnTo>
                    <a:pt x="42628" y="8980"/>
                  </a:lnTo>
                  <a:lnTo>
                    <a:pt x="128470" y="94810"/>
                  </a:lnTo>
                  <a:lnTo>
                    <a:pt x="130715" y="97054"/>
                  </a:lnTo>
                  <a:lnTo>
                    <a:pt x="132960" y="94809"/>
                  </a:lnTo>
                  <a:lnTo>
                    <a:pt x="218789" y="8980"/>
                  </a:lnTo>
                  <a:lnTo>
                    <a:pt x="252450" y="42641"/>
                  </a:lnTo>
                  <a:lnTo>
                    <a:pt x="166608" y="128470"/>
                  </a:lnTo>
                  <a:lnTo>
                    <a:pt x="164362" y="130715"/>
                  </a:lnTo>
                  <a:lnTo>
                    <a:pt x="166608" y="132961"/>
                  </a:lnTo>
                  <a:lnTo>
                    <a:pt x="252450" y="218777"/>
                  </a:lnTo>
                  <a:lnTo>
                    <a:pt x="218790" y="252437"/>
                  </a:lnTo>
                  <a:lnTo>
                    <a:pt x="227770" y="252437"/>
                  </a:lnTo>
                  <a:lnTo>
                    <a:pt x="259185" y="221022"/>
                  </a:lnTo>
                  <a:lnTo>
                    <a:pt x="261429" y="218778"/>
                  </a:lnTo>
                  <a:lnTo>
                    <a:pt x="261429" y="218775"/>
                  </a:lnTo>
                  <a:lnTo>
                    <a:pt x="259185" y="216532"/>
                  </a:lnTo>
                  <a:lnTo>
                    <a:pt x="173344" y="130715"/>
                  </a:lnTo>
                  <a:lnTo>
                    <a:pt x="259185" y="44886"/>
                  </a:lnTo>
                  <a:lnTo>
                    <a:pt x="261429" y="42642"/>
                  </a:lnTo>
                  <a:lnTo>
                    <a:pt x="261429" y="42640"/>
                  </a:lnTo>
                  <a:lnTo>
                    <a:pt x="259185" y="40396"/>
                  </a:lnTo>
                  <a:lnTo>
                    <a:pt x="227769" y="8980"/>
                  </a:lnTo>
                  <a:lnTo>
                    <a:pt x="221034" y="2245"/>
                  </a:lnTo>
                  <a:lnTo>
                    <a:pt x="218789" y="0"/>
                  </a:lnTo>
                  <a:lnTo>
                    <a:pt x="216544" y="2245"/>
                  </a:lnTo>
                  <a:lnTo>
                    <a:pt x="130714" y="88074"/>
                  </a:lnTo>
                  <a:lnTo>
                    <a:pt x="44872" y="2245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id="263" name="shape 263"/>
          <p:cNvGrpSpPr/>
          <p:nvPr/>
        </p:nvGrpSpPr>
        <p:grpSpPr>
          <a:xfrm>
            <a:off x="4416223" y="1728803"/>
            <a:ext cx="261442" cy="261416"/>
            <a:chOff x="0" y="0"/>
            <a:chExt cx="261441" cy="261415"/>
          </a:xfrm>
        </p:grpSpPr>
        <p:sp>
          <p:nvSpPr>
            <p:cNvPr id="264" name="shape 264"/>
            <p:cNvSpPr/>
            <p:nvPr/>
          </p:nvSpPr>
          <p:spPr>
            <a:xfrm>
              <a:off x="4488" y="4490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74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25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37" y="164337"/>
                  </a:lnTo>
                  <a:lnTo>
                    <a:pt x="214312" y="252437"/>
                  </a:lnTo>
                  <a:lnTo>
                    <a:pt x="252463" y="214287"/>
                  </a:lnTo>
                  <a:lnTo>
                    <a:pt x="164376" y="126225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265" name="shape 265"/>
            <p:cNvSpPr/>
            <p:nvPr/>
          </p:nvSpPr>
          <p:spPr>
            <a:xfrm>
              <a:off x="0" y="0"/>
              <a:ext cx="261442" cy="261416"/>
            </a:xfrm>
            <a:custGeom>
              <a:pathLst>
                <a:path w="261441" h="261415">
                  <a:moveTo>
                    <a:pt x="218800" y="0"/>
                  </a:moveTo>
                  <a:lnTo>
                    <a:pt x="216555" y="2245"/>
                  </a:lnTo>
                  <a:lnTo>
                    <a:pt x="130725" y="88074"/>
                  </a:lnTo>
                  <a:lnTo>
                    <a:pt x="51620" y="8980"/>
                  </a:lnTo>
                  <a:lnTo>
                    <a:pt x="44883" y="2245"/>
                  </a:lnTo>
                  <a:lnTo>
                    <a:pt x="42638" y="0"/>
                  </a:lnTo>
                  <a:lnTo>
                    <a:pt x="40393" y="2245"/>
                  </a:lnTo>
                  <a:lnTo>
                    <a:pt x="2242" y="40395"/>
                  </a:lnTo>
                  <a:lnTo>
                    <a:pt x="0" y="42638"/>
                  </a:lnTo>
                  <a:lnTo>
                    <a:pt x="0" y="42643"/>
                  </a:lnTo>
                  <a:lnTo>
                    <a:pt x="2243" y="44886"/>
                  </a:lnTo>
                  <a:lnTo>
                    <a:pt x="88084" y="130715"/>
                  </a:lnTo>
                  <a:lnTo>
                    <a:pt x="2243" y="216531"/>
                  </a:lnTo>
                  <a:lnTo>
                    <a:pt x="0" y="218774"/>
                  </a:lnTo>
                  <a:lnTo>
                    <a:pt x="0" y="218779"/>
                  </a:lnTo>
                  <a:lnTo>
                    <a:pt x="2242" y="221022"/>
                  </a:lnTo>
                  <a:lnTo>
                    <a:pt x="40393" y="259173"/>
                  </a:lnTo>
                  <a:lnTo>
                    <a:pt x="42635" y="261415"/>
                  </a:lnTo>
                  <a:lnTo>
                    <a:pt x="42641" y="261415"/>
                  </a:lnTo>
                  <a:lnTo>
                    <a:pt x="44884" y="259172"/>
                  </a:lnTo>
                  <a:lnTo>
                    <a:pt x="130725" y="173318"/>
                  </a:lnTo>
                  <a:lnTo>
                    <a:pt x="216555" y="259172"/>
                  </a:lnTo>
                  <a:lnTo>
                    <a:pt x="218796" y="261415"/>
                  </a:lnTo>
                  <a:lnTo>
                    <a:pt x="218803" y="261415"/>
                  </a:lnTo>
                  <a:lnTo>
                    <a:pt x="221045" y="259173"/>
                  </a:lnTo>
                  <a:lnTo>
                    <a:pt x="259196" y="221022"/>
                  </a:lnTo>
                  <a:lnTo>
                    <a:pt x="261441" y="218777"/>
                  </a:lnTo>
                  <a:lnTo>
                    <a:pt x="261441" y="218776"/>
                  </a:lnTo>
                  <a:lnTo>
                    <a:pt x="259196" y="216531"/>
                  </a:lnTo>
                  <a:lnTo>
                    <a:pt x="173354" y="130715"/>
                  </a:lnTo>
                  <a:lnTo>
                    <a:pt x="259196" y="44886"/>
                  </a:lnTo>
                  <a:lnTo>
                    <a:pt x="261441" y="42641"/>
                  </a:lnTo>
                  <a:lnTo>
                    <a:pt x="261441" y="42640"/>
                  </a:lnTo>
                  <a:lnTo>
                    <a:pt x="259196" y="40395"/>
                  </a:lnTo>
                  <a:lnTo>
                    <a:pt x="227780" y="8980"/>
                  </a:lnTo>
                  <a:lnTo>
                    <a:pt x="218800" y="8980"/>
                  </a:lnTo>
                  <a:lnTo>
                    <a:pt x="252460" y="42640"/>
                  </a:lnTo>
                  <a:lnTo>
                    <a:pt x="166619" y="128470"/>
                  </a:lnTo>
                  <a:lnTo>
                    <a:pt x="164373" y="130715"/>
                  </a:lnTo>
                  <a:lnTo>
                    <a:pt x="166619" y="132960"/>
                  </a:lnTo>
                  <a:lnTo>
                    <a:pt x="252460" y="218777"/>
                  </a:lnTo>
                  <a:lnTo>
                    <a:pt x="218800" y="252437"/>
                  </a:lnTo>
                  <a:lnTo>
                    <a:pt x="132971" y="166583"/>
                  </a:lnTo>
                  <a:lnTo>
                    <a:pt x="130726" y="164337"/>
                  </a:lnTo>
                  <a:lnTo>
                    <a:pt x="128480" y="166583"/>
                  </a:lnTo>
                  <a:lnTo>
                    <a:pt x="42638" y="252437"/>
                  </a:lnTo>
                  <a:lnTo>
                    <a:pt x="8978" y="218777"/>
                  </a:lnTo>
                  <a:lnTo>
                    <a:pt x="94820" y="132960"/>
                  </a:lnTo>
                  <a:lnTo>
                    <a:pt x="97065" y="130715"/>
                  </a:lnTo>
                  <a:lnTo>
                    <a:pt x="94820" y="128470"/>
                  </a:lnTo>
                  <a:lnTo>
                    <a:pt x="8978" y="42640"/>
                  </a:lnTo>
                  <a:lnTo>
                    <a:pt x="42638" y="8980"/>
                  </a:lnTo>
                  <a:lnTo>
                    <a:pt x="128481" y="94809"/>
                  </a:lnTo>
                  <a:lnTo>
                    <a:pt x="130726" y="97054"/>
                  </a:lnTo>
                  <a:lnTo>
                    <a:pt x="132970" y="94809"/>
                  </a:lnTo>
                  <a:lnTo>
                    <a:pt x="218800" y="8980"/>
                  </a:lnTo>
                  <a:lnTo>
                    <a:pt x="227780" y="8980"/>
                  </a:lnTo>
                  <a:lnTo>
                    <a:pt x="221045" y="2245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id="266" name="shape 266"/>
          <p:cNvGrpSpPr/>
          <p:nvPr/>
        </p:nvGrpSpPr>
        <p:grpSpPr>
          <a:xfrm>
            <a:off x="4816974" y="1728815"/>
            <a:ext cx="261441" cy="261417"/>
            <a:chOff x="0" y="0"/>
            <a:chExt cx="261441" cy="261416"/>
          </a:xfrm>
        </p:grpSpPr>
        <p:sp>
          <p:nvSpPr>
            <p:cNvPr id="267" name="shape 267"/>
            <p:cNvSpPr/>
            <p:nvPr/>
          </p:nvSpPr>
          <p:spPr>
            <a:xfrm>
              <a:off x="4488" y="4490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74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25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37" y="164337"/>
                  </a:lnTo>
                  <a:lnTo>
                    <a:pt x="214312" y="252437"/>
                  </a:lnTo>
                  <a:lnTo>
                    <a:pt x="252463" y="214287"/>
                  </a:lnTo>
                  <a:lnTo>
                    <a:pt x="164376" y="126225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268" name="shape 268"/>
            <p:cNvSpPr/>
            <p:nvPr/>
          </p:nvSpPr>
          <p:spPr>
            <a:xfrm>
              <a:off x="0" y="0"/>
              <a:ext cx="261441" cy="261417"/>
            </a:xfrm>
            <a:custGeom>
              <a:pathLst>
                <a:path w="261440" h="261416">
                  <a:moveTo>
                    <a:pt x="218800" y="0"/>
                  </a:moveTo>
                  <a:lnTo>
                    <a:pt x="216555" y="2245"/>
                  </a:lnTo>
                  <a:lnTo>
                    <a:pt x="130725" y="88074"/>
                  </a:lnTo>
                  <a:lnTo>
                    <a:pt x="51620" y="8980"/>
                  </a:lnTo>
                  <a:lnTo>
                    <a:pt x="44883" y="2245"/>
                  </a:lnTo>
                  <a:lnTo>
                    <a:pt x="42638" y="0"/>
                  </a:lnTo>
                  <a:lnTo>
                    <a:pt x="40393" y="2245"/>
                  </a:lnTo>
                  <a:lnTo>
                    <a:pt x="2242" y="40395"/>
                  </a:lnTo>
                  <a:lnTo>
                    <a:pt x="0" y="42638"/>
                  </a:lnTo>
                  <a:lnTo>
                    <a:pt x="0" y="42643"/>
                  </a:lnTo>
                  <a:lnTo>
                    <a:pt x="2243" y="44886"/>
                  </a:lnTo>
                  <a:lnTo>
                    <a:pt x="88084" y="130715"/>
                  </a:lnTo>
                  <a:lnTo>
                    <a:pt x="2243" y="216531"/>
                  </a:lnTo>
                  <a:lnTo>
                    <a:pt x="0" y="218774"/>
                  </a:lnTo>
                  <a:lnTo>
                    <a:pt x="0" y="218779"/>
                  </a:lnTo>
                  <a:lnTo>
                    <a:pt x="2242" y="221022"/>
                  </a:lnTo>
                  <a:lnTo>
                    <a:pt x="40393" y="259173"/>
                  </a:lnTo>
                  <a:lnTo>
                    <a:pt x="42636" y="261416"/>
                  </a:lnTo>
                  <a:lnTo>
                    <a:pt x="42641" y="261416"/>
                  </a:lnTo>
                  <a:lnTo>
                    <a:pt x="44884" y="259172"/>
                  </a:lnTo>
                  <a:lnTo>
                    <a:pt x="130725" y="173318"/>
                  </a:lnTo>
                  <a:lnTo>
                    <a:pt x="216555" y="259172"/>
                  </a:lnTo>
                  <a:lnTo>
                    <a:pt x="218797" y="261416"/>
                  </a:lnTo>
                  <a:lnTo>
                    <a:pt x="218802" y="261416"/>
                  </a:lnTo>
                  <a:lnTo>
                    <a:pt x="221045" y="259173"/>
                  </a:lnTo>
                  <a:lnTo>
                    <a:pt x="259196" y="221022"/>
                  </a:lnTo>
                  <a:lnTo>
                    <a:pt x="261440" y="218778"/>
                  </a:lnTo>
                  <a:lnTo>
                    <a:pt x="261440" y="218775"/>
                  </a:lnTo>
                  <a:lnTo>
                    <a:pt x="259196" y="216531"/>
                  </a:lnTo>
                  <a:lnTo>
                    <a:pt x="173354" y="130715"/>
                  </a:lnTo>
                  <a:lnTo>
                    <a:pt x="259196" y="44886"/>
                  </a:lnTo>
                  <a:lnTo>
                    <a:pt x="261440" y="42642"/>
                  </a:lnTo>
                  <a:lnTo>
                    <a:pt x="261440" y="42640"/>
                  </a:lnTo>
                  <a:lnTo>
                    <a:pt x="259196" y="40395"/>
                  </a:lnTo>
                  <a:lnTo>
                    <a:pt x="227780" y="8980"/>
                  </a:lnTo>
                  <a:lnTo>
                    <a:pt x="218800" y="8980"/>
                  </a:lnTo>
                  <a:lnTo>
                    <a:pt x="252460" y="42640"/>
                  </a:lnTo>
                  <a:lnTo>
                    <a:pt x="166619" y="128470"/>
                  </a:lnTo>
                  <a:lnTo>
                    <a:pt x="164373" y="130715"/>
                  </a:lnTo>
                  <a:lnTo>
                    <a:pt x="166619" y="132960"/>
                  </a:lnTo>
                  <a:lnTo>
                    <a:pt x="252460" y="218777"/>
                  </a:lnTo>
                  <a:lnTo>
                    <a:pt x="218800" y="252437"/>
                  </a:lnTo>
                  <a:lnTo>
                    <a:pt x="132971" y="166583"/>
                  </a:lnTo>
                  <a:lnTo>
                    <a:pt x="130726" y="164337"/>
                  </a:lnTo>
                  <a:lnTo>
                    <a:pt x="128480" y="166583"/>
                  </a:lnTo>
                  <a:lnTo>
                    <a:pt x="42638" y="252437"/>
                  </a:lnTo>
                  <a:lnTo>
                    <a:pt x="8978" y="218777"/>
                  </a:lnTo>
                  <a:lnTo>
                    <a:pt x="94820" y="132960"/>
                  </a:lnTo>
                  <a:lnTo>
                    <a:pt x="97065" y="130715"/>
                  </a:lnTo>
                  <a:lnTo>
                    <a:pt x="94820" y="128470"/>
                  </a:lnTo>
                  <a:lnTo>
                    <a:pt x="8978" y="42640"/>
                  </a:lnTo>
                  <a:lnTo>
                    <a:pt x="42638" y="8980"/>
                  </a:lnTo>
                  <a:lnTo>
                    <a:pt x="128481" y="94809"/>
                  </a:lnTo>
                  <a:lnTo>
                    <a:pt x="130726" y="97054"/>
                  </a:lnTo>
                  <a:lnTo>
                    <a:pt x="132970" y="94809"/>
                  </a:lnTo>
                  <a:lnTo>
                    <a:pt x="218800" y="8980"/>
                  </a:lnTo>
                  <a:lnTo>
                    <a:pt x="227780" y="8980"/>
                  </a:lnTo>
                  <a:lnTo>
                    <a:pt x="221045" y="2245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id="269" name="shape 269"/>
          <p:cNvGrpSpPr/>
          <p:nvPr/>
        </p:nvGrpSpPr>
        <p:grpSpPr>
          <a:xfrm>
            <a:off x="5612557" y="1728840"/>
            <a:ext cx="261439" cy="261404"/>
            <a:chOff x="0" y="0"/>
            <a:chExt cx="261439" cy="261404"/>
          </a:xfrm>
        </p:grpSpPr>
        <p:sp>
          <p:nvSpPr>
            <p:cNvPr id="270" name="shape 270"/>
            <p:cNvSpPr/>
            <p:nvPr/>
          </p:nvSpPr>
          <p:spPr>
            <a:xfrm>
              <a:off x="4485" y="4490"/>
              <a:ext cx="252464" cy="252426"/>
            </a:xfrm>
            <a:custGeom>
              <a:pathLst>
                <a:path w="252463" h="252425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74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74"/>
                  </a:lnTo>
                  <a:lnTo>
                    <a:pt x="38150" y="252425"/>
                  </a:lnTo>
                  <a:lnTo>
                    <a:pt x="126237" y="164325"/>
                  </a:lnTo>
                  <a:lnTo>
                    <a:pt x="214312" y="252425"/>
                  </a:lnTo>
                  <a:lnTo>
                    <a:pt x="252463" y="214274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  <p:sp>
          <p:nvSpPr>
            <p:cNvPr id="271" name="shape 271"/>
            <p:cNvSpPr/>
            <p:nvPr/>
          </p:nvSpPr>
          <p:spPr>
            <a:xfrm>
              <a:off x="0" y="0"/>
              <a:ext cx="261439" cy="261404"/>
            </a:xfrm>
            <a:custGeom>
              <a:pathLst>
                <a:path w="261438" h="261403">
                  <a:moveTo>
                    <a:pt x="218797" y="0"/>
                  </a:moveTo>
                  <a:lnTo>
                    <a:pt x="216551" y="2245"/>
                  </a:lnTo>
                  <a:lnTo>
                    <a:pt x="130722" y="88074"/>
                  </a:lnTo>
                  <a:lnTo>
                    <a:pt x="51616" y="8980"/>
                  </a:lnTo>
                  <a:lnTo>
                    <a:pt x="44880" y="2245"/>
                  </a:lnTo>
                  <a:lnTo>
                    <a:pt x="42635" y="0"/>
                  </a:lnTo>
                  <a:lnTo>
                    <a:pt x="40390" y="2245"/>
                  </a:lnTo>
                  <a:lnTo>
                    <a:pt x="2239" y="40395"/>
                  </a:lnTo>
                  <a:lnTo>
                    <a:pt x="0" y="42635"/>
                  </a:lnTo>
                  <a:lnTo>
                    <a:pt x="0" y="42646"/>
                  </a:lnTo>
                  <a:lnTo>
                    <a:pt x="2239" y="44886"/>
                  </a:lnTo>
                  <a:lnTo>
                    <a:pt x="88081" y="130727"/>
                  </a:lnTo>
                  <a:lnTo>
                    <a:pt x="2240" y="216518"/>
                  </a:lnTo>
                  <a:lnTo>
                    <a:pt x="0" y="218757"/>
                  </a:lnTo>
                  <a:lnTo>
                    <a:pt x="0" y="218770"/>
                  </a:lnTo>
                  <a:lnTo>
                    <a:pt x="2239" y="221009"/>
                  </a:lnTo>
                  <a:lnTo>
                    <a:pt x="40390" y="259160"/>
                  </a:lnTo>
                  <a:lnTo>
                    <a:pt x="42633" y="261403"/>
                  </a:lnTo>
                  <a:lnTo>
                    <a:pt x="42637" y="261403"/>
                  </a:lnTo>
                  <a:lnTo>
                    <a:pt x="44880" y="259160"/>
                  </a:lnTo>
                  <a:lnTo>
                    <a:pt x="130722" y="173306"/>
                  </a:lnTo>
                  <a:lnTo>
                    <a:pt x="216551" y="259160"/>
                  </a:lnTo>
                  <a:lnTo>
                    <a:pt x="218794" y="261403"/>
                  </a:lnTo>
                  <a:lnTo>
                    <a:pt x="218799" y="261403"/>
                  </a:lnTo>
                  <a:lnTo>
                    <a:pt x="221042" y="259160"/>
                  </a:lnTo>
                  <a:lnTo>
                    <a:pt x="259193" y="221009"/>
                  </a:lnTo>
                  <a:lnTo>
                    <a:pt x="261438" y="218763"/>
                  </a:lnTo>
                  <a:lnTo>
                    <a:pt x="259192" y="216518"/>
                  </a:lnTo>
                  <a:lnTo>
                    <a:pt x="173351" y="130727"/>
                  </a:lnTo>
                  <a:lnTo>
                    <a:pt x="259193" y="44886"/>
                  </a:lnTo>
                  <a:lnTo>
                    <a:pt x="261437" y="42641"/>
                  </a:lnTo>
                  <a:lnTo>
                    <a:pt x="259193" y="40395"/>
                  </a:lnTo>
                  <a:lnTo>
                    <a:pt x="227777" y="8980"/>
                  </a:lnTo>
                  <a:lnTo>
                    <a:pt x="218797" y="8980"/>
                  </a:lnTo>
                  <a:lnTo>
                    <a:pt x="252457" y="42641"/>
                  </a:lnTo>
                  <a:lnTo>
                    <a:pt x="166615" y="128483"/>
                  </a:lnTo>
                  <a:lnTo>
                    <a:pt x="164369" y="130728"/>
                  </a:lnTo>
                  <a:lnTo>
                    <a:pt x="166616" y="132973"/>
                  </a:lnTo>
                  <a:lnTo>
                    <a:pt x="252457" y="218765"/>
                  </a:lnTo>
                  <a:lnTo>
                    <a:pt x="218797" y="252424"/>
                  </a:lnTo>
                  <a:lnTo>
                    <a:pt x="132967" y="166570"/>
                  </a:lnTo>
                  <a:lnTo>
                    <a:pt x="130722" y="164324"/>
                  </a:lnTo>
                  <a:lnTo>
                    <a:pt x="128477" y="166570"/>
                  </a:lnTo>
                  <a:lnTo>
                    <a:pt x="42635" y="252425"/>
                  </a:lnTo>
                  <a:lnTo>
                    <a:pt x="8975" y="218765"/>
                  </a:lnTo>
                  <a:lnTo>
                    <a:pt x="94816" y="132973"/>
                  </a:lnTo>
                  <a:lnTo>
                    <a:pt x="97062" y="130728"/>
                  </a:lnTo>
                  <a:lnTo>
                    <a:pt x="94816" y="128483"/>
                  </a:lnTo>
                  <a:lnTo>
                    <a:pt x="8974" y="42641"/>
                  </a:lnTo>
                  <a:lnTo>
                    <a:pt x="42635" y="8980"/>
                  </a:lnTo>
                  <a:lnTo>
                    <a:pt x="128477" y="94809"/>
                  </a:lnTo>
                  <a:lnTo>
                    <a:pt x="130722" y="97054"/>
                  </a:lnTo>
                  <a:lnTo>
                    <a:pt x="132967" y="94809"/>
                  </a:lnTo>
                  <a:lnTo>
                    <a:pt x="218797" y="8980"/>
                  </a:lnTo>
                  <a:lnTo>
                    <a:pt x="227777" y="8980"/>
                  </a:lnTo>
                  <a:lnTo>
                    <a:pt x="221042" y="2245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</p:grpSp>
      <p:grpSp>
        <p:nvGrpSpPr>
          <p:cNvPr id="272" name="shape 272"/>
          <p:cNvGrpSpPr/>
          <p:nvPr/>
        </p:nvGrpSpPr>
        <p:grpSpPr>
          <a:xfrm>
            <a:off x="5213282" y="1728840"/>
            <a:ext cx="261455" cy="261404"/>
            <a:chOff x="0" y="0"/>
            <a:chExt cx="261455" cy="261404"/>
          </a:xfrm>
        </p:grpSpPr>
        <p:sp>
          <p:nvSpPr>
            <p:cNvPr id="273" name="shape 273"/>
            <p:cNvSpPr/>
            <p:nvPr/>
          </p:nvSpPr>
          <p:spPr>
            <a:xfrm>
              <a:off x="4491" y="4490"/>
              <a:ext cx="252477" cy="252426"/>
            </a:xfrm>
            <a:custGeom>
              <a:pathLst>
                <a:path w="252476" h="252425">
                  <a:moveTo>
                    <a:pt x="252476" y="38150"/>
                  </a:moveTo>
                  <a:lnTo>
                    <a:pt x="214325" y="0"/>
                  </a:lnTo>
                  <a:lnTo>
                    <a:pt x="126250" y="88074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74"/>
                  </a:lnTo>
                  <a:lnTo>
                    <a:pt x="38150" y="252425"/>
                  </a:lnTo>
                  <a:lnTo>
                    <a:pt x="126250" y="164325"/>
                  </a:lnTo>
                  <a:lnTo>
                    <a:pt x="214325" y="252425"/>
                  </a:lnTo>
                  <a:lnTo>
                    <a:pt x="252476" y="214274"/>
                  </a:lnTo>
                  <a:lnTo>
                    <a:pt x="164388" y="126237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  <p:sp>
          <p:nvSpPr>
            <p:cNvPr id="274" name="shape 274"/>
            <p:cNvSpPr/>
            <p:nvPr/>
          </p:nvSpPr>
          <p:spPr>
            <a:xfrm>
              <a:off x="0" y="0"/>
              <a:ext cx="261455" cy="261404"/>
            </a:xfrm>
            <a:custGeom>
              <a:pathLst>
                <a:path w="261454" h="261403">
                  <a:moveTo>
                    <a:pt x="218816" y="0"/>
                  </a:moveTo>
                  <a:lnTo>
                    <a:pt x="216570" y="2245"/>
                  </a:lnTo>
                  <a:lnTo>
                    <a:pt x="130741" y="88074"/>
                  </a:lnTo>
                  <a:lnTo>
                    <a:pt x="51623" y="8980"/>
                  </a:lnTo>
                  <a:lnTo>
                    <a:pt x="42641" y="8980"/>
                  </a:lnTo>
                  <a:lnTo>
                    <a:pt x="128496" y="94810"/>
                  </a:lnTo>
                  <a:lnTo>
                    <a:pt x="130742" y="97054"/>
                  </a:lnTo>
                  <a:lnTo>
                    <a:pt x="132986" y="94809"/>
                  </a:lnTo>
                  <a:lnTo>
                    <a:pt x="218816" y="8980"/>
                  </a:lnTo>
                  <a:lnTo>
                    <a:pt x="252476" y="42641"/>
                  </a:lnTo>
                  <a:lnTo>
                    <a:pt x="166634" y="128483"/>
                  </a:lnTo>
                  <a:lnTo>
                    <a:pt x="164388" y="130728"/>
                  </a:lnTo>
                  <a:lnTo>
                    <a:pt x="166635" y="132973"/>
                  </a:lnTo>
                  <a:lnTo>
                    <a:pt x="252476" y="218765"/>
                  </a:lnTo>
                  <a:lnTo>
                    <a:pt x="218816" y="252424"/>
                  </a:lnTo>
                  <a:lnTo>
                    <a:pt x="132986" y="166570"/>
                  </a:lnTo>
                  <a:lnTo>
                    <a:pt x="130742" y="164325"/>
                  </a:lnTo>
                  <a:lnTo>
                    <a:pt x="128496" y="166570"/>
                  </a:lnTo>
                  <a:lnTo>
                    <a:pt x="42641" y="252425"/>
                  </a:lnTo>
                  <a:lnTo>
                    <a:pt x="8981" y="218765"/>
                  </a:lnTo>
                  <a:lnTo>
                    <a:pt x="94822" y="132973"/>
                  </a:lnTo>
                  <a:lnTo>
                    <a:pt x="97068" y="130728"/>
                  </a:lnTo>
                  <a:lnTo>
                    <a:pt x="94823" y="128483"/>
                  </a:lnTo>
                  <a:lnTo>
                    <a:pt x="8980" y="42641"/>
                  </a:lnTo>
                  <a:lnTo>
                    <a:pt x="42641" y="8980"/>
                  </a:lnTo>
                  <a:lnTo>
                    <a:pt x="51623" y="8980"/>
                  </a:lnTo>
                  <a:lnTo>
                    <a:pt x="51623" y="8980"/>
                  </a:lnTo>
                  <a:lnTo>
                    <a:pt x="44886" y="2244"/>
                  </a:lnTo>
                  <a:lnTo>
                    <a:pt x="42641" y="0"/>
                  </a:lnTo>
                  <a:lnTo>
                    <a:pt x="40396" y="2245"/>
                  </a:lnTo>
                  <a:lnTo>
                    <a:pt x="2245" y="40395"/>
                  </a:lnTo>
                  <a:lnTo>
                    <a:pt x="0" y="42641"/>
                  </a:lnTo>
                  <a:lnTo>
                    <a:pt x="2245" y="44886"/>
                  </a:lnTo>
                  <a:lnTo>
                    <a:pt x="88087" y="130727"/>
                  </a:lnTo>
                  <a:lnTo>
                    <a:pt x="2246" y="216518"/>
                  </a:lnTo>
                  <a:lnTo>
                    <a:pt x="0" y="218763"/>
                  </a:lnTo>
                  <a:lnTo>
                    <a:pt x="2245" y="221009"/>
                  </a:lnTo>
                  <a:lnTo>
                    <a:pt x="40396" y="259160"/>
                  </a:lnTo>
                  <a:lnTo>
                    <a:pt x="42639" y="261403"/>
                  </a:lnTo>
                  <a:lnTo>
                    <a:pt x="42643" y="261403"/>
                  </a:lnTo>
                  <a:lnTo>
                    <a:pt x="44886" y="259160"/>
                  </a:lnTo>
                  <a:lnTo>
                    <a:pt x="130741" y="173305"/>
                  </a:lnTo>
                  <a:lnTo>
                    <a:pt x="216570" y="259160"/>
                  </a:lnTo>
                  <a:lnTo>
                    <a:pt x="218813" y="261403"/>
                  </a:lnTo>
                  <a:lnTo>
                    <a:pt x="218818" y="261403"/>
                  </a:lnTo>
                  <a:lnTo>
                    <a:pt x="221061" y="259160"/>
                  </a:lnTo>
                  <a:lnTo>
                    <a:pt x="259212" y="221009"/>
                  </a:lnTo>
                  <a:lnTo>
                    <a:pt x="261454" y="218766"/>
                  </a:lnTo>
                  <a:lnTo>
                    <a:pt x="261454" y="218761"/>
                  </a:lnTo>
                  <a:lnTo>
                    <a:pt x="259211" y="216518"/>
                  </a:lnTo>
                  <a:lnTo>
                    <a:pt x="173370" y="130727"/>
                  </a:lnTo>
                  <a:lnTo>
                    <a:pt x="259212" y="44886"/>
                  </a:lnTo>
                  <a:lnTo>
                    <a:pt x="261454" y="42642"/>
                  </a:lnTo>
                  <a:lnTo>
                    <a:pt x="261454" y="42639"/>
                  </a:lnTo>
                  <a:lnTo>
                    <a:pt x="259212" y="40395"/>
                  </a:lnTo>
                  <a:lnTo>
                    <a:pt x="221061" y="2245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</p:grpSp>
      <p:grpSp>
        <p:nvGrpSpPr>
          <p:cNvPr id="275" name="shape 275"/>
          <p:cNvGrpSpPr/>
          <p:nvPr/>
        </p:nvGrpSpPr>
        <p:grpSpPr>
          <a:xfrm>
            <a:off x="6016430" y="1728840"/>
            <a:ext cx="261430" cy="261404"/>
            <a:chOff x="0" y="0"/>
            <a:chExt cx="261429" cy="261404"/>
          </a:xfrm>
        </p:grpSpPr>
        <p:sp>
          <p:nvSpPr>
            <p:cNvPr id="276" name="shape 276"/>
            <p:cNvSpPr/>
            <p:nvPr/>
          </p:nvSpPr>
          <p:spPr>
            <a:xfrm>
              <a:off x="4482" y="4490"/>
              <a:ext cx="252464" cy="252426"/>
            </a:xfrm>
            <a:custGeom>
              <a:pathLst>
                <a:path w="252463" h="252425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74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74"/>
                  </a:lnTo>
                  <a:lnTo>
                    <a:pt x="38150" y="252425"/>
                  </a:lnTo>
                  <a:lnTo>
                    <a:pt x="126237" y="164325"/>
                  </a:lnTo>
                  <a:lnTo>
                    <a:pt x="214312" y="252425"/>
                  </a:lnTo>
                  <a:lnTo>
                    <a:pt x="252463" y="214274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  <p:sp>
          <p:nvSpPr>
            <p:cNvPr id="277" name="shape 277"/>
            <p:cNvSpPr/>
            <p:nvPr/>
          </p:nvSpPr>
          <p:spPr>
            <a:xfrm>
              <a:off x="0" y="0"/>
              <a:ext cx="261430" cy="261404"/>
            </a:xfrm>
            <a:custGeom>
              <a:pathLst>
                <a:path w="261429" h="261403">
                  <a:moveTo>
                    <a:pt x="218794" y="0"/>
                  </a:moveTo>
                  <a:lnTo>
                    <a:pt x="216549" y="2245"/>
                  </a:lnTo>
                  <a:lnTo>
                    <a:pt x="130719" y="88074"/>
                  </a:lnTo>
                  <a:lnTo>
                    <a:pt x="51613" y="8980"/>
                  </a:lnTo>
                  <a:lnTo>
                    <a:pt x="44877" y="2245"/>
                  </a:lnTo>
                  <a:lnTo>
                    <a:pt x="42632" y="0"/>
                  </a:lnTo>
                  <a:lnTo>
                    <a:pt x="40387" y="2245"/>
                  </a:lnTo>
                  <a:lnTo>
                    <a:pt x="2236" y="40395"/>
                  </a:lnTo>
                  <a:lnTo>
                    <a:pt x="0" y="42632"/>
                  </a:lnTo>
                  <a:lnTo>
                    <a:pt x="0" y="42649"/>
                  </a:lnTo>
                  <a:lnTo>
                    <a:pt x="2236" y="44886"/>
                  </a:lnTo>
                  <a:lnTo>
                    <a:pt x="88078" y="130727"/>
                  </a:lnTo>
                  <a:lnTo>
                    <a:pt x="2237" y="216518"/>
                  </a:lnTo>
                  <a:lnTo>
                    <a:pt x="0" y="218755"/>
                  </a:lnTo>
                  <a:lnTo>
                    <a:pt x="0" y="218772"/>
                  </a:lnTo>
                  <a:lnTo>
                    <a:pt x="2236" y="221009"/>
                  </a:lnTo>
                  <a:lnTo>
                    <a:pt x="40387" y="259160"/>
                  </a:lnTo>
                  <a:lnTo>
                    <a:pt x="42630" y="261403"/>
                  </a:lnTo>
                  <a:lnTo>
                    <a:pt x="42634" y="261403"/>
                  </a:lnTo>
                  <a:lnTo>
                    <a:pt x="44877" y="259160"/>
                  </a:lnTo>
                  <a:lnTo>
                    <a:pt x="130719" y="173306"/>
                  </a:lnTo>
                  <a:lnTo>
                    <a:pt x="216548" y="259160"/>
                  </a:lnTo>
                  <a:lnTo>
                    <a:pt x="218791" y="261403"/>
                  </a:lnTo>
                  <a:lnTo>
                    <a:pt x="218796" y="261403"/>
                  </a:lnTo>
                  <a:lnTo>
                    <a:pt x="221039" y="259160"/>
                  </a:lnTo>
                  <a:lnTo>
                    <a:pt x="259190" y="221009"/>
                  </a:lnTo>
                  <a:lnTo>
                    <a:pt x="261429" y="218770"/>
                  </a:lnTo>
                  <a:lnTo>
                    <a:pt x="261429" y="218757"/>
                  </a:lnTo>
                  <a:lnTo>
                    <a:pt x="259189" y="216518"/>
                  </a:lnTo>
                  <a:lnTo>
                    <a:pt x="173348" y="130727"/>
                  </a:lnTo>
                  <a:lnTo>
                    <a:pt x="259190" y="44886"/>
                  </a:lnTo>
                  <a:lnTo>
                    <a:pt x="261429" y="42646"/>
                  </a:lnTo>
                  <a:lnTo>
                    <a:pt x="261429" y="42635"/>
                  </a:lnTo>
                  <a:lnTo>
                    <a:pt x="259190" y="40395"/>
                  </a:lnTo>
                  <a:lnTo>
                    <a:pt x="227774" y="8980"/>
                  </a:lnTo>
                  <a:lnTo>
                    <a:pt x="218794" y="8980"/>
                  </a:lnTo>
                  <a:lnTo>
                    <a:pt x="252455" y="42641"/>
                  </a:lnTo>
                  <a:lnTo>
                    <a:pt x="166613" y="128483"/>
                  </a:lnTo>
                  <a:lnTo>
                    <a:pt x="164367" y="130728"/>
                  </a:lnTo>
                  <a:lnTo>
                    <a:pt x="166613" y="132973"/>
                  </a:lnTo>
                  <a:lnTo>
                    <a:pt x="252454" y="218765"/>
                  </a:lnTo>
                  <a:lnTo>
                    <a:pt x="218794" y="252424"/>
                  </a:lnTo>
                  <a:lnTo>
                    <a:pt x="132965" y="166570"/>
                  </a:lnTo>
                  <a:lnTo>
                    <a:pt x="130719" y="164324"/>
                  </a:lnTo>
                  <a:lnTo>
                    <a:pt x="128474" y="166570"/>
                  </a:lnTo>
                  <a:lnTo>
                    <a:pt x="42632" y="252425"/>
                  </a:lnTo>
                  <a:lnTo>
                    <a:pt x="8972" y="218765"/>
                  </a:lnTo>
                  <a:lnTo>
                    <a:pt x="94813" y="132973"/>
                  </a:lnTo>
                  <a:lnTo>
                    <a:pt x="97059" y="130728"/>
                  </a:lnTo>
                  <a:lnTo>
                    <a:pt x="94813" y="128483"/>
                  </a:lnTo>
                  <a:lnTo>
                    <a:pt x="8971" y="42641"/>
                  </a:lnTo>
                  <a:lnTo>
                    <a:pt x="42632" y="8980"/>
                  </a:lnTo>
                  <a:lnTo>
                    <a:pt x="128475" y="94809"/>
                  </a:lnTo>
                  <a:lnTo>
                    <a:pt x="130719" y="97054"/>
                  </a:lnTo>
                  <a:lnTo>
                    <a:pt x="132964" y="94809"/>
                  </a:lnTo>
                  <a:lnTo>
                    <a:pt x="218794" y="8980"/>
                  </a:lnTo>
                  <a:lnTo>
                    <a:pt x="227774" y="8980"/>
                  </a:lnTo>
                  <a:lnTo>
                    <a:pt x="221039" y="2245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</p:grpSp>
      <p:grpSp>
        <p:nvGrpSpPr>
          <p:cNvPr id="278" name="shape 278"/>
          <p:cNvGrpSpPr/>
          <p:nvPr/>
        </p:nvGrpSpPr>
        <p:grpSpPr>
          <a:xfrm>
            <a:off x="6418729" y="1728853"/>
            <a:ext cx="261441" cy="261404"/>
            <a:chOff x="0" y="0"/>
            <a:chExt cx="261441" cy="261404"/>
          </a:xfrm>
        </p:grpSpPr>
        <p:sp>
          <p:nvSpPr>
            <p:cNvPr id="279" name="shape 279"/>
            <p:cNvSpPr/>
            <p:nvPr/>
          </p:nvSpPr>
          <p:spPr>
            <a:xfrm>
              <a:off x="4491" y="4490"/>
              <a:ext cx="252464" cy="252426"/>
            </a:xfrm>
            <a:custGeom>
              <a:pathLst>
                <a:path w="252463" h="252425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74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74"/>
                  </a:lnTo>
                  <a:lnTo>
                    <a:pt x="38150" y="252425"/>
                  </a:lnTo>
                  <a:lnTo>
                    <a:pt x="126237" y="164325"/>
                  </a:lnTo>
                  <a:lnTo>
                    <a:pt x="214312" y="252425"/>
                  </a:lnTo>
                  <a:lnTo>
                    <a:pt x="252463" y="214274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  <p:sp>
          <p:nvSpPr>
            <p:cNvPr id="280" name="shape 280"/>
            <p:cNvSpPr/>
            <p:nvPr/>
          </p:nvSpPr>
          <p:spPr>
            <a:xfrm>
              <a:off x="0" y="0"/>
              <a:ext cx="261441" cy="261404"/>
            </a:xfrm>
            <a:custGeom>
              <a:pathLst>
                <a:path w="261440" h="261403">
                  <a:moveTo>
                    <a:pt x="218802" y="0"/>
                  </a:moveTo>
                  <a:lnTo>
                    <a:pt x="216558" y="2245"/>
                  </a:lnTo>
                  <a:lnTo>
                    <a:pt x="130728" y="88074"/>
                  </a:lnTo>
                  <a:lnTo>
                    <a:pt x="51622" y="8980"/>
                  </a:lnTo>
                  <a:lnTo>
                    <a:pt x="44886" y="2245"/>
                  </a:lnTo>
                  <a:lnTo>
                    <a:pt x="42641" y="0"/>
                  </a:lnTo>
                  <a:lnTo>
                    <a:pt x="40396" y="2245"/>
                  </a:lnTo>
                  <a:lnTo>
                    <a:pt x="2245" y="40395"/>
                  </a:lnTo>
                  <a:lnTo>
                    <a:pt x="0" y="42641"/>
                  </a:lnTo>
                  <a:lnTo>
                    <a:pt x="2245" y="44886"/>
                  </a:lnTo>
                  <a:lnTo>
                    <a:pt x="88086" y="130727"/>
                  </a:lnTo>
                  <a:lnTo>
                    <a:pt x="2246" y="216518"/>
                  </a:lnTo>
                  <a:lnTo>
                    <a:pt x="0" y="218763"/>
                  </a:lnTo>
                  <a:lnTo>
                    <a:pt x="2245" y="221009"/>
                  </a:lnTo>
                  <a:lnTo>
                    <a:pt x="40396" y="259160"/>
                  </a:lnTo>
                  <a:lnTo>
                    <a:pt x="42639" y="261403"/>
                  </a:lnTo>
                  <a:lnTo>
                    <a:pt x="42643" y="261403"/>
                  </a:lnTo>
                  <a:lnTo>
                    <a:pt x="44886" y="259160"/>
                  </a:lnTo>
                  <a:lnTo>
                    <a:pt x="130728" y="173306"/>
                  </a:lnTo>
                  <a:lnTo>
                    <a:pt x="216558" y="259160"/>
                  </a:lnTo>
                  <a:lnTo>
                    <a:pt x="218800" y="261403"/>
                  </a:lnTo>
                  <a:lnTo>
                    <a:pt x="218805" y="261403"/>
                  </a:lnTo>
                  <a:lnTo>
                    <a:pt x="221048" y="259160"/>
                  </a:lnTo>
                  <a:lnTo>
                    <a:pt x="259198" y="221009"/>
                  </a:lnTo>
                  <a:lnTo>
                    <a:pt x="261440" y="218767"/>
                  </a:lnTo>
                  <a:lnTo>
                    <a:pt x="261440" y="218760"/>
                  </a:lnTo>
                  <a:lnTo>
                    <a:pt x="259198" y="216518"/>
                  </a:lnTo>
                  <a:lnTo>
                    <a:pt x="173357" y="130727"/>
                  </a:lnTo>
                  <a:lnTo>
                    <a:pt x="259198" y="44886"/>
                  </a:lnTo>
                  <a:lnTo>
                    <a:pt x="261440" y="42644"/>
                  </a:lnTo>
                  <a:lnTo>
                    <a:pt x="261440" y="42637"/>
                  </a:lnTo>
                  <a:lnTo>
                    <a:pt x="259198" y="40395"/>
                  </a:lnTo>
                  <a:lnTo>
                    <a:pt x="227783" y="8980"/>
                  </a:lnTo>
                  <a:lnTo>
                    <a:pt x="218802" y="8980"/>
                  </a:lnTo>
                  <a:lnTo>
                    <a:pt x="252463" y="42641"/>
                  </a:lnTo>
                  <a:lnTo>
                    <a:pt x="166621" y="128483"/>
                  </a:lnTo>
                  <a:lnTo>
                    <a:pt x="164376" y="130728"/>
                  </a:lnTo>
                  <a:lnTo>
                    <a:pt x="166622" y="132973"/>
                  </a:lnTo>
                  <a:lnTo>
                    <a:pt x="252463" y="218765"/>
                  </a:lnTo>
                  <a:lnTo>
                    <a:pt x="218803" y="252424"/>
                  </a:lnTo>
                  <a:lnTo>
                    <a:pt x="132974" y="166570"/>
                  </a:lnTo>
                  <a:lnTo>
                    <a:pt x="130729" y="164324"/>
                  </a:lnTo>
                  <a:lnTo>
                    <a:pt x="128483" y="166570"/>
                  </a:lnTo>
                  <a:lnTo>
                    <a:pt x="42641" y="252425"/>
                  </a:lnTo>
                  <a:lnTo>
                    <a:pt x="8981" y="218765"/>
                  </a:lnTo>
                  <a:lnTo>
                    <a:pt x="94822" y="132973"/>
                  </a:lnTo>
                  <a:lnTo>
                    <a:pt x="97068" y="130728"/>
                  </a:lnTo>
                  <a:lnTo>
                    <a:pt x="94822" y="128483"/>
                  </a:lnTo>
                  <a:lnTo>
                    <a:pt x="8980" y="42641"/>
                  </a:lnTo>
                  <a:lnTo>
                    <a:pt x="42641" y="8980"/>
                  </a:lnTo>
                  <a:lnTo>
                    <a:pt x="128483" y="94809"/>
                  </a:lnTo>
                  <a:lnTo>
                    <a:pt x="130729" y="97054"/>
                  </a:lnTo>
                  <a:lnTo>
                    <a:pt x="132974" y="94809"/>
                  </a:lnTo>
                  <a:lnTo>
                    <a:pt x="218802" y="8980"/>
                  </a:lnTo>
                  <a:lnTo>
                    <a:pt x="227783" y="8980"/>
                  </a:lnTo>
                  <a:lnTo>
                    <a:pt x="221048" y="2245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</p:grpSp>
      <p:grpSp>
        <p:nvGrpSpPr>
          <p:cNvPr id="281" name="shape 281"/>
          <p:cNvGrpSpPr/>
          <p:nvPr/>
        </p:nvGrpSpPr>
        <p:grpSpPr>
          <a:xfrm>
            <a:off x="4019695" y="2160741"/>
            <a:ext cx="261442" cy="261467"/>
            <a:chOff x="0" y="0"/>
            <a:chExt cx="261441" cy="261466"/>
          </a:xfrm>
        </p:grpSpPr>
        <p:sp>
          <p:nvSpPr>
            <p:cNvPr id="282" name="shape 282"/>
            <p:cNvSpPr/>
            <p:nvPr/>
          </p:nvSpPr>
          <p:spPr>
            <a:xfrm>
              <a:off x="4489" y="4488"/>
              <a:ext cx="252464" cy="252489"/>
            </a:xfrm>
            <a:custGeom>
              <a:pathLst>
                <a:path w="252463" h="25248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88"/>
                  </a:lnTo>
                  <a:lnTo>
                    <a:pt x="126237" y="164337"/>
                  </a:lnTo>
                  <a:lnTo>
                    <a:pt x="214312" y="252488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4978BC">
                <a:alpha val="60000"/>
              </a:srgbClr>
            </a:solidFill>
          </p:spPr>
        </p:sp>
        <p:sp>
          <p:nvSpPr>
            <p:cNvPr id="283" name="shape 283"/>
            <p:cNvSpPr/>
            <p:nvPr/>
          </p:nvSpPr>
          <p:spPr>
            <a:xfrm>
              <a:off x="0" y="0"/>
              <a:ext cx="261442" cy="261467"/>
            </a:xfrm>
            <a:custGeom>
              <a:pathLst>
                <a:path w="261441" h="261466">
                  <a:moveTo>
                    <a:pt x="218803" y="0"/>
                  </a:moveTo>
                  <a:lnTo>
                    <a:pt x="218799" y="0"/>
                  </a:lnTo>
                  <a:lnTo>
                    <a:pt x="216556" y="2243"/>
                  </a:lnTo>
                  <a:lnTo>
                    <a:pt x="130726" y="88085"/>
                  </a:lnTo>
                  <a:lnTo>
                    <a:pt x="51619" y="8978"/>
                  </a:lnTo>
                  <a:lnTo>
                    <a:pt x="42639" y="8978"/>
                  </a:lnTo>
                  <a:lnTo>
                    <a:pt x="128481" y="94820"/>
                  </a:lnTo>
                  <a:lnTo>
                    <a:pt x="130726" y="97065"/>
                  </a:lnTo>
                  <a:lnTo>
                    <a:pt x="132972" y="94820"/>
                  </a:lnTo>
                  <a:lnTo>
                    <a:pt x="218801" y="8978"/>
                  </a:lnTo>
                  <a:lnTo>
                    <a:pt x="252462" y="42639"/>
                  </a:lnTo>
                  <a:lnTo>
                    <a:pt x="166620" y="128481"/>
                  </a:lnTo>
                  <a:lnTo>
                    <a:pt x="164374" y="130726"/>
                  </a:lnTo>
                  <a:lnTo>
                    <a:pt x="166620" y="132971"/>
                  </a:lnTo>
                  <a:lnTo>
                    <a:pt x="252462" y="218801"/>
                  </a:lnTo>
                  <a:lnTo>
                    <a:pt x="218801" y="252485"/>
                  </a:lnTo>
                  <a:lnTo>
                    <a:pt x="132972" y="166582"/>
                  </a:lnTo>
                  <a:lnTo>
                    <a:pt x="130726" y="164334"/>
                  </a:lnTo>
                  <a:lnTo>
                    <a:pt x="128480" y="166582"/>
                  </a:lnTo>
                  <a:lnTo>
                    <a:pt x="42639" y="252485"/>
                  </a:lnTo>
                  <a:lnTo>
                    <a:pt x="8978" y="218801"/>
                  </a:lnTo>
                  <a:lnTo>
                    <a:pt x="94820" y="132971"/>
                  </a:lnTo>
                  <a:lnTo>
                    <a:pt x="97066" y="130726"/>
                  </a:lnTo>
                  <a:lnTo>
                    <a:pt x="94820" y="128481"/>
                  </a:lnTo>
                  <a:lnTo>
                    <a:pt x="8978" y="42639"/>
                  </a:lnTo>
                  <a:lnTo>
                    <a:pt x="42639" y="8978"/>
                  </a:lnTo>
                  <a:lnTo>
                    <a:pt x="51619" y="8978"/>
                  </a:lnTo>
                  <a:lnTo>
                    <a:pt x="51619" y="8978"/>
                  </a:lnTo>
                  <a:lnTo>
                    <a:pt x="44884" y="2243"/>
                  </a:lnTo>
                  <a:lnTo>
                    <a:pt x="42641" y="0"/>
                  </a:lnTo>
                  <a:lnTo>
                    <a:pt x="42637" y="0"/>
                  </a:lnTo>
                  <a:lnTo>
                    <a:pt x="40394" y="2243"/>
                  </a:lnTo>
                  <a:lnTo>
                    <a:pt x="2243" y="40394"/>
                  </a:lnTo>
                  <a:lnTo>
                    <a:pt x="0" y="42637"/>
                  </a:lnTo>
                  <a:lnTo>
                    <a:pt x="0" y="42640"/>
                  </a:lnTo>
                  <a:lnTo>
                    <a:pt x="2243" y="44884"/>
                  </a:lnTo>
                  <a:lnTo>
                    <a:pt x="88085" y="130726"/>
                  </a:lnTo>
                  <a:lnTo>
                    <a:pt x="2244" y="216555"/>
                  </a:lnTo>
                  <a:lnTo>
                    <a:pt x="0" y="218799"/>
                  </a:lnTo>
                  <a:lnTo>
                    <a:pt x="0" y="218800"/>
                  </a:lnTo>
                  <a:lnTo>
                    <a:pt x="2242" y="221045"/>
                  </a:lnTo>
                  <a:lnTo>
                    <a:pt x="40393" y="259221"/>
                  </a:lnTo>
                  <a:lnTo>
                    <a:pt x="42637" y="261466"/>
                  </a:lnTo>
                  <a:lnTo>
                    <a:pt x="42641" y="261466"/>
                  </a:lnTo>
                  <a:lnTo>
                    <a:pt x="44885" y="259221"/>
                  </a:lnTo>
                  <a:lnTo>
                    <a:pt x="130726" y="173318"/>
                  </a:lnTo>
                  <a:lnTo>
                    <a:pt x="216555" y="259221"/>
                  </a:lnTo>
                  <a:lnTo>
                    <a:pt x="218798" y="261466"/>
                  </a:lnTo>
                  <a:lnTo>
                    <a:pt x="218803" y="261466"/>
                  </a:lnTo>
                  <a:lnTo>
                    <a:pt x="221046" y="259221"/>
                  </a:lnTo>
                  <a:lnTo>
                    <a:pt x="259198" y="221045"/>
                  </a:lnTo>
                  <a:lnTo>
                    <a:pt x="261441" y="218800"/>
                  </a:lnTo>
                  <a:lnTo>
                    <a:pt x="261441" y="218799"/>
                  </a:lnTo>
                  <a:lnTo>
                    <a:pt x="259196" y="216555"/>
                  </a:lnTo>
                  <a:lnTo>
                    <a:pt x="173355" y="130726"/>
                  </a:lnTo>
                  <a:lnTo>
                    <a:pt x="259197" y="44884"/>
                  </a:lnTo>
                  <a:lnTo>
                    <a:pt x="261441" y="42639"/>
                  </a:lnTo>
                  <a:lnTo>
                    <a:pt x="261441" y="42638"/>
                  </a:lnTo>
                  <a:lnTo>
                    <a:pt x="259197" y="40394"/>
                  </a:lnTo>
                  <a:lnTo>
                    <a:pt x="221046" y="2243"/>
                  </a:lnTo>
                  <a:close/>
                </a:path>
              </a:pathLst>
            </a:custGeom>
            <a:solidFill>
              <a:srgbClr val="4978BC">
                <a:alpha val="60000"/>
              </a:srgbClr>
            </a:solidFill>
          </p:spPr>
        </p:sp>
      </p:grpSp>
      <p:grpSp>
        <p:nvGrpSpPr>
          <p:cNvPr id="284" name="shape 284"/>
          <p:cNvGrpSpPr/>
          <p:nvPr/>
        </p:nvGrpSpPr>
        <p:grpSpPr>
          <a:xfrm>
            <a:off x="4413191" y="2160791"/>
            <a:ext cx="261443" cy="261392"/>
            <a:chOff x="0" y="0"/>
            <a:chExt cx="261442" cy="261391"/>
          </a:xfrm>
        </p:grpSpPr>
        <p:sp>
          <p:nvSpPr>
            <p:cNvPr id="285" name="shape 285"/>
            <p:cNvSpPr/>
            <p:nvPr/>
          </p:nvSpPr>
          <p:spPr>
            <a:xfrm>
              <a:off x="4489" y="4488"/>
              <a:ext cx="252464" cy="252413"/>
            </a:xfrm>
            <a:custGeom>
              <a:pathLst>
                <a:path w="252463" h="252412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61"/>
                  </a:lnTo>
                  <a:lnTo>
                    <a:pt x="38150" y="252412"/>
                  </a:lnTo>
                  <a:lnTo>
                    <a:pt x="126237" y="164312"/>
                  </a:lnTo>
                  <a:lnTo>
                    <a:pt x="214312" y="252412"/>
                  </a:lnTo>
                  <a:lnTo>
                    <a:pt x="252463" y="214261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  <p:sp>
          <p:nvSpPr>
            <p:cNvPr id="286" name="shape 286"/>
            <p:cNvSpPr/>
            <p:nvPr/>
          </p:nvSpPr>
          <p:spPr>
            <a:xfrm>
              <a:off x="0" y="0"/>
              <a:ext cx="261443" cy="261392"/>
            </a:xfrm>
            <a:custGeom>
              <a:pathLst>
                <a:path w="261442" h="261391">
                  <a:moveTo>
                    <a:pt x="218803" y="0"/>
                  </a:moveTo>
                  <a:lnTo>
                    <a:pt x="218799" y="0"/>
                  </a:lnTo>
                  <a:lnTo>
                    <a:pt x="216556" y="2243"/>
                  </a:lnTo>
                  <a:lnTo>
                    <a:pt x="130726" y="88060"/>
                  </a:lnTo>
                  <a:lnTo>
                    <a:pt x="51622" y="8978"/>
                  </a:lnTo>
                  <a:lnTo>
                    <a:pt x="44884" y="2242"/>
                  </a:lnTo>
                  <a:lnTo>
                    <a:pt x="42641" y="0"/>
                  </a:lnTo>
                  <a:lnTo>
                    <a:pt x="42638" y="0"/>
                  </a:lnTo>
                  <a:lnTo>
                    <a:pt x="40394" y="2243"/>
                  </a:lnTo>
                  <a:lnTo>
                    <a:pt x="2244" y="40394"/>
                  </a:lnTo>
                  <a:lnTo>
                    <a:pt x="0" y="42638"/>
                  </a:lnTo>
                  <a:lnTo>
                    <a:pt x="0" y="42639"/>
                  </a:lnTo>
                  <a:lnTo>
                    <a:pt x="2244" y="44884"/>
                  </a:lnTo>
                  <a:lnTo>
                    <a:pt x="88085" y="130725"/>
                  </a:lnTo>
                  <a:lnTo>
                    <a:pt x="2244" y="216504"/>
                  </a:lnTo>
                  <a:lnTo>
                    <a:pt x="0" y="218747"/>
                  </a:lnTo>
                  <a:lnTo>
                    <a:pt x="0" y="218750"/>
                  </a:lnTo>
                  <a:lnTo>
                    <a:pt x="2244" y="220995"/>
                  </a:lnTo>
                  <a:lnTo>
                    <a:pt x="40394" y="259145"/>
                  </a:lnTo>
                  <a:lnTo>
                    <a:pt x="42640" y="261391"/>
                  </a:lnTo>
                  <a:lnTo>
                    <a:pt x="44885" y="259145"/>
                  </a:lnTo>
                  <a:lnTo>
                    <a:pt x="130726" y="173291"/>
                  </a:lnTo>
                  <a:lnTo>
                    <a:pt x="216556" y="259145"/>
                  </a:lnTo>
                  <a:lnTo>
                    <a:pt x="218801" y="261391"/>
                  </a:lnTo>
                  <a:lnTo>
                    <a:pt x="221046" y="259145"/>
                  </a:lnTo>
                  <a:lnTo>
                    <a:pt x="259197" y="220995"/>
                  </a:lnTo>
                  <a:lnTo>
                    <a:pt x="261442" y="218750"/>
                  </a:lnTo>
                  <a:lnTo>
                    <a:pt x="261442" y="218747"/>
                  </a:lnTo>
                  <a:lnTo>
                    <a:pt x="259196" y="216504"/>
                  </a:lnTo>
                  <a:lnTo>
                    <a:pt x="173356" y="130725"/>
                  </a:lnTo>
                  <a:lnTo>
                    <a:pt x="259197" y="44884"/>
                  </a:lnTo>
                  <a:lnTo>
                    <a:pt x="261442" y="42639"/>
                  </a:lnTo>
                  <a:lnTo>
                    <a:pt x="261442" y="42638"/>
                  </a:lnTo>
                  <a:lnTo>
                    <a:pt x="259197" y="40394"/>
                  </a:lnTo>
                  <a:lnTo>
                    <a:pt x="227781" y="8978"/>
                  </a:lnTo>
                  <a:lnTo>
                    <a:pt x="218801" y="8978"/>
                  </a:lnTo>
                  <a:lnTo>
                    <a:pt x="252462" y="42639"/>
                  </a:lnTo>
                  <a:lnTo>
                    <a:pt x="166620" y="128481"/>
                  </a:lnTo>
                  <a:lnTo>
                    <a:pt x="164374" y="130727"/>
                  </a:lnTo>
                  <a:lnTo>
                    <a:pt x="166621" y="132972"/>
                  </a:lnTo>
                  <a:lnTo>
                    <a:pt x="252461" y="218750"/>
                  </a:lnTo>
                  <a:lnTo>
                    <a:pt x="218802" y="252410"/>
                  </a:lnTo>
                  <a:lnTo>
                    <a:pt x="132972" y="166556"/>
                  </a:lnTo>
                  <a:lnTo>
                    <a:pt x="130727" y="164310"/>
                  </a:lnTo>
                  <a:lnTo>
                    <a:pt x="128482" y="166555"/>
                  </a:lnTo>
                  <a:lnTo>
                    <a:pt x="42640" y="252410"/>
                  </a:lnTo>
                  <a:lnTo>
                    <a:pt x="8980" y="218750"/>
                  </a:lnTo>
                  <a:lnTo>
                    <a:pt x="94820" y="132972"/>
                  </a:lnTo>
                  <a:lnTo>
                    <a:pt x="97067" y="130727"/>
                  </a:lnTo>
                  <a:lnTo>
                    <a:pt x="94821" y="128481"/>
                  </a:lnTo>
                  <a:lnTo>
                    <a:pt x="8979" y="42639"/>
                  </a:lnTo>
                  <a:lnTo>
                    <a:pt x="42640" y="8978"/>
                  </a:lnTo>
                  <a:lnTo>
                    <a:pt x="128482" y="94795"/>
                  </a:lnTo>
                  <a:lnTo>
                    <a:pt x="130727" y="97039"/>
                  </a:lnTo>
                  <a:lnTo>
                    <a:pt x="132972" y="94795"/>
                  </a:lnTo>
                  <a:lnTo>
                    <a:pt x="218801" y="8978"/>
                  </a:lnTo>
                  <a:lnTo>
                    <a:pt x="227781" y="8978"/>
                  </a:lnTo>
                  <a:lnTo>
                    <a:pt x="221046" y="2243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</p:grpSp>
      <p:grpSp>
        <p:nvGrpSpPr>
          <p:cNvPr id="287" name="shape 287"/>
          <p:cNvGrpSpPr/>
          <p:nvPr/>
        </p:nvGrpSpPr>
        <p:grpSpPr>
          <a:xfrm>
            <a:off x="4815490" y="2160840"/>
            <a:ext cx="261444" cy="261392"/>
            <a:chOff x="0" y="0"/>
            <a:chExt cx="261443" cy="261391"/>
          </a:xfrm>
        </p:grpSpPr>
        <p:sp>
          <p:nvSpPr>
            <p:cNvPr id="288" name="shape 288"/>
            <p:cNvSpPr/>
            <p:nvPr/>
          </p:nvSpPr>
          <p:spPr>
            <a:xfrm>
              <a:off x="4491" y="4488"/>
              <a:ext cx="252464" cy="252413"/>
            </a:xfrm>
            <a:custGeom>
              <a:pathLst>
                <a:path w="252463" h="252412">
                  <a:moveTo>
                    <a:pt x="252463" y="38150"/>
                  </a:moveTo>
                  <a:lnTo>
                    <a:pt x="214312" y="0"/>
                  </a:lnTo>
                  <a:lnTo>
                    <a:pt x="126225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74" y="126237"/>
                  </a:lnTo>
                  <a:lnTo>
                    <a:pt x="0" y="214261"/>
                  </a:lnTo>
                  <a:lnTo>
                    <a:pt x="38150" y="252412"/>
                  </a:lnTo>
                  <a:lnTo>
                    <a:pt x="126225" y="164312"/>
                  </a:lnTo>
                  <a:lnTo>
                    <a:pt x="214312" y="252412"/>
                  </a:lnTo>
                  <a:lnTo>
                    <a:pt x="252463" y="214261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  <p:sp>
          <p:nvSpPr>
            <p:cNvPr id="289" name="shape 289"/>
            <p:cNvSpPr/>
            <p:nvPr/>
          </p:nvSpPr>
          <p:spPr>
            <a:xfrm>
              <a:off x="0" y="0"/>
              <a:ext cx="261444" cy="261392"/>
            </a:xfrm>
            <a:custGeom>
              <a:pathLst>
                <a:path w="261443" h="261391">
                  <a:moveTo>
                    <a:pt x="218805" y="0"/>
                  </a:moveTo>
                  <a:lnTo>
                    <a:pt x="218802" y="0"/>
                  </a:lnTo>
                  <a:lnTo>
                    <a:pt x="216558" y="2242"/>
                  </a:lnTo>
                  <a:lnTo>
                    <a:pt x="130716" y="88060"/>
                  </a:lnTo>
                  <a:lnTo>
                    <a:pt x="44886" y="2243"/>
                  </a:lnTo>
                  <a:lnTo>
                    <a:pt x="42643" y="0"/>
                  </a:lnTo>
                  <a:lnTo>
                    <a:pt x="42639" y="0"/>
                  </a:lnTo>
                  <a:lnTo>
                    <a:pt x="40396" y="2243"/>
                  </a:lnTo>
                  <a:lnTo>
                    <a:pt x="2245" y="40394"/>
                  </a:lnTo>
                  <a:lnTo>
                    <a:pt x="0" y="42638"/>
                  </a:lnTo>
                  <a:lnTo>
                    <a:pt x="2245" y="44883"/>
                  </a:lnTo>
                  <a:lnTo>
                    <a:pt x="88074" y="130725"/>
                  </a:lnTo>
                  <a:lnTo>
                    <a:pt x="2246" y="216504"/>
                  </a:lnTo>
                  <a:lnTo>
                    <a:pt x="0" y="218749"/>
                  </a:lnTo>
                  <a:lnTo>
                    <a:pt x="2245" y="220995"/>
                  </a:lnTo>
                  <a:lnTo>
                    <a:pt x="40396" y="259145"/>
                  </a:lnTo>
                  <a:lnTo>
                    <a:pt x="42641" y="261391"/>
                  </a:lnTo>
                  <a:lnTo>
                    <a:pt x="44886" y="259145"/>
                  </a:lnTo>
                  <a:lnTo>
                    <a:pt x="130716" y="173291"/>
                  </a:lnTo>
                  <a:lnTo>
                    <a:pt x="216558" y="259145"/>
                  </a:lnTo>
                  <a:lnTo>
                    <a:pt x="218803" y="261391"/>
                  </a:lnTo>
                  <a:lnTo>
                    <a:pt x="221048" y="259145"/>
                  </a:lnTo>
                  <a:lnTo>
                    <a:pt x="227783" y="252410"/>
                  </a:lnTo>
                  <a:lnTo>
                    <a:pt x="218803" y="252410"/>
                  </a:lnTo>
                  <a:lnTo>
                    <a:pt x="132961" y="166555"/>
                  </a:lnTo>
                  <a:lnTo>
                    <a:pt x="130716" y="164310"/>
                  </a:lnTo>
                  <a:lnTo>
                    <a:pt x="128470" y="166556"/>
                  </a:lnTo>
                  <a:lnTo>
                    <a:pt x="42641" y="252410"/>
                  </a:lnTo>
                  <a:lnTo>
                    <a:pt x="8981" y="218750"/>
                  </a:lnTo>
                  <a:lnTo>
                    <a:pt x="94809" y="132971"/>
                  </a:lnTo>
                  <a:lnTo>
                    <a:pt x="97055" y="130727"/>
                  </a:lnTo>
                  <a:lnTo>
                    <a:pt x="94810" y="128481"/>
                  </a:lnTo>
                  <a:lnTo>
                    <a:pt x="8980" y="42639"/>
                  </a:lnTo>
                  <a:lnTo>
                    <a:pt x="42641" y="8978"/>
                  </a:lnTo>
                  <a:lnTo>
                    <a:pt x="128471" y="94795"/>
                  </a:lnTo>
                  <a:lnTo>
                    <a:pt x="130716" y="97039"/>
                  </a:lnTo>
                  <a:lnTo>
                    <a:pt x="132960" y="94795"/>
                  </a:lnTo>
                  <a:lnTo>
                    <a:pt x="218802" y="8978"/>
                  </a:lnTo>
                  <a:lnTo>
                    <a:pt x="252464" y="42639"/>
                  </a:lnTo>
                  <a:lnTo>
                    <a:pt x="166622" y="128481"/>
                  </a:lnTo>
                  <a:lnTo>
                    <a:pt x="164376" y="130727"/>
                  </a:lnTo>
                  <a:lnTo>
                    <a:pt x="166622" y="132972"/>
                  </a:lnTo>
                  <a:lnTo>
                    <a:pt x="252463" y="218750"/>
                  </a:lnTo>
                  <a:lnTo>
                    <a:pt x="218803" y="252410"/>
                  </a:lnTo>
                  <a:lnTo>
                    <a:pt x="227783" y="252410"/>
                  </a:lnTo>
                  <a:lnTo>
                    <a:pt x="259199" y="220995"/>
                  </a:lnTo>
                  <a:lnTo>
                    <a:pt x="261443" y="218750"/>
                  </a:lnTo>
                  <a:lnTo>
                    <a:pt x="261443" y="218747"/>
                  </a:lnTo>
                  <a:lnTo>
                    <a:pt x="259198" y="216504"/>
                  </a:lnTo>
                  <a:lnTo>
                    <a:pt x="173357" y="130725"/>
                  </a:lnTo>
                  <a:lnTo>
                    <a:pt x="259199" y="44884"/>
                  </a:lnTo>
                  <a:lnTo>
                    <a:pt x="261443" y="42639"/>
                  </a:lnTo>
                  <a:lnTo>
                    <a:pt x="261443" y="42638"/>
                  </a:lnTo>
                  <a:lnTo>
                    <a:pt x="259199" y="40394"/>
                  </a:lnTo>
                  <a:lnTo>
                    <a:pt x="227783" y="8978"/>
                  </a:lnTo>
                  <a:lnTo>
                    <a:pt x="221048" y="2243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</p:grpSp>
      <p:grpSp>
        <p:nvGrpSpPr>
          <p:cNvPr id="290" name="shape 290"/>
          <p:cNvGrpSpPr/>
          <p:nvPr/>
        </p:nvGrpSpPr>
        <p:grpSpPr>
          <a:xfrm>
            <a:off x="6013395" y="2160815"/>
            <a:ext cx="261442" cy="261417"/>
            <a:chOff x="0" y="0"/>
            <a:chExt cx="261442" cy="261417"/>
          </a:xfrm>
        </p:grpSpPr>
        <p:sp>
          <p:nvSpPr>
            <p:cNvPr id="291" name="shape 291"/>
            <p:cNvSpPr/>
            <p:nvPr/>
          </p:nvSpPr>
          <p:spPr>
            <a:xfrm>
              <a:off x="4490" y="4489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37" y="164337"/>
                  </a:lnTo>
                  <a:lnTo>
                    <a:pt x="214312" y="252437"/>
                  </a:lnTo>
                  <a:lnTo>
                    <a:pt x="252463" y="214287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292" name="shape 292"/>
            <p:cNvSpPr/>
            <p:nvPr/>
          </p:nvSpPr>
          <p:spPr>
            <a:xfrm>
              <a:off x="0" y="0"/>
              <a:ext cx="261442" cy="261417"/>
            </a:xfrm>
            <a:custGeom>
              <a:pathLst>
                <a:path w="261441" h="261416">
                  <a:moveTo>
                    <a:pt x="218803" y="0"/>
                  </a:moveTo>
                  <a:lnTo>
                    <a:pt x="218802" y="0"/>
                  </a:lnTo>
                  <a:lnTo>
                    <a:pt x="216558" y="2244"/>
                  </a:lnTo>
                  <a:lnTo>
                    <a:pt x="130728" y="88061"/>
                  </a:lnTo>
                  <a:lnTo>
                    <a:pt x="51623" y="8979"/>
                  </a:lnTo>
                  <a:lnTo>
                    <a:pt x="42641" y="8979"/>
                  </a:lnTo>
                  <a:lnTo>
                    <a:pt x="128483" y="94796"/>
                  </a:lnTo>
                  <a:lnTo>
                    <a:pt x="130728" y="97040"/>
                  </a:lnTo>
                  <a:lnTo>
                    <a:pt x="132973" y="94796"/>
                  </a:lnTo>
                  <a:lnTo>
                    <a:pt x="218802" y="8979"/>
                  </a:lnTo>
                  <a:lnTo>
                    <a:pt x="252463" y="42639"/>
                  </a:lnTo>
                  <a:lnTo>
                    <a:pt x="166621" y="128456"/>
                  </a:lnTo>
                  <a:lnTo>
                    <a:pt x="164376" y="130701"/>
                  </a:lnTo>
                  <a:lnTo>
                    <a:pt x="166621" y="132947"/>
                  </a:lnTo>
                  <a:lnTo>
                    <a:pt x="252463" y="218776"/>
                  </a:lnTo>
                  <a:lnTo>
                    <a:pt x="218803" y="252436"/>
                  </a:lnTo>
                  <a:lnTo>
                    <a:pt x="132973" y="166582"/>
                  </a:lnTo>
                  <a:lnTo>
                    <a:pt x="130728" y="164336"/>
                  </a:lnTo>
                  <a:lnTo>
                    <a:pt x="128483" y="166582"/>
                  </a:lnTo>
                  <a:lnTo>
                    <a:pt x="42641" y="252437"/>
                  </a:lnTo>
                  <a:lnTo>
                    <a:pt x="8980" y="218776"/>
                  </a:lnTo>
                  <a:lnTo>
                    <a:pt x="94822" y="132947"/>
                  </a:lnTo>
                  <a:lnTo>
                    <a:pt x="97068" y="130701"/>
                  </a:lnTo>
                  <a:lnTo>
                    <a:pt x="94822" y="128456"/>
                  </a:lnTo>
                  <a:lnTo>
                    <a:pt x="8980" y="42639"/>
                  </a:lnTo>
                  <a:lnTo>
                    <a:pt x="42641" y="8979"/>
                  </a:lnTo>
                  <a:lnTo>
                    <a:pt x="51623" y="8979"/>
                  </a:lnTo>
                  <a:lnTo>
                    <a:pt x="51623" y="8979"/>
                  </a:lnTo>
                  <a:lnTo>
                    <a:pt x="44886" y="2244"/>
                  </a:lnTo>
                  <a:lnTo>
                    <a:pt x="42641" y="0"/>
                  </a:lnTo>
                  <a:lnTo>
                    <a:pt x="42640" y="0"/>
                  </a:lnTo>
                  <a:lnTo>
                    <a:pt x="40395" y="2244"/>
                  </a:lnTo>
                  <a:lnTo>
                    <a:pt x="2245" y="40395"/>
                  </a:lnTo>
                  <a:lnTo>
                    <a:pt x="0" y="42640"/>
                  </a:lnTo>
                  <a:lnTo>
                    <a:pt x="2245" y="44885"/>
                  </a:lnTo>
                  <a:lnTo>
                    <a:pt x="88086" y="130702"/>
                  </a:lnTo>
                  <a:lnTo>
                    <a:pt x="2245" y="216531"/>
                  </a:lnTo>
                  <a:lnTo>
                    <a:pt x="0" y="218776"/>
                  </a:lnTo>
                  <a:lnTo>
                    <a:pt x="2245" y="221021"/>
                  </a:lnTo>
                  <a:lnTo>
                    <a:pt x="40395" y="259172"/>
                  </a:lnTo>
                  <a:lnTo>
                    <a:pt x="42640" y="261416"/>
                  </a:lnTo>
                  <a:lnTo>
                    <a:pt x="42641" y="261416"/>
                  </a:lnTo>
                  <a:lnTo>
                    <a:pt x="44886" y="259172"/>
                  </a:lnTo>
                  <a:lnTo>
                    <a:pt x="130728" y="173318"/>
                  </a:lnTo>
                  <a:lnTo>
                    <a:pt x="216557" y="259171"/>
                  </a:lnTo>
                  <a:lnTo>
                    <a:pt x="218801" y="261416"/>
                  </a:lnTo>
                  <a:lnTo>
                    <a:pt x="218803" y="261416"/>
                  </a:lnTo>
                  <a:lnTo>
                    <a:pt x="221048" y="259172"/>
                  </a:lnTo>
                  <a:lnTo>
                    <a:pt x="259198" y="221021"/>
                  </a:lnTo>
                  <a:lnTo>
                    <a:pt x="261441" y="218778"/>
                  </a:lnTo>
                  <a:lnTo>
                    <a:pt x="261441" y="218774"/>
                  </a:lnTo>
                  <a:lnTo>
                    <a:pt x="259198" y="216531"/>
                  </a:lnTo>
                  <a:lnTo>
                    <a:pt x="173357" y="130702"/>
                  </a:lnTo>
                  <a:lnTo>
                    <a:pt x="259198" y="44885"/>
                  </a:lnTo>
                  <a:lnTo>
                    <a:pt x="261441" y="42642"/>
                  </a:lnTo>
                  <a:lnTo>
                    <a:pt x="261441" y="42638"/>
                  </a:lnTo>
                  <a:lnTo>
                    <a:pt x="259198" y="40395"/>
                  </a:lnTo>
                  <a:lnTo>
                    <a:pt x="221048" y="2244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id="293" name="shape 293"/>
          <p:cNvGrpSpPr/>
          <p:nvPr/>
        </p:nvGrpSpPr>
        <p:grpSpPr>
          <a:xfrm>
            <a:off x="5213282" y="2160766"/>
            <a:ext cx="261455" cy="261417"/>
            <a:chOff x="0" y="0"/>
            <a:chExt cx="261455" cy="261417"/>
          </a:xfrm>
        </p:grpSpPr>
        <p:sp>
          <p:nvSpPr>
            <p:cNvPr id="294" name="shape 294"/>
            <p:cNvSpPr/>
            <p:nvPr/>
          </p:nvSpPr>
          <p:spPr>
            <a:xfrm>
              <a:off x="4490" y="4489"/>
              <a:ext cx="252477" cy="252438"/>
            </a:xfrm>
            <a:custGeom>
              <a:pathLst>
                <a:path w="252476" h="252437">
                  <a:moveTo>
                    <a:pt x="252476" y="38150"/>
                  </a:moveTo>
                  <a:lnTo>
                    <a:pt x="214325" y="0"/>
                  </a:lnTo>
                  <a:lnTo>
                    <a:pt x="126250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50" y="164337"/>
                  </a:lnTo>
                  <a:lnTo>
                    <a:pt x="214325" y="252437"/>
                  </a:lnTo>
                  <a:lnTo>
                    <a:pt x="252476" y="214287"/>
                  </a:lnTo>
                  <a:lnTo>
                    <a:pt x="164388" y="126212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295" name="shape 295"/>
            <p:cNvSpPr/>
            <p:nvPr/>
          </p:nvSpPr>
          <p:spPr>
            <a:xfrm>
              <a:off x="0" y="0"/>
              <a:ext cx="261455" cy="261417"/>
            </a:xfrm>
            <a:custGeom>
              <a:pathLst>
                <a:path w="261454" h="261416">
                  <a:moveTo>
                    <a:pt x="218816" y="0"/>
                  </a:moveTo>
                  <a:lnTo>
                    <a:pt x="218814" y="0"/>
                  </a:lnTo>
                  <a:lnTo>
                    <a:pt x="216570" y="2244"/>
                  </a:lnTo>
                  <a:lnTo>
                    <a:pt x="130740" y="88061"/>
                  </a:lnTo>
                  <a:lnTo>
                    <a:pt x="51623" y="8978"/>
                  </a:lnTo>
                  <a:lnTo>
                    <a:pt x="42641" y="8978"/>
                  </a:lnTo>
                  <a:lnTo>
                    <a:pt x="128496" y="94796"/>
                  </a:lnTo>
                  <a:lnTo>
                    <a:pt x="130741" y="97040"/>
                  </a:lnTo>
                  <a:lnTo>
                    <a:pt x="132986" y="94796"/>
                  </a:lnTo>
                  <a:lnTo>
                    <a:pt x="218815" y="8979"/>
                  </a:lnTo>
                  <a:lnTo>
                    <a:pt x="252476" y="42639"/>
                  </a:lnTo>
                  <a:lnTo>
                    <a:pt x="166634" y="128456"/>
                  </a:lnTo>
                  <a:lnTo>
                    <a:pt x="164388" y="130701"/>
                  </a:lnTo>
                  <a:lnTo>
                    <a:pt x="166634" y="132947"/>
                  </a:lnTo>
                  <a:lnTo>
                    <a:pt x="252476" y="218776"/>
                  </a:lnTo>
                  <a:lnTo>
                    <a:pt x="218816" y="252436"/>
                  </a:lnTo>
                  <a:lnTo>
                    <a:pt x="132986" y="166582"/>
                  </a:lnTo>
                  <a:lnTo>
                    <a:pt x="130741" y="164336"/>
                  </a:lnTo>
                  <a:lnTo>
                    <a:pt x="128496" y="166582"/>
                  </a:lnTo>
                  <a:lnTo>
                    <a:pt x="42641" y="252436"/>
                  </a:lnTo>
                  <a:lnTo>
                    <a:pt x="8980" y="218776"/>
                  </a:lnTo>
                  <a:lnTo>
                    <a:pt x="94822" y="132947"/>
                  </a:lnTo>
                  <a:lnTo>
                    <a:pt x="97068" y="130701"/>
                  </a:lnTo>
                  <a:lnTo>
                    <a:pt x="94822" y="128456"/>
                  </a:lnTo>
                  <a:lnTo>
                    <a:pt x="8980" y="42639"/>
                  </a:lnTo>
                  <a:lnTo>
                    <a:pt x="42641" y="8978"/>
                  </a:lnTo>
                  <a:lnTo>
                    <a:pt x="51623" y="8978"/>
                  </a:lnTo>
                  <a:lnTo>
                    <a:pt x="51623" y="8978"/>
                  </a:lnTo>
                  <a:lnTo>
                    <a:pt x="44886" y="2243"/>
                  </a:lnTo>
                  <a:lnTo>
                    <a:pt x="42641" y="0"/>
                  </a:lnTo>
                  <a:lnTo>
                    <a:pt x="42640" y="0"/>
                  </a:lnTo>
                  <a:lnTo>
                    <a:pt x="40396" y="2244"/>
                  </a:lnTo>
                  <a:lnTo>
                    <a:pt x="2245" y="40395"/>
                  </a:lnTo>
                  <a:lnTo>
                    <a:pt x="0" y="42640"/>
                  </a:lnTo>
                  <a:lnTo>
                    <a:pt x="2245" y="44885"/>
                  </a:lnTo>
                  <a:lnTo>
                    <a:pt x="88087" y="130701"/>
                  </a:lnTo>
                  <a:lnTo>
                    <a:pt x="2245" y="216531"/>
                  </a:lnTo>
                  <a:lnTo>
                    <a:pt x="0" y="218776"/>
                  </a:lnTo>
                  <a:lnTo>
                    <a:pt x="2245" y="221021"/>
                  </a:lnTo>
                  <a:lnTo>
                    <a:pt x="40396" y="259172"/>
                  </a:lnTo>
                  <a:lnTo>
                    <a:pt x="42640" y="261416"/>
                  </a:lnTo>
                  <a:lnTo>
                    <a:pt x="42641" y="261416"/>
                  </a:lnTo>
                  <a:lnTo>
                    <a:pt x="44886" y="259172"/>
                  </a:lnTo>
                  <a:lnTo>
                    <a:pt x="130740" y="173317"/>
                  </a:lnTo>
                  <a:lnTo>
                    <a:pt x="216570" y="259171"/>
                  </a:lnTo>
                  <a:lnTo>
                    <a:pt x="218814" y="261416"/>
                  </a:lnTo>
                  <a:lnTo>
                    <a:pt x="218816" y="261416"/>
                  </a:lnTo>
                  <a:lnTo>
                    <a:pt x="221060" y="259172"/>
                  </a:lnTo>
                  <a:lnTo>
                    <a:pt x="259211" y="221021"/>
                  </a:lnTo>
                  <a:lnTo>
                    <a:pt x="261454" y="218778"/>
                  </a:lnTo>
                  <a:lnTo>
                    <a:pt x="261454" y="218773"/>
                  </a:lnTo>
                  <a:lnTo>
                    <a:pt x="259211" y="216531"/>
                  </a:lnTo>
                  <a:lnTo>
                    <a:pt x="173370" y="130701"/>
                  </a:lnTo>
                  <a:lnTo>
                    <a:pt x="259211" y="44885"/>
                  </a:lnTo>
                  <a:lnTo>
                    <a:pt x="261454" y="42642"/>
                  </a:lnTo>
                  <a:lnTo>
                    <a:pt x="261454" y="42638"/>
                  </a:lnTo>
                  <a:lnTo>
                    <a:pt x="259211" y="40395"/>
                  </a:lnTo>
                  <a:lnTo>
                    <a:pt x="221060" y="2244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id="296" name="shape 296"/>
          <p:cNvGrpSpPr/>
          <p:nvPr/>
        </p:nvGrpSpPr>
        <p:grpSpPr>
          <a:xfrm>
            <a:off x="6415705" y="2160815"/>
            <a:ext cx="261443" cy="261443"/>
            <a:chOff x="0" y="0"/>
            <a:chExt cx="261442" cy="261442"/>
          </a:xfrm>
        </p:grpSpPr>
        <p:sp>
          <p:nvSpPr>
            <p:cNvPr id="297" name="shape 297"/>
            <p:cNvSpPr/>
            <p:nvPr/>
          </p:nvSpPr>
          <p:spPr>
            <a:xfrm>
              <a:off x="4488" y="4489"/>
              <a:ext cx="252464" cy="252464"/>
            </a:xfrm>
            <a:custGeom>
              <a:pathLst>
                <a:path w="252463" h="252463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87"/>
                  </a:lnTo>
                  <a:lnTo>
                    <a:pt x="38150" y="252463"/>
                  </a:lnTo>
                  <a:lnTo>
                    <a:pt x="126237" y="164312"/>
                  </a:lnTo>
                  <a:lnTo>
                    <a:pt x="214312" y="252463"/>
                  </a:lnTo>
                  <a:lnTo>
                    <a:pt x="252463" y="214287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00A650">
                <a:alpha val="60000"/>
              </a:srgbClr>
            </a:solidFill>
          </p:spPr>
        </p:sp>
        <p:sp>
          <p:nvSpPr>
            <p:cNvPr id="298" name="shape 298"/>
            <p:cNvSpPr/>
            <p:nvPr/>
          </p:nvSpPr>
          <p:spPr>
            <a:xfrm>
              <a:off x="0" y="0"/>
              <a:ext cx="261443" cy="261443"/>
            </a:xfrm>
            <a:custGeom>
              <a:pathLst>
                <a:path w="261442" h="261442">
                  <a:moveTo>
                    <a:pt x="218802" y="0"/>
                  </a:moveTo>
                  <a:lnTo>
                    <a:pt x="218800" y="0"/>
                  </a:lnTo>
                  <a:lnTo>
                    <a:pt x="216555" y="2244"/>
                  </a:lnTo>
                  <a:lnTo>
                    <a:pt x="130726" y="88061"/>
                  </a:lnTo>
                  <a:lnTo>
                    <a:pt x="51621" y="8979"/>
                  </a:lnTo>
                  <a:lnTo>
                    <a:pt x="42639" y="8979"/>
                  </a:lnTo>
                  <a:lnTo>
                    <a:pt x="128482" y="94796"/>
                  </a:lnTo>
                  <a:lnTo>
                    <a:pt x="130726" y="97040"/>
                  </a:lnTo>
                  <a:lnTo>
                    <a:pt x="132971" y="94796"/>
                  </a:lnTo>
                  <a:lnTo>
                    <a:pt x="218800" y="8979"/>
                  </a:lnTo>
                  <a:lnTo>
                    <a:pt x="252461" y="42639"/>
                  </a:lnTo>
                  <a:lnTo>
                    <a:pt x="166620" y="128456"/>
                  </a:lnTo>
                  <a:lnTo>
                    <a:pt x="164373" y="130701"/>
                  </a:lnTo>
                  <a:lnTo>
                    <a:pt x="166619" y="132947"/>
                  </a:lnTo>
                  <a:lnTo>
                    <a:pt x="252462" y="218777"/>
                  </a:lnTo>
                  <a:lnTo>
                    <a:pt x="218801" y="252460"/>
                  </a:lnTo>
                  <a:lnTo>
                    <a:pt x="132972" y="166557"/>
                  </a:lnTo>
                  <a:lnTo>
                    <a:pt x="130726" y="164310"/>
                  </a:lnTo>
                  <a:lnTo>
                    <a:pt x="128480" y="166557"/>
                  </a:lnTo>
                  <a:lnTo>
                    <a:pt x="42639" y="252461"/>
                  </a:lnTo>
                  <a:lnTo>
                    <a:pt x="8978" y="218777"/>
                  </a:lnTo>
                  <a:lnTo>
                    <a:pt x="94820" y="132947"/>
                  </a:lnTo>
                  <a:lnTo>
                    <a:pt x="97066" y="130701"/>
                  </a:lnTo>
                  <a:lnTo>
                    <a:pt x="94820" y="128456"/>
                  </a:lnTo>
                  <a:lnTo>
                    <a:pt x="8978" y="42639"/>
                  </a:lnTo>
                  <a:lnTo>
                    <a:pt x="42639" y="8979"/>
                  </a:lnTo>
                  <a:lnTo>
                    <a:pt x="51621" y="8979"/>
                  </a:lnTo>
                  <a:lnTo>
                    <a:pt x="51621" y="8979"/>
                  </a:lnTo>
                  <a:lnTo>
                    <a:pt x="44884" y="2244"/>
                  </a:lnTo>
                  <a:lnTo>
                    <a:pt x="42639" y="0"/>
                  </a:lnTo>
                  <a:lnTo>
                    <a:pt x="42638" y="0"/>
                  </a:lnTo>
                  <a:lnTo>
                    <a:pt x="40394" y="2244"/>
                  </a:lnTo>
                  <a:lnTo>
                    <a:pt x="2243" y="40395"/>
                  </a:lnTo>
                  <a:lnTo>
                    <a:pt x="0" y="42638"/>
                  </a:lnTo>
                  <a:lnTo>
                    <a:pt x="0" y="42642"/>
                  </a:lnTo>
                  <a:lnTo>
                    <a:pt x="2243" y="44885"/>
                  </a:lnTo>
                  <a:lnTo>
                    <a:pt x="88085" y="130702"/>
                  </a:lnTo>
                  <a:lnTo>
                    <a:pt x="2243" y="216531"/>
                  </a:lnTo>
                  <a:lnTo>
                    <a:pt x="0" y="218774"/>
                  </a:lnTo>
                  <a:lnTo>
                    <a:pt x="0" y="218776"/>
                  </a:lnTo>
                  <a:lnTo>
                    <a:pt x="2242" y="221020"/>
                  </a:lnTo>
                  <a:lnTo>
                    <a:pt x="40393" y="259196"/>
                  </a:lnTo>
                  <a:lnTo>
                    <a:pt x="42637" y="261442"/>
                  </a:lnTo>
                  <a:lnTo>
                    <a:pt x="42641" y="261442"/>
                  </a:lnTo>
                  <a:lnTo>
                    <a:pt x="44885" y="259196"/>
                  </a:lnTo>
                  <a:lnTo>
                    <a:pt x="130726" y="173293"/>
                  </a:lnTo>
                  <a:lnTo>
                    <a:pt x="216555" y="259196"/>
                  </a:lnTo>
                  <a:lnTo>
                    <a:pt x="218798" y="261442"/>
                  </a:lnTo>
                  <a:lnTo>
                    <a:pt x="218802" y="261442"/>
                  </a:lnTo>
                  <a:lnTo>
                    <a:pt x="221046" y="259196"/>
                  </a:lnTo>
                  <a:lnTo>
                    <a:pt x="259197" y="221020"/>
                  </a:lnTo>
                  <a:lnTo>
                    <a:pt x="261441" y="218775"/>
                  </a:lnTo>
                  <a:lnTo>
                    <a:pt x="259196" y="216531"/>
                  </a:lnTo>
                  <a:lnTo>
                    <a:pt x="173355" y="130702"/>
                  </a:lnTo>
                  <a:lnTo>
                    <a:pt x="259196" y="44885"/>
                  </a:lnTo>
                  <a:lnTo>
                    <a:pt x="261442" y="42640"/>
                  </a:lnTo>
                  <a:lnTo>
                    <a:pt x="259196" y="40395"/>
                  </a:lnTo>
                  <a:lnTo>
                    <a:pt x="221046" y="2244"/>
                  </a:lnTo>
                  <a:close/>
                </a:path>
              </a:pathLst>
            </a:custGeom>
            <a:solidFill>
              <a:srgbClr val="00A650">
                <a:alpha val="60000"/>
              </a:srgbClr>
            </a:solidFill>
          </p:spPr>
        </p:sp>
      </p:grpSp>
      <p:grpSp>
        <p:nvGrpSpPr>
          <p:cNvPr id="299" name="shape 299"/>
          <p:cNvGrpSpPr/>
          <p:nvPr/>
        </p:nvGrpSpPr>
        <p:grpSpPr>
          <a:xfrm>
            <a:off x="5614094" y="2160741"/>
            <a:ext cx="261440" cy="261417"/>
            <a:chOff x="0" y="0"/>
            <a:chExt cx="261439" cy="261417"/>
          </a:xfrm>
        </p:grpSpPr>
        <p:sp>
          <p:nvSpPr>
            <p:cNvPr id="300" name="shape 300"/>
            <p:cNvSpPr/>
            <p:nvPr/>
          </p:nvSpPr>
          <p:spPr>
            <a:xfrm>
              <a:off x="4486" y="448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87"/>
                  </a:lnTo>
                  <a:lnTo>
                    <a:pt x="38150" y="252437"/>
                  </a:lnTo>
                  <a:lnTo>
                    <a:pt x="126237" y="164337"/>
                  </a:lnTo>
                  <a:lnTo>
                    <a:pt x="214312" y="252437"/>
                  </a:lnTo>
                  <a:lnTo>
                    <a:pt x="252463" y="214287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301" name="shape 301"/>
            <p:cNvSpPr/>
            <p:nvPr/>
          </p:nvSpPr>
          <p:spPr>
            <a:xfrm>
              <a:off x="0" y="0"/>
              <a:ext cx="261440" cy="261417"/>
            </a:xfrm>
            <a:custGeom>
              <a:pathLst>
                <a:path w="261439" h="261416">
                  <a:moveTo>
                    <a:pt x="218800" y="0"/>
                  </a:moveTo>
                  <a:lnTo>
                    <a:pt x="218796" y="0"/>
                  </a:lnTo>
                  <a:lnTo>
                    <a:pt x="216553" y="2243"/>
                  </a:lnTo>
                  <a:lnTo>
                    <a:pt x="130723" y="88060"/>
                  </a:lnTo>
                  <a:lnTo>
                    <a:pt x="51618" y="8978"/>
                  </a:lnTo>
                  <a:lnTo>
                    <a:pt x="42636" y="8978"/>
                  </a:lnTo>
                  <a:lnTo>
                    <a:pt x="128478" y="94795"/>
                  </a:lnTo>
                  <a:lnTo>
                    <a:pt x="130723" y="97039"/>
                  </a:lnTo>
                  <a:lnTo>
                    <a:pt x="132968" y="94795"/>
                  </a:lnTo>
                  <a:lnTo>
                    <a:pt x="218798" y="8978"/>
                  </a:lnTo>
                  <a:lnTo>
                    <a:pt x="252458" y="42638"/>
                  </a:lnTo>
                  <a:lnTo>
                    <a:pt x="166616" y="128455"/>
                  </a:lnTo>
                  <a:lnTo>
                    <a:pt x="164371" y="130700"/>
                  </a:lnTo>
                  <a:lnTo>
                    <a:pt x="166616" y="132946"/>
                  </a:lnTo>
                  <a:lnTo>
                    <a:pt x="252458" y="218775"/>
                  </a:lnTo>
                  <a:lnTo>
                    <a:pt x="218798" y="252435"/>
                  </a:lnTo>
                  <a:lnTo>
                    <a:pt x="132969" y="166581"/>
                  </a:lnTo>
                  <a:lnTo>
                    <a:pt x="130723" y="164335"/>
                  </a:lnTo>
                  <a:lnTo>
                    <a:pt x="128478" y="166581"/>
                  </a:lnTo>
                  <a:lnTo>
                    <a:pt x="42636" y="252435"/>
                  </a:lnTo>
                  <a:lnTo>
                    <a:pt x="8976" y="218775"/>
                  </a:lnTo>
                  <a:lnTo>
                    <a:pt x="94817" y="132946"/>
                  </a:lnTo>
                  <a:lnTo>
                    <a:pt x="97063" y="130700"/>
                  </a:lnTo>
                  <a:lnTo>
                    <a:pt x="94817" y="128455"/>
                  </a:lnTo>
                  <a:lnTo>
                    <a:pt x="8976" y="42638"/>
                  </a:lnTo>
                  <a:lnTo>
                    <a:pt x="42636" y="8978"/>
                  </a:lnTo>
                  <a:lnTo>
                    <a:pt x="51618" y="8978"/>
                  </a:lnTo>
                  <a:lnTo>
                    <a:pt x="51618" y="8978"/>
                  </a:lnTo>
                  <a:lnTo>
                    <a:pt x="44881" y="2242"/>
                  </a:lnTo>
                  <a:lnTo>
                    <a:pt x="42637" y="0"/>
                  </a:lnTo>
                  <a:lnTo>
                    <a:pt x="42634" y="0"/>
                  </a:lnTo>
                  <a:lnTo>
                    <a:pt x="40391" y="2243"/>
                  </a:lnTo>
                  <a:lnTo>
                    <a:pt x="2240" y="40394"/>
                  </a:lnTo>
                  <a:lnTo>
                    <a:pt x="0" y="42634"/>
                  </a:lnTo>
                  <a:lnTo>
                    <a:pt x="0" y="42644"/>
                  </a:lnTo>
                  <a:lnTo>
                    <a:pt x="2240" y="44884"/>
                  </a:lnTo>
                  <a:lnTo>
                    <a:pt x="88082" y="130700"/>
                  </a:lnTo>
                  <a:lnTo>
                    <a:pt x="2240" y="216530"/>
                  </a:lnTo>
                  <a:lnTo>
                    <a:pt x="0" y="218770"/>
                  </a:lnTo>
                  <a:lnTo>
                    <a:pt x="0" y="218779"/>
                  </a:lnTo>
                  <a:lnTo>
                    <a:pt x="2240" y="221020"/>
                  </a:lnTo>
                  <a:lnTo>
                    <a:pt x="40391" y="259171"/>
                  </a:lnTo>
                  <a:lnTo>
                    <a:pt x="42636" y="261416"/>
                  </a:lnTo>
                  <a:lnTo>
                    <a:pt x="44881" y="259171"/>
                  </a:lnTo>
                  <a:lnTo>
                    <a:pt x="130723" y="173316"/>
                  </a:lnTo>
                  <a:lnTo>
                    <a:pt x="216552" y="259170"/>
                  </a:lnTo>
                  <a:lnTo>
                    <a:pt x="218797" y="261416"/>
                  </a:lnTo>
                  <a:lnTo>
                    <a:pt x="221043" y="259171"/>
                  </a:lnTo>
                  <a:lnTo>
                    <a:pt x="259194" y="221020"/>
                  </a:lnTo>
                  <a:lnTo>
                    <a:pt x="261439" y="218775"/>
                  </a:lnTo>
                  <a:lnTo>
                    <a:pt x="259193" y="216530"/>
                  </a:lnTo>
                  <a:lnTo>
                    <a:pt x="173352" y="130700"/>
                  </a:lnTo>
                  <a:lnTo>
                    <a:pt x="259193" y="44884"/>
                  </a:lnTo>
                  <a:lnTo>
                    <a:pt x="261439" y="42639"/>
                  </a:lnTo>
                  <a:lnTo>
                    <a:pt x="259194" y="40394"/>
                  </a:lnTo>
                  <a:lnTo>
                    <a:pt x="221043" y="2243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aphicFrame>
        <p:nvGraphicFramePr>
          <p:cNvPr id="302" name="shape 302"/>
          <p:cNvGraphicFramePr>
            <a:graphicFrameLocks noGrp="1"/>
          </p:cNvGraphicFramePr>
          <p:nvPr/>
        </p:nvGraphicFramePr>
        <p:xfrm>
          <a:off x="4307399" y="2684703"/>
          <a:ext cx="2478503" cy="35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2305"/>
                <a:gridCol w="1816100"/>
              </a:tblGrid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12700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12700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12700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12700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03" name="shape 303"/>
          <p:cNvGraphicFramePr>
            <a:graphicFrameLocks noGrp="1"/>
          </p:cNvGraphicFramePr>
          <p:nvPr/>
        </p:nvGraphicFramePr>
        <p:xfrm>
          <a:off x="418597" y="3605521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1180"/>
                <a:gridCol w="358775"/>
                <a:gridCol w="2294255"/>
              </a:tblGrid>
              <a:tr h="1642110">
                <a:tc gridSpan="3">
                  <a:txBody>
                    <a:bodyPr/>
                    <a:p>
                      <a:pPr marL="77470" marR="285115"/>
                      <a:r>
                        <a:rPr sz="900" spc="-45">
                          <a:latin typeface="Arial"/>
                          <a:cs typeface="Arial"/>
                        </a:rPr>
                        <a:t>GWG 16.2 - Transparency Basic Blend Modes </a:t>
                      </a:r>
                      <a:r>
                        <a:rPr sz="600" spc="-45">
                          <a:latin typeface="Arial"/>
                          <a:cs typeface="Arial"/>
                        </a:rPr>
                        <a:t>(DeviceCMYK, Isolated)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25095" marR="101600">
                        <a:spcBef>
                          <a:spcPts val="400"/>
                        </a:spcBef>
                        <a:tabLst>
                          <a:tab pos="514350" algn="l"/>
                          <a:tab pos="889635" algn="l"/>
                          <a:tab pos="1318260" algn="l"/>
                          <a:tab pos="1725930" algn="l"/>
                          <a:tab pos="2068195" algn="l"/>
                          <a:tab pos="2521585" algn="l"/>
                          <a:tab pos="2897505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Darken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Multiply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 Burn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Lighten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Screen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 dodge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5">
                          <a:latin typeface="Arial"/>
                          <a:cs typeface="Arial"/>
                        </a:rPr>
                        <a:t>Overlay</a:t>
                      </a:r>
                      <a:r>
                        <a:rPr sz="400" spc="-5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15">
                          <a:latin typeface="Arial"/>
                          <a:cs typeface="Arial"/>
                        </a:rPr>
                        <a:t>Soft Light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6360" marR="68580">
                        <a:spcBef>
                          <a:spcPts val="500"/>
                        </a:spcBef>
                        <a:tabLst>
                          <a:tab pos="488315" algn="l"/>
                          <a:tab pos="900430" algn="l"/>
                          <a:tab pos="1354455" algn="l"/>
                          <a:tab pos="1687830" algn="l"/>
                          <a:tab pos="2141220" algn="l"/>
                          <a:tab pos="2482850" algn="l"/>
                          <a:tab pos="2865120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Hard Light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Difference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Exclusion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Hue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Saturation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Luminosity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20">
                          <a:latin typeface="Arial"/>
                          <a:cs typeface="Arial"/>
                        </a:rPr>
                        <a:t>Opacity (0%)</a:t>
                      </a:r>
                      <a:endParaRPr/>
                    </a:p>
                    <a:p>
                      <a:pPr marL="481965" marR="567690">
                        <a:spcBef>
                          <a:spcPts val="400"/>
                        </a:spcBef>
                      </a:pPr>
                      <a:r>
                        <a:rPr sz="400" spc="-30">
                          <a:latin typeface="Arial"/>
                          <a:cs typeface="Arial"/>
                        </a:rPr>
                        <a:t>If an 'X' appears, rendering of Isolated Transparency Groups (a transparency effect) is not performed correctly.</a:t>
                      </a:r>
                      <a:endParaRPr/>
                    </a:p>
                    <a:p>
                      <a:pPr marL="387985" marR="1616075" algn="just">
                        <a:spcBef>
                          <a:spcPts val="400"/>
                        </a:spcBef>
                        <a:tabLst>
                          <a:tab pos="1056005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PDF/X Output Intent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30">
                          <a:latin typeface="Arial"/>
                          <a:cs typeface="Arial"/>
                        </a:rPr>
                        <a:t>ISO Coated v2 300% (ECI)</a:t>
                      </a:r>
                      <a:endParaRPr/>
                    </a:p>
                    <a:p>
                      <a:pPr marL="387985" marR="1068070" algn="just">
                        <a:lnSpc>
                          <a:spcPct val="145166"/>
                        </a:lnSpc>
                        <a:spcBef>
                          <a:spcPts val="200"/>
                        </a:spcBef>
                        <a:tabLst>
                          <a:tab pos="1056005" algn="l"/>
                        </a:tabLst>
                      </a:pPr>
                      <a:r>
                        <a:rPr sz="400" spc="-10">
                          <a:latin typeface="Arial"/>
                          <a:cs typeface="Arial"/>
                        </a:rPr>
                        <a:t>Transparency Group</a:t>
                      </a:r>
                      <a:r>
                        <a:rPr sz="400" spc="-1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25">
                          <a:latin typeface="Arial"/>
                          <a:cs typeface="Arial"/>
                        </a:rPr>
                        <a:t>Isolated (Blend Mode Normal), TBCS*: DeviceCMYK </a:t>
                      </a:r>
                      <a:r>
                        <a:rPr sz="400">
                          <a:latin typeface="Arial"/>
                          <a:cs typeface="Arial"/>
                        </a:rPr>
                        <a:t>Source object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DeviceCMYK, using defined Blend Mode</a:t>
                      </a:r>
                      <a:endParaRPr/>
                    </a:p>
                    <a:p>
                      <a:pPr marL="387985" marR="1301115" algn="just">
                        <a:tabLst>
                          <a:tab pos="1056005" algn="l"/>
                        </a:tabLst>
                      </a:pPr>
                      <a:r>
                        <a:rPr sz="400" spc="-5">
                          <a:latin typeface="Arial"/>
                          <a:cs typeface="Arial"/>
                        </a:rPr>
                        <a:t>Backdrop</a:t>
                      </a:r>
                      <a:r>
                        <a:rPr sz="400" spc="-5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20">
                          <a:latin typeface="Arial"/>
                          <a:cs typeface="Arial"/>
                        </a:rPr>
                        <a:t>DeviceCMYK, using defined Blend Mode</a:t>
                      </a:r>
                      <a:endParaRPr/>
                    </a:p>
                    <a:p>
                      <a:pPr marL="1024890" marR="1247140">
                        <a:spcBef>
                          <a:spcPts val="300"/>
                        </a:spcBef>
                      </a:pPr>
                      <a:r>
                        <a:rPr sz="400" spc="-25">
                          <a:latin typeface="Arial"/>
                          <a:cs typeface="Arial"/>
                        </a:rPr>
                        <a:t>* TBCS = Transparency Blending Color Space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2554">
                <a:tc>
                  <a:txBody>
                    <a:bodyPr/>
                    <a:p>
                      <a:pPr marL="36195" marR="119380"/>
                      <a:r>
                        <a:rPr sz="600" spc="-30">
                          <a:latin typeface="Arial"/>
                          <a:cs typeface="Arial"/>
                        </a:rPr>
                        <a:t>05 Nov 2012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6035" marR="34290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49860" marR="40005" algn="r">
                        <a:tabLst>
                          <a:tab pos="212026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16.2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304" name="shape 304"/>
          <p:cNvGrpSpPr/>
          <p:nvPr/>
        </p:nvGrpSpPr>
        <p:grpSpPr>
          <a:xfrm>
            <a:off x="488106" y="3816801"/>
            <a:ext cx="261442" cy="261453"/>
            <a:chOff x="0" y="0"/>
            <a:chExt cx="261442" cy="261453"/>
          </a:xfrm>
        </p:grpSpPr>
        <p:sp>
          <p:nvSpPr>
            <p:cNvPr id="305" name="shape 305"/>
            <p:cNvSpPr/>
            <p:nvPr/>
          </p:nvSpPr>
          <p:spPr>
            <a:xfrm>
              <a:off x="4490" y="4506"/>
              <a:ext cx="252463" cy="252421"/>
            </a:xfrm>
            <a:custGeom>
              <a:pathLst>
                <a:path w="252462" h="252420">
                  <a:moveTo>
                    <a:pt x="214311" y="252420"/>
                  </a:moveTo>
                  <a:lnTo>
                    <a:pt x="126237" y="164358"/>
                  </a:lnTo>
                  <a:lnTo>
                    <a:pt x="38150" y="252420"/>
                  </a:lnTo>
                  <a:lnTo>
                    <a:pt x="0" y="214321"/>
                  </a:lnTo>
                  <a:lnTo>
                    <a:pt x="0" y="214319"/>
                  </a:lnTo>
                  <a:lnTo>
                    <a:pt x="88086" y="126232"/>
                  </a:lnTo>
                  <a:lnTo>
                    <a:pt x="0" y="38146"/>
                  </a:lnTo>
                  <a:lnTo>
                    <a:pt x="0" y="38144"/>
                  </a:lnTo>
                  <a:lnTo>
                    <a:pt x="38145" y="0"/>
                  </a:lnTo>
                  <a:lnTo>
                    <a:pt x="38155" y="0"/>
                  </a:lnTo>
                  <a:lnTo>
                    <a:pt x="126237" y="88082"/>
                  </a:lnTo>
                  <a:lnTo>
                    <a:pt x="214306" y="0"/>
                  </a:lnTo>
                  <a:lnTo>
                    <a:pt x="214316" y="0"/>
                  </a:lnTo>
                  <a:lnTo>
                    <a:pt x="252462" y="38145"/>
                  </a:lnTo>
                  <a:lnTo>
                    <a:pt x="164375" y="126232"/>
                  </a:lnTo>
                  <a:lnTo>
                    <a:pt x="252462" y="214320"/>
                  </a:lnTo>
                  <a:close/>
                </a:path>
              </a:pathLst>
            </a:custGeom>
            <a:solidFill>
              <a:srgbClr val="231F20">
                <a:alpha val="60000"/>
              </a:srgbClr>
            </a:solidFill>
          </p:spPr>
        </p:sp>
        <p:sp>
          <p:nvSpPr>
            <p:cNvPr id="306" name="shape 306"/>
            <p:cNvSpPr/>
            <p:nvPr/>
          </p:nvSpPr>
          <p:spPr>
            <a:xfrm>
              <a:off x="4490" y="4494"/>
              <a:ext cx="252463" cy="252473"/>
            </a:xfrm>
            <a:custGeom>
              <a:pathLst>
                <a:path w="252462" h="252472">
                  <a:moveTo>
                    <a:pt x="214311" y="252472"/>
                  </a:moveTo>
                  <a:lnTo>
                    <a:pt x="126237" y="164346"/>
                  </a:lnTo>
                  <a:lnTo>
                    <a:pt x="38150" y="252472"/>
                  </a:lnTo>
                  <a:lnTo>
                    <a:pt x="0" y="214296"/>
                  </a:lnTo>
                  <a:lnTo>
                    <a:pt x="0" y="214295"/>
                  </a:lnTo>
                  <a:lnTo>
                    <a:pt x="88086" y="126221"/>
                  </a:lnTo>
                  <a:lnTo>
                    <a:pt x="0" y="38147"/>
                  </a:lnTo>
                  <a:lnTo>
                    <a:pt x="0" y="38146"/>
                  </a:lnTo>
                  <a:lnTo>
                    <a:pt x="38146" y="0"/>
                  </a:lnTo>
                  <a:lnTo>
                    <a:pt x="38154" y="0"/>
                  </a:lnTo>
                  <a:lnTo>
                    <a:pt x="126237" y="88070"/>
                  </a:lnTo>
                  <a:lnTo>
                    <a:pt x="214308" y="0"/>
                  </a:lnTo>
                  <a:lnTo>
                    <a:pt x="214315" y="0"/>
                  </a:lnTo>
                  <a:lnTo>
                    <a:pt x="252462" y="38146"/>
                  </a:lnTo>
                  <a:lnTo>
                    <a:pt x="164375" y="126221"/>
                  </a:lnTo>
                  <a:lnTo>
                    <a:pt x="252462" y="214295"/>
                  </a:lnTo>
                  <a:close/>
                </a:path>
              </a:pathLst>
            </a:custGeom>
            <a:solidFill>
              <a:srgbClr val="FFF200">
                <a:alpha val="60000"/>
              </a:srgbClr>
            </a:solidFill>
          </p:spPr>
        </p:sp>
        <p:sp>
          <p:nvSpPr>
            <p:cNvPr id="307" name="shape 307"/>
            <p:cNvSpPr/>
            <p:nvPr/>
          </p:nvSpPr>
          <p:spPr>
            <a:xfrm>
              <a:off x="4489" y="4490"/>
              <a:ext cx="252464" cy="252477"/>
            </a:xfrm>
            <a:custGeom>
              <a:pathLst>
                <a:path w="252463" h="252476">
                  <a:moveTo>
                    <a:pt x="252463" y="38137"/>
                  </a:moveTo>
                  <a:lnTo>
                    <a:pt x="214312" y="0"/>
                  </a:lnTo>
                  <a:lnTo>
                    <a:pt x="126238" y="88074"/>
                  </a:lnTo>
                  <a:lnTo>
                    <a:pt x="38150" y="0"/>
                  </a:lnTo>
                  <a:lnTo>
                    <a:pt x="0" y="38137"/>
                  </a:lnTo>
                  <a:lnTo>
                    <a:pt x="88087" y="126225"/>
                  </a:lnTo>
                  <a:lnTo>
                    <a:pt x="0" y="214325"/>
                  </a:lnTo>
                  <a:lnTo>
                    <a:pt x="38150" y="252475"/>
                  </a:lnTo>
                  <a:lnTo>
                    <a:pt x="126238" y="164350"/>
                  </a:lnTo>
                  <a:lnTo>
                    <a:pt x="214312" y="252475"/>
                  </a:lnTo>
                  <a:lnTo>
                    <a:pt x="252463" y="214325"/>
                  </a:lnTo>
                  <a:lnTo>
                    <a:pt x="164376" y="126225"/>
                  </a:lnTo>
                  <a:close/>
                </a:path>
              </a:pathLst>
            </a:custGeom>
            <a:solidFill>
              <a:srgbClr val="F49AC1">
                <a:alpha val="60000"/>
              </a:srgbClr>
            </a:solidFill>
          </p:spPr>
        </p:sp>
        <p:sp>
          <p:nvSpPr>
            <p:cNvPr id="308" name="shape 308"/>
            <p:cNvSpPr/>
            <p:nvPr/>
          </p:nvSpPr>
          <p:spPr>
            <a:xfrm>
              <a:off x="0" y="0"/>
              <a:ext cx="261442" cy="261453"/>
            </a:xfrm>
            <a:custGeom>
              <a:pathLst>
                <a:path w="261441" h="261452">
                  <a:moveTo>
                    <a:pt x="218801" y="0"/>
                  </a:moveTo>
                  <a:lnTo>
                    <a:pt x="216556" y="2244"/>
                  </a:lnTo>
                  <a:lnTo>
                    <a:pt x="130726" y="88074"/>
                  </a:lnTo>
                  <a:lnTo>
                    <a:pt x="51620" y="8979"/>
                  </a:lnTo>
                  <a:lnTo>
                    <a:pt x="44884" y="2244"/>
                  </a:lnTo>
                  <a:lnTo>
                    <a:pt x="42639" y="0"/>
                  </a:lnTo>
                  <a:lnTo>
                    <a:pt x="40395" y="2244"/>
                  </a:lnTo>
                  <a:lnTo>
                    <a:pt x="2244" y="40382"/>
                  </a:lnTo>
                  <a:lnTo>
                    <a:pt x="0" y="42626"/>
                  </a:lnTo>
                  <a:lnTo>
                    <a:pt x="0" y="42629"/>
                  </a:lnTo>
                  <a:lnTo>
                    <a:pt x="2243" y="44873"/>
                  </a:lnTo>
                  <a:lnTo>
                    <a:pt x="88086" y="130715"/>
                  </a:lnTo>
                  <a:lnTo>
                    <a:pt x="2243" y="216570"/>
                  </a:lnTo>
                  <a:lnTo>
                    <a:pt x="0" y="218814"/>
                  </a:lnTo>
                  <a:lnTo>
                    <a:pt x="0" y="218816"/>
                  </a:lnTo>
                  <a:lnTo>
                    <a:pt x="2243" y="221060"/>
                  </a:lnTo>
                  <a:lnTo>
                    <a:pt x="40394" y="259210"/>
                  </a:lnTo>
                  <a:lnTo>
                    <a:pt x="42636" y="261452"/>
                  </a:lnTo>
                  <a:lnTo>
                    <a:pt x="42644" y="261452"/>
                  </a:lnTo>
                  <a:lnTo>
                    <a:pt x="44885" y="259210"/>
                  </a:lnTo>
                  <a:lnTo>
                    <a:pt x="130726" y="173332"/>
                  </a:lnTo>
                  <a:lnTo>
                    <a:pt x="216555" y="259210"/>
                  </a:lnTo>
                  <a:lnTo>
                    <a:pt x="218796" y="261452"/>
                  </a:lnTo>
                  <a:lnTo>
                    <a:pt x="218804" y="261452"/>
                  </a:lnTo>
                  <a:lnTo>
                    <a:pt x="221046" y="259210"/>
                  </a:lnTo>
                  <a:lnTo>
                    <a:pt x="259197" y="221060"/>
                  </a:lnTo>
                  <a:lnTo>
                    <a:pt x="261441" y="218815"/>
                  </a:lnTo>
                  <a:lnTo>
                    <a:pt x="261441" y="218814"/>
                  </a:lnTo>
                  <a:lnTo>
                    <a:pt x="259197" y="216570"/>
                  </a:lnTo>
                  <a:lnTo>
                    <a:pt x="173355" y="130715"/>
                  </a:lnTo>
                  <a:lnTo>
                    <a:pt x="259197" y="44873"/>
                  </a:lnTo>
                  <a:lnTo>
                    <a:pt x="261441" y="42628"/>
                  </a:lnTo>
                  <a:lnTo>
                    <a:pt x="261441" y="42626"/>
                  </a:lnTo>
                  <a:lnTo>
                    <a:pt x="259196" y="40382"/>
                  </a:lnTo>
                  <a:lnTo>
                    <a:pt x="227783" y="8979"/>
                  </a:lnTo>
                  <a:lnTo>
                    <a:pt x="218801" y="8979"/>
                  </a:lnTo>
                  <a:lnTo>
                    <a:pt x="252461" y="42628"/>
                  </a:lnTo>
                  <a:lnTo>
                    <a:pt x="166619" y="128470"/>
                  </a:lnTo>
                  <a:lnTo>
                    <a:pt x="164375" y="130714"/>
                  </a:lnTo>
                  <a:lnTo>
                    <a:pt x="166619" y="132960"/>
                  </a:lnTo>
                  <a:lnTo>
                    <a:pt x="252462" y="218814"/>
                  </a:lnTo>
                  <a:lnTo>
                    <a:pt x="218802" y="252475"/>
                  </a:lnTo>
                  <a:lnTo>
                    <a:pt x="132972" y="166596"/>
                  </a:lnTo>
                  <a:lnTo>
                    <a:pt x="130727" y="164349"/>
                  </a:lnTo>
                  <a:lnTo>
                    <a:pt x="128481" y="166596"/>
                  </a:lnTo>
                  <a:lnTo>
                    <a:pt x="42639" y="252475"/>
                  </a:lnTo>
                  <a:lnTo>
                    <a:pt x="8978" y="218814"/>
                  </a:lnTo>
                  <a:lnTo>
                    <a:pt x="94821" y="132960"/>
                  </a:lnTo>
                  <a:lnTo>
                    <a:pt x="97066" y="130714"/>
                  </a:lnTo>
                  <a:lnTo>
                    <a:pt x="94821" y="128470"/>
                  </a:lnTo>
                  <a:lnTo>
                    <a:pt x="8979" y="42628"/>
                  </a:lnTo>
                  <a:lnTo>
                    <a:pt x="42639" y="8979"/>
                  </a:lnTo>
                  <a:lnTo>
                    <a:pt x="128482" y="94809"/>
                  </a:lnTo>
                  <a:lnTo>
                    <a:pt x="130727" y="97054"/>
                  </a:lnTo>
                  <a:lnTo>
                    <a:pt x="132972" y="94809"/>
                  </a:lnTo>
                  <a:lnTo>
                    <a:pt x="218801" y="8979"/>
                  </a:lnTo>
                  <a:lnTo>
                    <a:pt x="227783" y="8979"/>
                  </a:lnTo>
                  <a:lnTo>
                    <a:pt x="221046" y="2244"/>
                  </a:lnTo>
                  <a:close/>
                </a:path>
              </a:pathLst>
            </a:custGeom>
            <a:solidFill>
              <a:srgbClr val="F7931D">
                <a:alpha val="60000"/>
              </a:srgbClr>
            </a:solidFill>
          </p:spPr>
        </p:sp>
      </p:grpSp>
      <p:grpSp>
        <p:nvGrpSpPr>
          <p:cNvPr id="309" name="shape 309"/>
          <p:cNvGrpSpPr/>
          <p:nvPr/>
        </p:nvGrpSpPr>
        <p:grpSpPr>
          <a:xfrm>
            <a:off x="889706" y="3819021"/>
            <a:ext cx="256952" cy="256947"/>
            <a:chOff x="0" y="0"/>
            <a:chExt cx="256951" cy="256946"/>
          </a:xfrm>
        </p:grpSpPr>
        <p:sp>
          <p:nvSpPr>
            <p:cNvPr id="310" name="shape 310"/>
            <p:cNvSpPr/>
            <p:nvPr/>
          </p:nvSpPr>
          <p:spPr>
            <a:xfrm>
              <a:off x="2245" y="2248"/>
              <a:ext cx="252463" cy="252460"/>
            </a:xfrm>
            <a:custGeom>
              <a:pathLst>
                <a:path w="252462" h="252459">
                  <a:moveTo>
                    <a:pt x="214311" y="252459"/>
                  </a:moveTo>
                  <a:lnTo>
                    <a:pt x="126236" y="164346"/>
                  </a:lnTo>
                  <a:lnTo>
                    <a:pt x="38149" y="252459"/>
                  </a:lnTo>
                  <a:lnTo>
                    <a:pt x="0" y="214284"/>
                  </a:lnTo>
                  <a:lnTo>
                    <a:pt x="0" y="214281"/>
                  </a:lnTo>
                  <a:lnTo>
                    <a:pt x="88085" y="126221"/>
                  </a:lnTo>
                  <a:lnTo>
                    <a:pt x="0" y="38148"/>
                  </a:lnTo>
                  <a:lnTo>
                    <a:pt x="0" y="38145"/>
                  </a:lnTo>
                  <a:lnTo>
                    <a:pt x="38145" y="0"/>
                  </a:lnTo>
                  <a:lnTo>
                    <a:pt x="38153" y="0"/>
                  </a:lnTo>
                  <a:lnTo>
                    <a:pt x="126236" y="88070"/>
                  </a:lnTo>
                  <a:lnTo>
                    <a:pt x="214307" y="0"/>
                  </a:lnTo>
                  <a:lnTo>
                    <a:pt x="214315" y="0"/>
                  </a:lnTo>
                  <a:lnTo>
                    <a:pt x="252462" y="38146"/>
                  </a:lnTo>
                  <a:lnTo>
                    <a:pt x="164374" y="126221"/>
                  </a:lnTo>
                  <a:lnTo>
                    <a:pt x="252462" y="214283"/>
                  </a:lnTo>
                  <a:close/>
                </a:path>
              </a:pathLst>
            </a:custGeom>
            <a:solidFill>
              <a:srgbClr val="FFF200">
                <a:alpha val="60000"/>
              </a:srgbClr>
            </a:solidFill>
          </p:spPr>
        </p:sp>
        <p:sp>
          <p:nvSpPr>
            <p:cNvPr id="311" name="shape 311"/>
            <p:cNvSpPr/>
            <p:nvPr/>
          </p:nvSpPr>
          <p:spPr>
            <a:xfrm>
              <a:off x="2244" y="2244"/>
              <a:ext cx="252464" cy="252464"/>
            </a:xfrm>
            <a:custGeom>
              <a:pathLst>
                <a:path w="252463" h="252463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25"/>
                  </a:lnTo>
                  <a:lnTo>
                    <a:pt x="0" y="214312"/>
                  </a:lnTo>
                  <a:lnTo>
                    <a:pt x="38150" y="252463"/>
                  </a:lnTo>
                  <a:lnTo>
                    <a:pt x="126237" y="164350"/>
                  </a:lnTo>
                  <a:lnTo>
                    <a:pt x="214312" y="252463"/>
                  </a:lnTo>
                  <a:lnTo>
                    <a:pt x="252463" y="214312"/>
                  </a:lnTo>
                  <a:lnTo>
                    <a:pt x="164376" y="126225"/>
                  </a:lnTo>
                  <a:close/>
                </a:path>
              </a:pathLst>
            </a:custGeom>
            <a:solidFill>
              <a:srgbClr val="F49AC1">
                <a:alpha val="60000"/>
              </a:srgbClr>
            </a:solidFill>
          </p:spPr>
        </p:sp>
        <p:sp>
          <p:nvSpPr>
            <p:cNvPr id="312" name="shape 312"/>
            <p:cNvSpPr/>
            <p:nvPr/>
          </p:nvSpPr>
          <p:spPr>
            <a:xfrm>
              <a:off x="0" y="0"/>
              <a:ext cx="256952" cy="256947"/>
            </a:xfrm>
            <a:custGeom>
              <a:pathLst>
                <a:path w="256951" h="256946">
                  <a:moveTo>
                    <a:pt x="216557" y="0"/>
                  </a:moveTo>
                  <a:lnTo>
                    <a:pt x="216555" y="0"/>
                  </a:lnTo>
                  <a:lnTo>
                    <a:pt x="215434" y="1121"/>
                  </a:lnTo>
                  <a:lnTo>
                    <a:pt x="128482" y="88086"/>
                  </a:lnTo>
                  <a:lnTo>
                    <a:pt x="44885" y="4489"/>
                  </a:lnTo>
                  <a:lnTo>
                    <a:pt x="41517" y="1121"/>
                  </a:lnTo>
                  <a:lnTo>
                    <a:pt x="40396" y="0"/>
                  </a:lnTo>
                  <a:lnTo>
                    <a:pt x="40393" y="0"/>
                  </a:lnTo>
                  <a:lnTo>
                    <a:pt x="39272" y="1121"/>
                  </a:lnTo>
                  <a:lnTo>
                    <a:pt x="1121" y="39272"/>
                  </a:lnTo>
                  <a:lnTo>
                    <a:pt x="0" y="40394"/>
                  </a:lnTo>
                  <a:lnTo>
                    <a:pt x="0" y="40395"/>
                  </a:lnTo>
                  <a:lnTo>
                    <a:pt x="1121" y="41517"/>
                  </a:lnTo>
                  <a:lnTo>
                    <a:pt x="88086" y="128469"/>
                  </a:lnTo>
                  <a:lnTo>
                    <a:pt x="1121" y="215434"/>
                  </a:lnTo>
                  <a:lnTo>
                    <a:pt x="0" y="216555"/>
                  </a:lnTo>
                  <a:lnTo>
                    <a:pt x="0" y="216557"/>
                  </a:lnTo>
                  <a:lnTo>
                    <a:pt x="1121" y="217678"/>
                  </a:lnTo>
                  <a:lnTo>
                    <a:pt x="39272" y="255829"/>
                  </a:lnTo>
                  <a:lnTo>
                    <a:pt x="40388" y="256946"/>
                  </a:lnTo>
                  <a:lnTo>
                    <a:pt x="40401" y="256946"/>
                  </a:lnTo>
                  <a:lnTo>
                    <a:pt x="41517" y="255829"/>
                  </a:lnTo>
                  <a:lnTo>
                    <a:pt x="128482" y="168840"/>
                  </a:lnTo>
                  <a:lnTo>
                    <a:pt x="215433" y="255829"/>
                  </a:lnTo>
                  <a:lnTo>
                    <a:pt x="216550" y="256946"/>
                  </a:lnTo>
                  <a:lnTo>
                    <a:pt x="216562" y="256946"/>
                  </a:lnTo>
                  <a:lnTo>
                    <a:pt x="217679" y="255829"/>
                  </a:lnTo>
                  <a:lnTo>
                    <a:pt x="255829" y="217678"/>
                  </a:lnTo>
                  <a:lnTo>
                    <a:pt x="256951" y="216557"/>
                  </a:lnTo>
                  <a:lnTo>
                    <a:pt x="256951" y="216555"/>
                  </a:lnTo>
                  <a:lnTo>
                    <a:pt x="255829" y="215434"/>
                  </a:lnTo>
                  <a:lnTo>
                    <a:pt x="168865" y="128469"/>
                  </a:lnTo>
                  <a:lnTo>
                    <a:pt x="255829" y="41517"/>
                  </a:lnTo>
                  <a:lnTo>
                    <a:pt x="256951" y="40395"/>
                  </a:lnTo>
                  <a:lnTo>
                    <a:pt x="256951" y="40393"/>
                  </a:lnTo>
                  <a:lnTo>
                    <a:pt x="255829" y="39272"/>
                  </a:lnTo>
                  <a:lnTo>
                    <a:pt x="221046" y="4489"/>
                  </a:lnTo>
                  <a:lnTo>
                    <a:pt x="216556" y="4489"/>
                  </a:lnTo>
                  <a:lnTo>
                    <a:pt x="252462" y="40394"/>
                  </a:lnTo>
                  <a:lnTo>
                    <a:pt x="165497" y="127346"/>
                  </a:lnTo>
                  <a:lnTo>
                    <a:pt x="164375" y="128469"/>
                  </a:lnTo>
                  <a:lnTo>
                    <a:pt x="165497" y="129591"/>
                  </a:lnTo>
                  <a:lnTo>
                    <a:pt x="252462" y="216556"/>
                  </a:lnTo>
                  <a:lnTo>
                    <a:pt x="216556" y="252462"/>
                  </a:lnTo>
                  <a:lnTo>
                    <a:pt x="129604" y="165472"/>
                  </a:lnTo>
                  <a:lnTo>
                    <a:pt x="128482" y="164349"/>
                  </a:lnTo>
                  <a:lnTo>
                    <a:pt x="127359" y="165472"/>
                  </a:lnTo>
                  <a:lnTo>
                    <a:pt x="40394" y="252462"/>
                  </a:lnTo>
                  <a:lnTo>
                    <a:pt x="4489" y="216556"/>
                  </a:lnTo>
                  <a:lnTo>
                    <a:pt x="91453" y="129591"/>
                  </a:lnTo>
                  <a:lnTo>
                    <a:pt x="92576" y="128469"/>
                  </a:lnTo>
                  <a:lnTo>
                    <a:pt x="91453" y="127346"/>
                  </a:lnTo>
                  <a:lnTo>
                    <a:pt x="4489" y="40394"/>
                  </a:lnTo>
                  <a:lnTo>
                    <a:pt x="40394" y="4489"/>
                  </a:lnTo>
                  <a:lnTo>
                    <a:pt x="127359" y="91453"/>
                  </a:lnTo>
                  <a:lnTo>
                    <a:pt x="128482" y="92576"/>
                  </a:lnTo>
                  <a:lnTo>
                    <a:pt x="129604" y="91453"/>
                  </a:lnTo>
                  <a:lnTo>
                    <a:pt x="216556" y="4489"/>
                  </a:lnTo>
                  <a:lnTo>
                    <a:pt x="221046" y="4489"/>
                  </a:lnTo>
                  <a:lnTo>
                    <a:pt x="217679" y="1121"/>
                  </a:lnTo>
                  <a:close/>
                </a:path>
              </a:pathLst>
            </a:custGeom>
            <a:solidFill>
              <a:srgbClr val="F7931D">
                <a:alpha val="60000"/>
              </a:srgbClr>
            </a:solidFill>
          </p:spPr>
        </p:sp>
      </p:grpSp>
      <p:grpSp>
        <p:nvGrpSpPr>
          <p:cNvPr id="313" name="shape 313"/>
          <p:cNvGrpSpPr/>
          <p:nvPr/>
        </p:nvGrpSpPr>
        <p:grpSpPr>
          <a:xfrm>
            <a:off x="1290445" y="3819008"/>
            <a:ext cx="256952" cy="256972"/>
            <a:chOff x="0" y="0"/>
            <a:chExt cx="256951" cy="256972"/>
          </a:xfrm>
        </p:grpSpPr>
        <p:sp>
          <p:nvSpPr>
            <p:cNvPr id="314" name="shape 314"/>
            <p:cNvSpPr/>
            <p:nvPr/>
          </p:nvSpPr>
          <p:spPr>
            <a:xfrm>
              <a:off x="2245" y="2248"/>
              <a:ext cx="252463" cy="252485"/>
            </a:xfrm>
            <a:custGeom>
              <a:pathLst>
                <a:path w="252462" h="252484">
                  <a:moveTo>
                    <a:pt x="214311" y="252484"/>
                  </a:moveTo>
                  <a:lnTo>
                    <a:pt x="126236" y="164359"/>
                  </a:lnTo>
                  <a:lnTo>
                    <a:pt x="38149" y="252484"/>
                  </a:lnTo>
                  <a:lnTo>
                    <a:pt x="0" y="214309"/>
                  </a:lnTo>
                  <a:lnTo>
                    <a:pt x="0" y="214307"/>
                  </a:lnTo>
                  <a:lnTo>
                    <a:pt x="88085" y="126234"/>
                  </a:lnTo>
                  <a:lnTo>
                    <a:pt x="0" y="38148"/>
                  </a:lnTo>
                  <a:lnTo>
                    <a:pt x="0" y="38145"/>
                  </a:lnTo>
                  <a:lnTo>
                    <a:pt x="38145" y="0"/>
                  </a:lnTo>
                  <a:lnTo>
                    <a:pt x="38153" y="0"/>
                  </a:lnTo>
                  <a:lnTo>
                    <a:pt x="126236" y="88083"/>
                  </a:lnTo>
                  <a:lnTo>
                    <a:pt x="214307" y="0"/>
                  </a:lnTo>
                  <a:lnTo>
                    <a:pt x="214315" y="0"/>
                  </a:lnTo>
                  <a:lnTo>
                    <a:pt x="252462" y="38146"/>
                  </a:lnTo>
                  <a:lnTo>
                    <a:pt x="164374" y="126234"/>
                  </a:lnTo>
                  <a:lnTo>
                    <a:pt x="252462" y="214308"/>
                  </a:lnTo>
                  <a:close/>
                </a:path>
              </a:pathLst>
            </a:custGeom>
            <a:solidFill>
              <a:srgbClr val="FFC20D">
                <a:alpha val="60000"/>
              </a:srgbClr>
            </a:solidFill>
          </p:spPr>
        </p:sp>
        <p:sp>
          <p:nvSpPr>
            <p:cNvPr id="315" name="shape 315"/>
            <p:cNvSpPr/>
            <p:nvPr/>
          </p:nvSpPr>
          <p:spPr>
            <a:xfrm>
              <a:off x="2244" y="2244"/>
              <a:ext cx="252464" cy="252489"/>
            </a:xfrm>
            <a:custGeom>
              <a:pathLst>
                <a:path w="252463" h="25248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37"/>
                  </a:lnTo>
                  <a:lnTo>
                    <a:pt x="38150" y="252488"/>
                  </a:lnTo>
                  <a:lnTo>
                    <a:pt x="126237" y="164363"/>
                  </a:lnTo>
                  <a:lnTo>
                    <a:pt x="214312" y="252488"/>
                  </a:lnTo>
                  <a:lnTo>
                    <a:pt x="252463" y="214337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F49AC1">
                <a:alpha val="60000"/>
              </a:srgbClr>
            </a:solidFill>
          </p:spPr>
        </p:sp>
        <p:sp>
          <p:nvSpPr>
            <p:cNvPr id="316" name="shape 316"/>
            <p:cNvSpPr/>
            <p:nvPr/>
          </p:nvSpPr>
          <p:spPr>
            <a:xfrm>
              <a:off x="0" y="0"/>
              <a:ext cx="256952" cy="256972"/>
            </a:xfrm>
            <a:custGeom>
              <a:pathLst>
                <a:path w="256951" h="256971">
                  <a:moveTo>
                    <a:pt x="216557" y="0"/>
                  </a:moveTo>
                  <a:lnTo>
                    <a:pt x="216555" y="0"/>
                  </a:lnTo>
                  <a:lnTo>
                    <a:pt x="215434" y="1121"/>
                  </a:lnTo>
                  <a:lnTo>
                    <a:pt x="128482" y="88086"/>
                  </a:lnTo>
                  <a:lnTo>
                    <a:pt x="44885" y="4489"/>
                  </a:lnTo>
                  <a:lnTo>
                    <a:pt x="41517" y="1121"/>
                  </a:lnTo>
                  <a:lnTo>
                    <a:pt x="40396" y="0"/>
                  </a:lnTo>
                  <a:lnTo>
                    <a:pt x="40393" y="0"/>
                  </a:lnTo>
                  <a:lnTo>
                    <a:pt x="39272" y="1121"/>
                  </a:lnTo>
                  <a:lnTo>
                    <a:pt x="1121" y="39272"/>
                  </a:lnTo>
                  <a:lnTo>
                    <a:pt x="0" y="40394"/>
                  </a:lnTo>
                  <a:lnTo>
                    <a:pt x="0" y="40395"/>
                  </a:lnTo>
                  <a:lnTo>
                    <a:pt x="1121" y="41517"/>
                  </a:lnTo>
                  <a:lnTo>
                    <a:pt x="88086" y="128482"/>
                  </a:lnTo>
                  <a:lnTo>
                    <a:pt x="1121" y="215459"/>
                  </a:lnTo>
                  <a:lnTo>
                    <a:pt x="0" y="216581"/>
                  </a:lnTo>
                  <a:lnTo>
                    <a:pt x="0" y="216582"/>
                  </a:lnTo>
                  <a:lnTo>
                    <a:pt x="1121" y="217704"/>
                  </a:lnTo>
                  <a:lnTo>
                    <a:pt x="39272" y="255855"/>
                  </a:lnTo>
                  <a:lnTo>
                    <a:pt x="40388" y="256971"/>
                  </a:lnTo>
                  <a:lnTo>
                    <a:pt x="40401" y="256971"/>
                  </a:lnTo>
                  <a:lnTo>
                    <a:pt x="41517" y="255854"/>
                  </a:lnTo>
                  <a:lnTo>
                    <a:pt x="128482" y="168852"/>
                  </a:lnTo>
                  <a:lnTo>
                    <a:pt x="215433" y="255854"/>
                  </a:lnTo>
                  <a:lnTo>
                    <a:pt x="216549" y="256971"/>
                  </a:lnTo>
                  <a:lnTo>
                    <a:pt x="216562" y="256971"/>
                  </a:lnTo>
                  <a:lnTo>
                    <a:pt x="217679" y="255855"/>
                  </a:lnTo>
                  <a:lnTo>
                    <a:pt x="255829" y="217704"/>
                  </a:lnTo>
                  <a:lnTo>
                    <a:pt x="256951" y="216582"/>
                  </a:lnTo>
                  <a:lnTo>
                    <a:pt x="256951" y="216580"/>
                  </a:lnTo>
                  <a:lnTo>
                    <a:pt x="255830" y="215459"/>
                  </a:lnTo>
                  <a:lnTo>
                    <a:pt x="168865" y="128482"/>
                  </a:lnTo>
                  <a:lnTo>
                    <a:pt x="255829" y="41517"/>
                  </a:lnTo>
                  <a:lnTo>
                    <a:pt x="256951" y="40395"/>
                  </a:lnTo>
                  <a:lnTo>
                    <a:pt x="256951" y="40393"/>
                  </a:lnTo>
                  <a:lnTo>
                    <a:pt x="255829" y="39272"/>
                  </a:lnTo>
                  <a:lnTo>
                    <a:pt x="221046" y="4489"/>
                  </a:lnTo>
                  <a:lnTo>
                    <a:pt x="216556" y="4489"/>
                  </a:lnTo>
                  <a:lnTo>
                    <a:pt x="252462" y="40394"/>
                  </a:lnTo>
                  <a:lnTo>
                    <a:pt x="165497" y="127359"/>
                  </a:lnTo>
                  <a:lnTo>
                    <a:pt x="164375" y="128482"/>
                  </a:lnTo>
                  <a:lnTo>
                    <a:pt x="165497" y="129604"/>
                  </a:lnTo>
                  <a:lnTo>
                    <a:pt x="252462" y="216581"/>
                  </a:lnTo>
                  <a:lnTo>
                    <a:pt x="216556" y="252487"/>
                  </a:lnTo>
                  <a:lnTo>
                    <a:pt x="129604" y="165485"/>
                  </a:lnTo>
                  <a:lnTo>
                    <a:pt x="128482" y="164361"/>
                  </a:lnTo>
                  <a:lnTo>
                    <a:pt x="127359" y="165485"/>
                  </a:lnTo>
                  <a:lnTo>
                    <a:pt x="40394" y="252487"/>
                  </a:lnTo>
                  <a:lnTo>
                    <a:pt x="4489" y="216581"/>
                  </a:lnTo>
                  <a:lnTo>
                    <a:pt x="91453" y="129604"/>
                  </a:lnTo>
                  <a:lnTo>
                    <a:pt x="92576" y="128482"/>
                  </a:lnTo>
                  <a:lnTo>
                    <a:pt x="91453" y="127359"/>
                  </a:lnTo>
                  <a:lnTo>
                    <a:pt x="4489" y="40394"/>
                  </a:lnTo>
                  <a:lnTo>
                    <a:pt x="40394" y="4489"/>
                  </a:lnTo>
                  <a:lnTo>
                    <a:pt x="127359" y="91453"/>
                  </a:lnTo>
                  <a:lnTo>
                    <a:pt x="128482" y="92576"/>
                  </a:lnTo>
                  <a:lnTo>
                    <a:pt x="129604" y="91453"/>
                  </a:lnTo>
                  <a:lnTo>
                    <a:pt x="216556" y="4489"/>
                  </a:lnTo>
                  <a:lnTo>
                    <a:pt x="221046" y="4489"/>
                  </a:lnTo>
                  <a:lnTo>
                    <a:pt x="217679" y="1121"/>
                  </a:lnTo>
                  <a:close/>
                </a:path>
              </a:pathLst>
            </a:custGeom>
            <a:solidFill>
              <a:srgbClr val="F7931D">
                <a:alpha val="60000"/>
              </a:srgbClr>
            </a:solidFill>
          </p:spPr>
        </p:sp>
      </p:grpSp>
      <p:grpSp>
        <p:nvGrpSpPr>
          <p:cNvPr id="317" name="shape 317"/>
          <p:cNvGrpSpPr/>
          <p:nvPr/>
        </p:nvGrpSpPr>
        <p:grpSpPr>
          <a:xfrm>
            <a:off x="1689825" y="3819008"/>
            <a:ext cx="256913" cy="256985"/>
            <a:chOff x="0" y="0"/>
            <a:chExt cx="256913" cy="256984"/>
          </a:xfrm>
        </p:grpSpPr>
        <p:sp>
          <p:nvSpPr>
            <p:cNvPr id="318" name="shape 318"/>
            <p:cNvSpPr/>
            <p:nvPr/>
          </p:nvSpPr>
          <p:spPr>
            <a:xfrm>
              <a:off x="2245" y="2238"/>
              <a:ext cx="252421" cy="252499"/>
            </a:xfrm>
            <a:custGeom>
              <a:pathLst>
                <a:path w="252420" h="252498">
                  <a:moveTo>
                    <a:pt x="214277" y="252498"/>
                  </a:moveTo>
                  <a:lnTo>
                    <a:pt x="214271" y="252498"/>
                  </a:lnTo>
                  <a:lnTo>
                    <a:pt x="126212" y="164363"/>
                  </a:lnTo>
                  <a:lnTo>
                    <a:pt x="38140" y="252498"/>
                  </a:lnTo>
                  <a:lnTo>
                    <a:pt x="38135" y="252498"/>
                  </a:lnTo>
                  <a:lnTo>
                    <a:pt x="0" y="214350"/>
                  </a:lnTo>
                  <a:lnTo>
                    <a:pt x="88074" y="126238"/>
                  </a:lnTo>
                  <a:lnTo>
                    <a:pt x="0" y="38150"/>
                  </a:lnTo>
                  <a:lnTo>
                    <a:pt x="38138" y="0"/>
                  </a:lnTo>
                  <a:lnTo>
                    <a:pt x="126212" y="88087"/>
                  </a:lnTo>
                  <a:lnTo>
                    <a:pt x="214274" y="0"/>
                  </a:lnTo>
                  <a:lnTo>
                    <a:pt x="252420" y="38145"/>
                  </a:lnTo>
                  <a:lnTo>
                    <a:pt x="252420" y="38155"/>
                  </a:lnTo>
                  <a:lnTo>
                    <a:pt x="164363" y="126238"/>
                  </a:lnTo>
                  <a:lnTo>
                    <a:pt x="252420" y="214345"/>
                  </a:lnTo>
                  <a:lnTo>
                    <a:pt x="252420" y="214355"/>
                  </a:lnTo>
                  <a:close/>
                </a:path>
              </a:pathLst>
            </a:custGeom>
            <a:solidFill>
              <a:srgbClr val="ED1C24">
                <a:alpha val="60000"/>
              </a:srgbClr>
            </a:solidFill>
          </p:spPr>
        </p:sp>
        <p:sp>
          <p:nvSpPr>
            <p:cNvPr id="319" name="shape 319"/>
            <p:cNvSpPr/>
            <p:nvPr/>
          </p:nvSpPr>
          <p:spPr>
            <a:xfrm>
              <a:off x="2245" y="2238"/>
              <a:ext cx="252426" cy="252502"/>
            </a:xfrm>
            <a:custGeom>
              <a:pathLst>
                <a:path w="252425" h="252501">
                  <a:moveTo>
                    <a:pt x="252425" y="38150"/>
                  </a:moveTo>
                  <a:lnTo>
                    <a:pt x="214274" y="0"/>
                  </a:lnTo>
                  <a:lnTo>
                    <a:pt x="126212" y="88087"/>
                  </a:lnTo>
                  <a:lnTo>
                    <a:pt x="38138" y="0"/>
                  </a:lnTo>
                  <a:lnTo>
                    <a:pt x="0" y="38150"/>
                  </a:lnTo>
                  <a:lnTo>
                    <a:pt x="88074" y="126237"/>
                  </a:lnTo>
                  <a:lnTo>
                    <a:pt x="0" y="214325"/>
                  </a:lnTo>
                  <a:lnTo>
                    <a:pt x="38138" y="252501"/>
                  </a:lnTo>
                  <a:lnTo>
                    <a:pt x="126212" y="164363"/>
                  </a:lnTo>
                  <a:lnTo>
                    <a:pt x="214274" y="252501"/>
                  </a:lnTo>
                  <a:lnTo>
                    <a:pt x="252425" y="214325"/>
                  </a:lnTo>
                  <a:lnTo>
                    <a:pt x="164363" y="126237"/>
                  </a:lnTo>
                  <a:close/>
                </a:path>
              </a:pathLst>
            </a:custGeom>
            <a:solidFill>
              <a:srgbClr val="937E3A">
                <a:alpha val="60000"/>
              </a:srgbClr>
            </a:solidFill>
          </p:spPr>
        </p:sp>
        <p:sp>
          <p:nvSpPr>
            <p:cNvPr id="320" name="shape 320"/>
            <p:cNvSpPr/>
            <p:nvPr/>
          </p:nvSpPr>
          <p:spPr>
            <a:xfrm>
              <a:off x="0" y="0"/>
              <a:ext cx="256913" cy="256985"/>
            </a:xfrm>
            <a:custGeom>
              <a:pathLst>
                <a:path w="256912" h="256984">
                  <a:moveTo>
                    <a:pt x="216526" y="0"/>
                  </a:moveTo>
                  <a:lnTo>
                    <a:pt x="216511" y="0"/>
                  </a:lnTo>
                  <a:lnTo>
                    <a:pt x="215396" y="1115"/>
                  </a:lnTo>
                  <a:lnTo>
                    <a:pt x="128457" y="88079"/>
                  </a:lnTo>
                  <a:lnTo>
                    <a:pt x="41505" y="1115"/>
                  </a:lnTo>
                  <a:lnTo>
                    <a:pt x="40390" y="0"/>
                  </a:lnTo>
                  <a:lnTo>
                    <a:pt x="40375" y="0"/>
                  </a:lnTo>
                  <a:lnTo>
                    <a:pt x="39260" y="1115"/>
                  </a:lnTo>
                  <a:lnTo>
                    <a:pt x="1122" y="39266"/>
                  </a:lnTo>
                  <a:lnTo>
                    <a:pt x="0" y="40388"/>
                  </a:lnTo>
                  <a:lnTo>
                    <a:pt x="1122" y="41511"/>
                  </a:lnTo>
                  <a:lnTo>
                    <a:pt x="88074" y="128475"/>
                  </a:lnTo>
                  <a:lnTo>
                    <a:pt x="1122" y="215440"/>
                  </a:lnTo>
                  <a:lnTo>
                    <a:pt x="0" y="216562"/>
                  </a:lnTo>
                  <a:lnTo>
                    <a:pt x="1121" y="217685"/>
                  </a:lnTo>
                  <a:lnTo>
                    <a:pt x="39259" y="255861"/>
                  </a:lnTo>
                  <a:lnTo>
                    <a:pt x="40381" y="256984"/>
                  </a:lnTo>
                  <a:lnTo>
                    <a:pt x="40383" y="256984"/>
                  </a:lnTo>
                  <a:lnTo>
                    <a:pt x="41505" y="255861"/>
                  </a:lnTo>
                  <a:lnTo>
                    <a:pt x="128457" y="168847"/>
                  </a:lnTo>
                  <a:lnTo>
                    <a:pt x="215396" y="255861"/>
                  </a:lnTo>
                  <a:lnTo>
                    <a:pt x="216518" y="256984"/>
                  </a:lnTo>
                  <a:lnTo>
                    <a:pt x="216519" y="256984"/>
                  </a:lnTo>
                  <a:lnTo>
                    <a:pt x="217641" y="255861"/>
                  </a:lnTo>
                  <a:lnTo>
                    <a:pt x="221008" y="252493"/>
                  </a:lnTo>
                  <a:lnTo>
                    <a:pt x="216519" y="252493"/>
                  </a:lnTo>
                  <a:lnTo>
                    <a:pt x="129580" y="165479"/>
                  </a:lnTo>
                  <a:lnTo>
                    <a:pt x="128457" y="164355"/>
                  </a:lnTo>
                  <a:lnTo>
                    <a:pt x="127334" y="165479"/>
                  </a:lnTo>
                  <a:lnTo>
                    <a:pt x="40383" y="252493"/>
                  </a:lnTo>
                  <a:lnTo>
                    <a:pt x="4489" y="216563"/>
                  </a:lnTo>
                  <a:lnTo>
                    <a:pt x="91441" y="129598"/>
                  </a:lnTo>
                  <a:lnTo>
                    <a:pt x="92564" y="128475"/>
                  </a:lnTo>
                  <a:lnTo>
                    <a:pt x="91441" y="127353"/>
                  </a:lnTo>
                  <a:lnTo>
                    <a:pt x="4489" y="40388"/>
                  </a:lnTo>
                  <a:lnTo>
                    <a:pt x="40383" y="4483"/>
                  </a:lnTo>
                  <a:lnTo>
                    <a:pt x="127334" y="91447"/>
                  </a:lnTo>
                  <a:lnTo>
                    <a:pt x="128457" y="92570"/>
                  </a:lnTo>
                  <a:lnTo>
                    <a:pt x="129580" y="91447"/>
                  </a:lnTo>
                  <a:lnTo>
                    <a:pt x="216519" y="4483"/>
                  </a:lnTo>
                  <a:lnTo>
                    <a:pt x="252425" y="40388"/>
                  </a:lnTo>
                  <a:lnTo>
                    <a:pt x="165485" y="127353"/>
                  </a:lnTo>
                  <a:lnTo>
                    <a:pt x="164363" y="128475"/>
                  </a:lnTo>
                  <a:lnTo>
                    <a:pt x="165485" y="129598"/>
                  </a:lnTo>
                  <a:lnTo>
                    <a:pt x="252425" y="216563"/>
                  </a:lnTo>
                  <a:lnTo>
                    <a:pt x="216519" y="252493"/>
                  </a:lnTo>
                  <a:lnTo>
                    <a:pt x="221008" y="252493"/>
                  </a:lnTo>
                  <a:lnTo>
                    <a:pt x="255792" y="217685"/>
                  </a:lnTo>
                  <a:lnTo>
                    <a:pt x="256912" y="216564"/>
                  </a:lnTo>
                  <a:lnTo>
                    <a:pt x="256912" y="216561"/>
                  </a:lnTo>
                  <a:lnTo>
                    <a:pt x="255792" y="215440"/>
                  </a:lnTo>
                  <a:lnTo>
                    <a:pt x="168852" y="128475"/>
                  </a:lnTo>
                  <a:lnTo>
                    <a:pt x="255792" y="41511"/>
                  </a:lnTo>
                  <a:lnTo>
                    <a:pt x="256912" y="40390"/>
                  </a:lnTo>
                  <a:lnTo>
                    <a:pt x="256912" y="40386"/>
                  </a:lnTo>
                  <a:lnTo>
                    <a:pt x="255792" y="39266"/>
                  </a:lnTo>
                  <a:lnTo>
                    <a:pt x="221009" y="4483"/>
                  </a:lnTo>
                  <a:lnTo>
                    <a:pt x="217641" y="1115"/>
                  </a:lnTo>
                  <a:close/>
                </a:path>
              </a:pathLst>
            </a:custGeom>
            <a:solidFill>
              <a:srgbClr val="F7931D">
                <a:alpha val="60000"/>
              </a:srgbClr>
            </a:solidFill>
          </p:spPr>
        </p:sp>
      </p:grpSp>
      <p:grpSp>
        <p:nvGrpSpPr>
          <p:cNvPr id="321" name="shape 321"/>
          <p:cNvGrpSpPr/>
          <p:nvPr/>
        </p:nvGrpSpPr>
        <p:grpSpPr>
          <a:xfrm>
            <a:off x="2083797" y="3816762"/>
            <a:ext cx="261404" cy="261466"/>
            <a:chOff x="0" y="0"/>
            <a:chExt cx="261403" cy="261466"/>
          </a:xfrm>
        </p:grpSpPr>
        <p:sp>
          <p:nvSpPr>
            <p:cNvPr id="322" name="shape 322"/>
            <p:cNvSpPr/>
            <p:nvPr/>
          </p:nvSpPr>
          <p:spPr>
            <a:xfrm>
              <a:off x="4482" y="4494"/>
              <a:ext cx="252434" cy="252485"/>
            </a:xfrm>
            <a:custGeom>
              <a:pathLst>
                <a:path w="252433" h="252484">
                  <a:moveTo>
                    <a:pt x="214282" y="252484"/>
                  </a:moveTo>
                  <a:lnTo>
                    <a:pt x="126220" y="164359"/>
                  </a:lnTo>
                  <a:lnTo>
                    <a:pt x="38145" y="252484"/>
                  </a:lnTo>
                  <a:lnTo>
                    <a:pt x="0" y="214338"/>
                  </a:lnTo>
                  <a:lnTo>
                    <a:pt x="0" y="214328"/>
                  </a:lnTo>
                  <a:lnTo>
                    <a:pt x="88082" y="126234"/>
                  </a:lnTo>
                  <a:lnTo>
                    <a:pt x="0" y="38151"/>
                  </a:lnTo>
                  <a:lnTo>
                    <a:pt x="0" y="38142"/>
                  </a:lnTo>
                  <a:lnTo>
                    <a:pt x="38142" y="0"/>
                  </a:lnTo>
                  <a:lnTo>
                    <a:pt x="38149" y="0"/>
                  </a:lnTo>
                  <a:lnTo>
                    <a:pt x="126220" y="88083"/>
                  </a:lnTo>
                  <a:lnTo>
                    <a:pt x="214278" y="0"/>
                  </a:lnTo>
                  <a:lnTo>
                    <a:pt x="214286" y="0"/>
                  </a:lnTo>
                  <a:lnTo>
                    <a:pt x="252433" y="38146"/>
                  </a:lnTo>
                  <a:lnTo>
                    <a:pt x="164371" y="126234"/>
                  </a:lnTo>
                  <a:lnTo>
                    <a:pt x="252433" y="214333"/>
                  </a:lnTo>
                  <a:close/>
                </a:path>
              </a:pathLst>
            </a:custGeom>
            <a:solidFill>
              <a:srgbClr val="ED1C24">
                <a:alpha val="60000"/>
              </a:srgbClr>
            </a:solidFill>
          </p:spPr>
        </p:sp>
        <p:sp>
          <p:nvSpPr>
            <p:cNvPr id="323" name="shape 323"/>
            <p:cNvSpPr/>
            <p:nvPr/>
          </p:nvSpPr>
          <p:spPr>
            <a:xfrm>
              <a:off x="4490" y="4490"/>
              <a:ext cx="252426" cy="252489"/>
            </a:xfrm>
            <a:custGeom>
              <a:pathLst>
                <a:path w="252425" h="252488">
                  <a:moveTo>
                    <a:pt x="252425" y="38150"/>
                  </a:moveTo>
                  <a:lnTo>
                    <a:pt x="214274" y="0"/>
                  </a:lnTo>
                  <a:lnTo>
                    <a:pt x="126212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74" y="126237"/>
                  </a:lnTo>
                  <a:lnTo>
                    <a:pt x="0" y="214312"/>
                  </a:lnTo>
                  <a:lnTo>
                    <a:pt x="38150" y="252488"/>
                  </a:lnTo>
                  <a:lnTo>
                    <a:pt x="126212" y="164363"/>
                  </a:lnTo>
                  <a:lnTo>
                    <a:pt x="214274" y="252488"/>
                  </a:lnTo>
                  <a:lnTo>
                    <a:pt x="252425" y="214312"/>
                  </a:lnTo>
                  <a:lnTo>
                    <a:pt x="164363" y="126237"/>
                  </a:lnTo>
                  <a:close/>
                </a:path>
              </a:pathLst>
            </a:custGeom>
            <a:solidFill>
              <a:srgbClr val="937E3A">
                <a:alpha val="60000"/>
              </a:srgbClr>
            </a:solidFill>
          </p:spPr>
        </p:sp>
        <p:sp>
          <p:nvSpPr>
            <p:cNvPr id="324" name="shape 324"/>
            <p:cNvSpPr/>
            <p:nvPr/>
          </p:nvSpPr>
          <p:spPr>
            <a:xfrm>
              <a:off x="0" y="0"/>
              <a:ext cx="261404" cy="261466"/>
            </a:xfrm>
            <a:custGeom>
              <a:pathLst>
                <a:path w="261403" h="261465">
                  <a:moveTo>
                    <a:pt x="218763" y="0"/>
                  </a:moveTo>
                  <a:lnTo>
                    <a:pt x="216518" y="2245"/>
                  </a:lnTo>
                  <a:lnTo>
                    <a:pt x="130702" y="88086"/>
                  </a:lnTo>
                  <a:lnTo>
                    <a:pt x="51619" y="8980"/>
                  </a:lnTo>
                  <a:lnTo>
                    <a:pt x="44886" y="2245"/>
                  </a:lnTo>
                  <a:lnTo>
                    <a:pt x="42641" y="0"/>
                  </a:lnTo>
                  <a:lnTo>
                    <a:pt x="40395" y="2245"/>
                  </a:lnTo>
                  <a:lnTo>
                    <a:pt x="2244" y="40395"/>
                  </a:lnTo>
                  <a:lnTo>
                    <a:pt x="0" y="42641"/>
                  </a:lnTo>
                  <a:lnTo>
                    <a:pt x="2244" y="44886"/>
                  </a:lnTo>
                  <a:lnTo>
                    <a:pt x="88074" y="130728"/>
                  </a:lnTo>
                  <a:lnTo>
                    <a:pt x="2244" y="216557"/>
                  </a:lnTo>
                  <a:lnTo>
                    <a:pt x="0" y="218802"/>
                  </a:lnTo>
                  <a:lnTo>
                    <a:pt x="2244" y="221047"/>
                  </a:lnTo>
                  <a:lnTo>
                    <a:pt x="40395" y="259223"/>
                  </a:lnTo>
                  <a:lnTo>
                    <a:pt x="42635" y="261465"/>
                  </a:lnTo>
                  <a:lnTo>
                    <a:pt x="42645" y="261465"/>
                  </a:lnTo>
                  <a:lnTo>
                    <a:pt x="44886" y="259223"/>
                  </a:lnTo>
                  <a:lnTo>
                    <a:pt x="130702" y="173345"/>
                  </a:lnTo>
                  <a:lnTo>
                    <a:pt x="216518" y="259223"/>
                  </a:lnTo>
                  <a:lnTo>
                    <a:pt x="218759" y="261465"/>
                  </a:lnTo>
                  <a:lnTo>
                    <a:pt x="218769" y="261465"/>
                  </a:lnTo>
                  <a:lnTo>
                    <a:pt x="221010" y="259223"/>
                  </a:lnTo>
                  <a:lnTo>
                    <a:pt x="227741" y="252487"/>
                  </a:lnTo>
                  <a:lnTo>
                    <a:pt x="218764" y="252487"/>
                  </a:lnTo>
                  <a:lnTo>
                    <a:pt x="132948" y="166609"/>
                  </a:lnTo>
                  <a:lnTo>
                    <a:pt x="130702" y="164362"/>
                  </a:lnTo>
                  <a:lnTo>
                    <a:pt x="128456" y="166609"/>
                  </a:lnTo>
                  <a:lnTo>
                    <a:pt x="42640" y="252487"/>
                  </a:lnTo>
                  <a:lnTo>
                    <a:pt x="8979" y="218803"/>
                  </a:lnTo>
                  <a:lnTo>
                    <a:pt x="94809" y="132973"/>
                  </a:lnTo>
                  <a:lnTo>
                    <a:pt x="97054" y="130728"/>
                  </a:lnTo>
                  <a:lnTo>
                    <a:pt x="94809" y="128483"/>
                  </a:lnTo>
                  <a:lnTo>
                    <a:pt x="8979" y="42641"/>
                  </a:lnTo>
                  <a:lnTo>
                    <a:pt x="42640" y="8980"/>
                  </a:lnTo>
                  <a:lnTo>
                    <a:pt x="128457" y="94822"/>
                  </a:lnTo>
                  <a:lnTo>
                    <a:pt x="130702" y="97068"/>
                  </a:lnTo>
                  <a:lnTo>
                    <a:pt x="132947" y="94822"/>
                  </a:lnTo>
                  <a:lnTo>
                    <a:pt x="218764" y="8980"/>
                  </a:lnTo>
                  <a:lnTo>
                    <a:pt x="252425" y="42641"/>
                  </a:lnTo>
                  <a:lnTo>
                    <a:pt x="166607" y="128483"/>
                  </a:lnTo>
                  <a:lnTo>
                    <a:pt x="164363" y="130728"/>
                  </a:lnTo>
                  <a:lnTo>
                    <a:pt x="166608" y="132973"/>
                  </a:lnTo>
                  <a:lnTo>
                    <a:pt x="252425" y="218803"/>
                  </a:lnTo>
                  <a:lnTo>
                    <a:pt x="218764" y="252487"/>
                  </a:lnTo>
                  <a:lnTo>
                    <a:pt x="227741" y="252487"/>
                  </a:lnTo>
                  <a:lnTo>
                    <a:pt x="259160" y="221047"/>
                  </a:lnTo>
                  <a:lnTo>
                    <a:pt x="261403" y="218803"/>
                  </a:lnTo>
                  <a:lnTo>
                    <a:pt x="261403" y="218800"/>
                  </a:lnTo>
                  <a:lnTo>
                    <a:pt x="259160" y="216558"/>
                  </a:lnTo>
                  <a:lnTo>
                    <a:pt x="173342" y="130728"/>
                  </a:lnTo>
                  <a:lnTo>
                    <a:pt x="259160" y="44886"/>
                  </a:lnTo>
                  <a:lnTo>
                    <a:pt x="261403" y="42642"/>
                  </a:lnTo>
                  <a:lnTo>
                    <a:pt x="261403" y="42638"/>
                  </a:lnTo>
                  <a:lnTo>
                    <a:pt x="259160" y="40395"/>
                  </a:lnTo>
                  <a:lnTo>
                    <a:pt x="221009" y="2245"/>
                  </a:lnTo>
                  <a:close/>
                </a:path>
              </a:pathLst>
            </a:custGeom>
            <a:solidFill>
              <a:srgbClr val="F7931D">
                <a:alpha val="60000"/>
              </a:srgbClr>
            </a:solidFill>
          </p:spPr>
        </p:sp>
      </p:grpSp>
      <p:grpSp>
        <p:nvGrpSpPr>
          <p:cNvPr id="325" name="shape 325"/>
          <p:cNvGrpSpPr/>
          <p:nvPr/>
        </p:nvGrpSpPr>
        <p:grpSpPr>
          <a:xfrm>
            <a:off x="2506122" y="3819008"/>
            <a:ext cx="256928" cy="256972"/>
            <a:chOff x="0" y="0"/>
            <a:chExt cx="256928" cy="256972"/>
          </a:xfrm>
        </p:grpSpPr>
        <p:sp>
          <p:nvSpPr>
            <p:cNvPr id="326" name="shape 326"/>
            <p:cNvSpPr/>
            <p:nvPr/>
          </p:nvSpPr>
          <p:spPr>
            <a:xfrm>
              <a:off x="2248" y="2248"/>
              <a:ext cx="252436" cy="252485"/>
            </a:xfrm>
            <a:custGeom>
              <a:pathLst>
                <a:path w="252435" h="252484">
                  <a:moveTo>
                    <a:pt x="214284" y="252484"/>
                  </a:moveTo>
                  <a:lnTo>
                    <a:pt x="126222" y="164359"/>
                  </a:lnTo>
                  <a:lnTo>
                    <a:pt x="38148" y="252484"/>
                  </a:lnTo>
                  <a:lnTo>
                    <a:pt x="0" y="214336"/>
                  </a:lnTo>
                  <a:lnTo>
                    <a:pt x="0" y="214331"/>
                  </a:lnTo>
                  <a:lnTo>
                    <a:pt x="88084" y="126234"/>
                  </a:lnTo>
                  <a:lnTo>
                    <a:pt x="0" y="38149"/>
                  </a:lnTo>
                  <a:lnTo>
                    <a:pt x="0" y="38144"/>
                  </a:lnTo>
                  <a:lnTo>
                    <a:pt x="38144" y="0"/>
                  </a:lnTo>
                  <a:lnTo>
                    <a:pt x="38152" y="0"/>
                  </a:lnTo>
                  <a:lnTo>
                    <a:pt x="126222" y="88083"/>
                  </a:lnTo>
                  <a:lnTo>
                    <a:pt x="214280" y="0"/>
                  </a:lnTo>
                  <a:lnTo>
                    <a:pt x="214288" y="0"/>
                  </a:lnTo>
                  <a:lnTo>
                    <a:pt x="252435" y="38146"/>
                  </a:lnTo>
                  <a:lnTo>
                    <a:pt x="164373" y="126234"/>
                  </a:lnTo>
                  <a:lnTo>
                    <a:pt x="252435" y="214333"/>
                  </a:lnTo>
                  <a:close/>
                </a:path>
              </a:pathLst>
            </a:custGeom>
            <a:solidFill>
              <a:srgbClr val="ED1C24">
                <a:alpha val="60000"/>
              </a:srgbClr>
            </a:solidFill>
          </p:spPr>
        </p:sp>
        <p:sp>
          <p:nvSpPr>
            <p:cNvPr id="327" name="shape 327"/>
            <p:cNvSpPr/>
            <p:nvPr/>
          </p:nvSpPr>
          <p:spPr>
            <a:xfrm>
              <a:off x="2245" y="2244"/>
              <a:ext cx="252438" cy="252489"/>
            </a:xfrm>
            <a:custGeom>
              <a:pathLst>
                <a:path w="252437" h="252488">
                  <a:moveTo>
                    <a:pt x="252437" y="38150"/>
                  </a:moveTo>
                  <a:lnTo>
                    <a:pt x="214287" y="0"/>
                  </a:lnTo>
                  <a:lnTo>
                    <a:pt x="126225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88"/>
                  </a:lnTo>
                  <a:lnTo>
                    <a:pt x="126225" y="164363"/>
                  </a:lnTo>
                  <a:lnTo>
                    <a:pt x="214287" y="252488"/>
                  </a:lnTo>
                  <a:lnTo>
                    <a:pt x="252437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937E3A">
                <a:alpha val="60000"/>
              </a:srgbClr>
            </a:solidFill>
          </p:spPr>
        </p:sp>
        <p:sp>
          <p:nvSpPr>
            <p:cNvPr id="328" name="shape 328"/>
            <p:cNvSpPr/>
            <p:nvPr/>
          </p:nvSpPr>
          <p:spPr>
            <a:xfrm>
              <a:off x="0" y="0"/>
              <a:ext cx="256928" cy="256972"/>
            </a:xfrm>
            <a:custGeom>
              <a:pathLst>
                <a:path w="256927" h="256971">
                  <a:moveTo>
                    <a:pt x="216533" y="0"/>
                  </a:moveTo>
                  <a:lnTo>
                    <a:pt x="216530" y="0"/>
                  </a:lnTo>
                  <a:lnTo>
                    <a:pt x="215409" y="1121"/>
                  </a:lnTo>
                  <a:lnTo>
                    <a:pt x="128470" y="88086"/>
                  </a:lnTo>
                  <a:lnTo>
                    <a:pt x="44885" y="4489"/>
                  </a:lnTo>
                  <a:lnTo>
                    <a:pt x="41518" y="1121"/>
                  </a:lnTo>
                  <a:lnTo>
                    <a:pt x="40397" y="0"/>
                  </a:lnTo>
                  <a:lnTo>
                    <a:pt x="40394" y="0"/>
                  </a:lnTo>
                  <a:lnTo>
                    <a:pt x="39273" y="1121"/>
                  </a:lnTo>
                  <a:lnTo>
                    <a:pt x="1122" y="39272"/>
                  </a:lnTo>
                  <a:lnTo>
                    <a:pt x="0" y="40394"/>
                  </a:lnTo>
                  <a:lnTo>
                    <a:pt x="1122" y="41517"/>
                  </a:lnTo>
                  <a:lnTo>
                    <a:pt x="88087" y="128482"/>
                  </a:lnTo>
                  <a:lnTo>
                    <a:pt x="1122" y="215433"/>
                  </a:lnTo>
                  <a:lnTo>
                    <a:pt x="0" y="216556"/>
                  </a:lnTo>
                  <a:lnTo>
                    <a:pt x="1122" y="217678"/>
                  </a:lnTo>
                  <a:lnTo>
                    <a:pt x="39272" y="255854"/>
                  </a:lnTo>
                  <a:lnTo>
                    <a:pt x="40388" y="256971"/>
                  </a:lnTo>
                  <a:lnTo>
                    <a:pt x="40402" y="256971"/>
                  </a:lnTo>
                  <a:lnTo>
                    <a:pt x="41518" y="255854"/>
                  </a:lnTo>
                  <a:lnTo>
                    <a:pt x="128470" y="168853"/>
                  </a:lnTo>
                  <a:lnTo>
                    <a:pt x="215409" y="255854"/>
                  </a:lnTo>
                  <a:lnTo>
                    <a:pt x="216525" y="256971"/>
                  </a:lnTo>
                  <a:lnTo>
                    <a:pt x="216539" y="256971"/>
                  </a:lnTo>
                  <a:lnTo>
                    <a:pt x="217654" y="255854"/>
                  </a:lnTo>
                  <a:lnTo>
                    <a:pt x="255805" y="217678"/>
                  </a:lnTo>
                  <a:lnTo>
                    <a:pt x="256927" y="216556"/>
                  </a:lnTo>
                  <a:lnTo>
                    <a:pt x="255805" y="215434"/>
                  </a:lnTo>
                  <a:lnTo>
                    <a:pt x="168865" y="128482"/>
                  </a:lnTo>
                  <a:lnTo>
                    <a:pt x="255805" y="41517"/>
                  </a:lnTo>
                  <a:lnTo>
                    <a:pt x="256927" y="40394"/>
                  </a:lnTo>
                  <a:lnTo>
                    <a:pt x="255805" y="39272"/>
                  </a:lnTo>
                  <a:lnTo>
                    <a:pt x="221022" y="4489"/>
                  </a:lnTo>
                  <a:lnTo>
                    <a:pt x="216532" y="4489"/>
                  </a:lnTo>
                  <a:lnTo>
                    <a:pt x="252438" y="40394"/>
                  </a:lnTo>
                  <a:lnTo>
                    <a:pt x="165498" y="127359"/>
                  </a:lnTo>
                  <a:lnTo>
                    <a:pt x="164376" y="128482"/>
                  </a:lnTo>
                  <a:lnTo>
                    <a:pt x="165498" y="129604"/>
                  </a:lnTo>
                  <a:lnTo>
                    <a:pt x="252438" y="216556"/>
                  </a:lnTo>
                  <a:lnTo>
                    <a:pt x="216532" y="252486"/>
                  </a:lnTo>
                  <a:lnTo>
                    <a:pt x="129593" y="165485"/>
                  </a:lnTo>
                  <a:lnTo>
                    <a:pt x="128470" y="164361"/>
                  </a:lnTo>
                  <a:lnTo>
                    <a:pt x="127347" y="165485"/>
                  </a:lnTo>
                  <a:lnTo>
                    <a:pt x="40395" y="252486"/>
                  </a:lnTo>
                  <a:lnTo>
                    <a:pt x="4489" y="216556"/>
                  </a:lnTo>
                  <a:lnTo>
                    <a:pt x="91454" y="129604"/>
                  </a:lnTo>
                  <a:lnTo>
                    <a:pt x="92577" y="128482"/>
                  </a:lnTo>
                  <a:lnTo>
                    <a:pt x="91454" y="127359"/>
                  </a:lnTo>
                  <a:lnTo>
                    <a:pt x="4490" y="40394"/>
                  </a:lnTo>
                  <a:lnTo>
                    <a:pt x="40395" y="4489"/>
                  </a:lnTo>
                  <a:lnTo>
                    <a:pt x="127347" y="91453"/>
                  </a:lnTo>
                  <a:lnTo>
                    <a:pt x="128470" y="92576"/>
                  </a:lnTo>
                  <a:lnTo>
                    <a:pt x="129593" y="91453"/>
                  </a:lnTo>
                  <a:lnTo>
                    <a:pt x="216532" y="4489"/>
                  </a:lnTo>
                  <a:lnTo>
                    <a:pt x="221022" y="4489"/>
                  </a:lnTo>
                  <a:lnTo>
                    <a:pt x="217654" y="1121"/>
                  </a:lnTo>
                  <a:close/>
                </a:path>
              </a:pathLst>
            </a:custGeom>
            <a:solidFill>
              <a:srgbClr val="ED1C24">
                <a:alpha val="60000"/>
              </a:srgbClr>
            </a:solidFill>
          </p:spPr>
        </p:sp>
      </p:grpSp>
      <p:grpSp>
        <p:nvGrpSpPr>
          <p:cNvPr id="329" name="shape 329"/>
          <p:cNvGrpSpPr/>
          <p:nvPr/>
        </p:nvGrpSpPr>
        <p:grpSpPr>
          <a:xfrm>
            <a:off x="2892219" y="3819008"/>
            <a:ext cx="256928" cy="256972"/>
            <a:chOff x="0" y="0"/>
            <a:chExt cx="256928" cy="256972"/>
          </a:xfrm>
        </p:grpSpPr>
        <p:sp>
          <p:nvSpPr>
            <p:cNvPr id="330" name="shape 330"/>
            <p:cNvSpPr/>
            <p:nvPr/>
          </p:nvSpPr>
          <p:spPr>
            <a:xfrm>
              <a:off x="2245" y="2248"/>
              <a:ext cx="252437" cy="252485"/>
            </a:xfrm>
            <a:custGeom>
              <a:pathLst>
                <a:path w="252436" h="252484">
                  <a:moveTo>
                    <a:pt x="214287" y="252484"/>
                  </a:moveTo>
                  <a:lnTo>
                    <a:pt x="126225" y="164359"/>
                  </a:lnTo>
                  <a:lnTo>
                    <a:pt x="38150" y="252484"/>
                  </a:lnTo>
                  <a:lnTo>
                    <a:pt x="0" y="214333"/>
                  </a:lnTo>
                  <a:lnTo>
                    <a:pt x="88087" y="126234"/>
                  </a:lnTo>
                  <a:lnTo>
                    <a:pt x="0" y="38146"/>
                  </a:lnTo>
                  <a:lnTo>
                    <a:pt x="38146" y="0"/>
                  </a:lnTo>
                  <a:lnTo>
                    <a:pt x="38154" y="0"/>
                  </a:lnTo>
                  <a:lnTo>
                    <a:pt x="126225" y="88083"/>
                  </a:lnTo>
                  <a:lnTo>
                    <a:pt x="214283" y="0"/>
                  </a:lnTo>
                  <a:lnTo>
                    <a:pt x="214290" y="0"/>
                  </a:lnTo>
                  <a:lnTo>
                    <a:pt x="252436" y="38145"/>
                  </a:lnTo>
                  <a:lnTo>
                    <a:pt x="252436" y="38148"/>
                  </a:lnTo>
                  <a:lnTo>
                    <a:pt x="164376" y="126234"/>
                  </a:lnTo>
                  <a:lnTo>
                    <a:pt x="252436" y="214332"/>
                  </a:lnTo>
                  <a:lnTo>
                    <a:pt x="252436" y="214334"/>
                  </a:lnTo>
                  <a:close/>
                </a:path>
              </a:pathLst>
            </a:custGeom>
            <a:solidFill>
              <a:srgbClr val="ED1C24">
                <a:alpha val="60000"/>
              </a:srgbClr>
            </a:solidFill>
          </p:spPr>
        </p:sp>
        <p:sp>
          <p:nvSpPr>
            <p:cNvPr id="331" name="shape 331"/>
            <p:cNvSpPr/>
            <p:nvPr/>
          </p:nvSpPr>
          <p:spPr>
            <a:xfrm>
              <a:off x="2245" y="2244"/>
              <a:ext cx="252438" cy="252489"/>
            </a:xfrm>
            <a:custGeom>
              <a:pathLst>
                <a:path w="252437" h="252488">
                  <a:moveTo>
                    <a:pt x="252437" y="38150"/>
                  </a:moveTo>
                  <a:lnTo>
                    <a:pt x="214287" y="0"/>
                  </a:lnTo>
                  <a:lnTo>
                    <a:pt x="126225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88"/>
                  </a:lnTo>
                  <a:lnTo>
                    <a:pt x="126225" y="164363"/>
                  </a:lnTo>
                  <a:lnTo>
                    <a:pt x="214287" y="252488"/>
                  </a:lnTo>
                  <a:lnTo>
                    <a:pt x="252437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937E3A">
                <a:alpha val="60000"/>
              </a:srgbClr>
            </a:solidFill>
          </p:spPr>
        </p:sp>
        <p:sp>
          <p:nvSpPr>
            <p:cNvPr id="332" name="shape 332"/>
            <p:cNvSpPr/>
            <p:nvPr/>
          </p:nvSpPr>
          <p:spPr>
            <a:xfrm>
              <a:off x="0" y="0"/>
              <a:ext cx="256928" cy="256972"/>
            </a:xfrm>
            <a:custGeom>
              <a:pathLst>
                <a:path w="256927" h="256971">
                  <a:moveTo>
                    <a:pt x="216533" y="0"/>
                  </a:moveTo>
                  <a:lnTo>
                    <a:pt x="216530" y="0"/>
                  </a:lnTo>
                  <a:lnTo>
                    <a:pt x="215409" y="1121"/>
                  </a:lnTo>
                  <a:lnTo>
                    <a:pt x="128470" y="88086"/>
                  </a:lnTo>
                  <a:lnTo>
                    <a:pt x="44885" y="4489"/>
                  </a:lnTo>
                  <a:lnTo>
                    <a:pt x="41518" y="1121"/>
                  </a:lnTo>
                  <a:lnTo>
                    <a:pt x="40397" y="0"/>
                  </a:lnTo>
                  <a:lnTo>
                    <a:pt x="40394" y="0"/>
                  </a:lnTo>
                  <a:lnTo>
                    <a:pt x="39273" y="1121"/>
                  </a:lnTo>
                  <a:lnTo>
                    <a:pt x="1122" y="39272"/>
                  </a:lnTo>
                  <a:lnTo>
                    <a:pt x="0" y="40394"/>
                  </a:lnTo>
                  <a:lnTo>
                    <a:pt x="1122" y="41517"/>
                  </a:lnTo>
                  <a:lnTo>
                    <a:pt x="88087" y="128482"/>
                  </a:lnTo>
                  <a:lnTo>
                    <a:pt x="1122" y="215433"/>
                  </a:lnTo>
                  <a:lnTo>
                    <a:pt x="0" y="216556"/>
                  </a:lnTo>
                  <a:lnTo>
                    <a:pt x="1122" y="217678"/>
                  </a:lnTo>
                  <a:lnTo>
                    <a:pt x="39272" y="255854"/>
                  </a:lnTo>
                  <a:lnTo>
                    <a:pt x="40388" y="256971"/>
                  </a:lnTo>
                  <a:lnTo>
                    <a:pt x="40402" y="256971"/>
                  </a:lnTo>
                  <a:lnTo>
                    <a:pt x="41518" y="255854"/>
                  </a:lnTo>
                  <a:lnTo>
                    <a:pt x="128470" y="168853"/>
                  </a:lnTo>
                  <a:lnTo>
                    <a:pt x="215409" y="255854"/>
                  </a:lnTo>
                  <a:lnTo>
                    <a:pt x="216525" y="256971"/>
                  </a:lnTo>
                  <a:lnTo>
                    <a:pt x="216539" y="256971"/>
                  </a:lnTo>
                  <a:lnTo>
                    <a:pt x="217654" y="255854"/>
                  </a:lnTo>
                  <a:lnTo>
                    <a:pt x="255805" y="217678"/>
                  </a:lnTo>
                  <a:lnTo>
                    <a:pt x="256927" y="216556"/>
                  </a:lnTo>
                  <a:lnTo>
                    <a:pt x="255805" y="215434"/>
                  </a:lnTo>
                  <a:lnTo>
                    <a:pt x="168865" y="128482"/>
                  </a:lnTo>
                  <a:lnTo>
                    <a:pt x="255805" y="41517"/>
                  </a:lnTo>
                  <a:lnTo>
                    <a:pt x="256927" y="40394"/>
                  </a:lnTo>
                  <a:lnTo>
                    <a:pt x="255805" y="39272"/>
                  </a:lnTo>
                  <a:lnTo>
                    <a:pt x="221022" y="4489"/>
                  </a:lnTo>
                  <a:lnTo>
                    <a:pt x="216532" y="4489"/>
                  </a:lnTo>
                  <a:lnTo>
                    <a:pt x="252438" y="40394"/>
                  </a:lnTo>
                  <a:lnTo>
                    <a:pt x="165498" y="127359"/>
                  </a:lnTo>
                  <a:lnTo>
                    <a:pt x="164376" y="128482"/>
                  </a:lnTo>
                  <a:lnTo>
                    <a:pt x="165498" y="129604"/>
                  </a:lnTo>
                  <a:lnTo>
                    <a:pt x="252438" y="216556"/>
                  </a:lnTo>
                  <a:lnTo>
                    <a:pt x="216532" y="252486"/>
                  </a:lnTo>
                  <a:lnTo>
                    <a:pt x="129593" y="165485"/>
                  </a:lnTo>
                  <a:lnTo>
                    <a:pt x="128470" y="164361"/>
                  </a:lnTo>
                  <a:lnTo>
                    <a:pt x="127347" y="165485"/>
                  </a:lnTo>
                  <a:lnTo>
                    <a:pt x="40395" y="252486"/>
                  </a:lnTo>
                  <a:lnTo>
                    <a:pt x="4489" y="216556"/>
                  </a:lnTo>
                  <a:lnTo>
                    <a:pt x="91454" y="129604"/>
                  </a:lnTo>
                  <a:lnTo>
                    <a:pt x="92577" y="128482"/>
                  </a:lnTo>
                  <a:lnTo>
                    <a:pt x="91454" y="127359"/>
                  </a:lnTo>
                  <a:lnTo>
                    <a:pt x="4490" y="40394"/>
                  </a:lnTo>
                  <a:lnTo>
                    <a:pt x="40395" y="4489"/>
                  </a:lnTo>
                  <a:lnTo>
                    <a:pt x="127347" y="91453"/>
                  </a:lnTo>
                  <a:lnTo>
                    <a:pt x="128470" y="92576"/>
                  </a:lnTo>
                  <a:lnTo>
                    <a:pt x="129593" y="91453"/>
                  </a:lnTo>
                  <a:lnTo>
                    <a:pt x="216532" y="4489"/>
                  </a:lnTo>
                  <a:lnTo>
                    <a:pt x="221022" y="4489"/>
                  </a:lnTo>
                  <a:lnTo>
                    <a:pt x="217654" y="1121"/>
                  </a:lnTo>
                  <a:close/>
                </a:path>
              </a:pathLst>
            </a:custGeom>
            <a:solidFill>
              <a:srgbClr val="ED1C24">
                <a:alpha val="60000"/>
              </a:srgbClr>
            </a:solidFill>
          </p:spPr>
        </p:sp>
      </p:grpSp>
      <p:grpSp>
        <p:nvGrpSpPr>
          <p:cNvPr id="333" name="shape 333"/>
          <p:cNvGrpSpPr/>
          <p:nvPr/>
        </p:nvGrpSpPr>
        <p:grpSpPr>
          <a:xfrm>
            <a:off x="3290012" y="3819021"/>
            <a:ext cx="256926" cy="256959"/>
            <a:chOff x="0" y="0"/>
            <a:chExt cx="256926" cy="256959"/>
          </a:xfrm>
        </p:grpSpPr>
        <p:sp>
          <p:nvSpPr>
            <p:cNvPr id="334" name="shape 334"/>
            <p:cNvSpPr/>
            <p:nvPr/>
          </p:nvSpPr>
          <p:spPr>
            <a:xfrm>
              <a:off x="2245" y="2248"/>
              <a:ext cx="252434" cy="252473"/>
            </a:xfrm>
            <a:custGeom>
              <a:pathLst>
                <a:path w="252433" h="252472">
                  <a:moveTo>
                    <a:pt x="214287" y="252472"/>
                  </a:moveTo>
                  <a:lnTo>
                    <a:pt x="126225" y="164359"/>
                  </a:lnTo>
                  <a:lnTo>
                    <a:pt x="38151" y="252472"/>
                  </a:lnTo>
                  <a:lnTo>
                    <a:pt x="0" y="214321"/>
                  </a:lnTo>
                  <a:lnTo>
                    <a:pt x="88087" y="126234"/>
                  </a:lnTo>
                  <a:lnTo>
                    <a:pt x="0" y="38146"/>
                  </a:lnTo>
                  <a:lnTo>
                    <a:pt x="38147" y="0"/>
                  </a:lnTo>
                  <a:lnTo>
                    <a:pt x="38155" y="0"/>
                  </a:lnTo>
                  <a:lnTo>
                    <a:pt x="126225" y="88083"/>
                  </a:lnTo>
                  <a:lnTo>
                    <a:pt x="214283" y="0"/>
                  </a:lnTo>
                  <a:lnTo>
                    <a:pt x="214291" y="0"/>
                  </a:lnTo>
                  <a:lnTo>
                    <a:pt x="252433" y="38141"/>
                  </a:lnTo>
                  <a:lnTo>
                    <a:pt x="252433" y="38151"/>
                  </a:lnTo>
                  <a:lnTo>
                    <a:pt x="164376" y="126234"/>
                  </a:lnTo>
                  <a:lnTo>
                    <a:pt x="252433" y="214316"/>
                  </a:lnTo>
                  <a:lnTo>
                    <a:pt x="252433" y="214326"/>
                  </a:lnTo>
                  <a:close/>
                </a:path>
              </a:pathLst>
            </a:custGeom>
            <a:solidFill>
              <a:srgbClr val="ED1C24">
                <a:alpha val="60000"/>
              </a:srgbClr>
            </a:solidFill>
          </p:spPr>
        </p:sp>
        <p:sp>
          <p:nvSpPr>
            <p:cNvPr id="335" name="shape 335"/>
            <p:cNvSpPr/>
            <p:nvPr/>
          </p:nvSpPr>
          <p:spPr>
            <a:xfrm>
              <a:off x="2245" y="2237"/>
              <a:ext cx="252439" cy="252477"/>
            </a:xfrm>
            <a:custGeom>
              <a:pathLst>
                <a:path w="252438" h="252476">
                  <a:moveTo>
                    <a:pt x="252438" y="38150"/>
                  </a:moveTo>
                  <a:lnTo>
                    <a:pt x="214287" y="0"/>
                  </a:lnTo>
                  <a:lnTo>
                    <a:pt x="126225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299"/>
                  </a:lnTo>
                  <a:lnTo>
                    <a:pt x="38150" y="252475"/>
                  </a:lnTo>
                  <a:lnTo>
                    <a:pt x="126225" y="164363"/>
                  </a:lnTo>
                  <a:lnTo>
                    <a:pt x="214287" y="252475"/>
                  </a:lnTo>
                  <a:lnTo>
                    <a:pt x="252438" y="214299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937E3A">
                <a:alpha val="60000"/>
              </a:srgbClr>
            </a:solidFill>
          </p:spPr>
        </p:sp>
        <p:sp>
          <p:nvSpPr>
            <p:cNvPr id="336" name="shape 336"/>
            <p:cNvSpPr/>
            <p:nvPr/>
          </p:nvSpPr>
          <p:spPr>
            <a:xfrm>
              <a:off x="0" y="0"/>
              <a:ext cx="256926" cy="256959"/>
            </a:xfrm>
            <a:custGeom>
              <a:pathLst>
                <a:path w="256925" h="256958">
                  <a:moveTo>
                    <a:pt x="216539" y="0"/>
                  </a:moveTo>
                  <a:lnTo>
                    <a:pt x="216524" y="0"/>
                  </a:lnTo>
                  <a:lnTo>
                    <a:pt x="215409" y="1115"/>
                  </a:lnTo>
                  <a:lnTo>
                    <a:pt x="128470" y="88079"/>
                  </a:lnTo>
                  <a:lnTo>
                    <a:pt x="44885" y="4482"/>
                  </a:lnTo>
                  <a:lnTo>
                    <a:pt x="41518" y="1115"/>
                  </a:lnTo>
                  <a:lnTo>
                    <a:pt x="40403" y="0"/>
                  </a:lnTo>
                  <a:lnTo>
                    <a:pt x="40388" y="0"/>
                  </a:lnTo>
                  <a:lnTo>
                    <a:pt x="39273" y="1115"/>
                  </a:lnTo>
                  <a:lnTo>
                    <a:pt x="1122" y="39265"/>
                  </a:lnTo>
                  <a:lnTo>
                    <a:pt x="0" y="40388"/>
                  </a:lnTo>
                  <a:lnTo>
                    <a:pt x="1122" y="41510"/>
                  </a:lnTo>
                  <a:lnTo>
                    <a:pt x="88086" y="128475"/>
                  </a:lnTo>
                  <a:lnTo>
                    <a:pt x="1122" y="215414"/>
                  </a:lnTo>
                  <a:lnTo>
                    <a:pt x="0" y="216536"/>
                  </a:lnTo>
                  <a:lnTo>
                    <a:pt x="1122" y="217659"/>
                  </a:lnTo>
                  <a:lnTo>
                    <a:pt x="39272" y="255835"/>
                  </a:lnTo>
                  <a:lnTo>
                    <a:pt x="40395" y="256958"/>
                  </a:lnTo>
                  <a:lnTo>
                    <a:pt x="40395" y="256958"/>
                  </a:lnTo>
                  <a:lnTo>
                    <a:pt x="41518" y="255835"/>
                  </a:lnTo>
                  <a:lnTo>
                    <a:pt x="128470" y="168846"/>
                  </a:lnTo>
                  <a:lnTo>
                    <a:pt x="215409" y="255835"/>
                  </a:lnTo>
                  <a:lnTo>
                    <a:pt x="216531" y="256958"/>
                  </a:lnTo>
                  <a:lnTo>
                    <a:pt x="216532" y="256958"/>
                  </a:lnTo>
                  <a:lnTo>
                    <a:pt x="217654" y="255835"/>
                  </a:lnTo>
                  <a:lnTo>
                    <a:pt x="255805" y="217659"/>
                  </a:lnTo>
                  <a:lnTo>
                    <a:pt x="256925" y="216538"/>
                  </a:lnTo>
                  <a:lnTo>
                    <a:pt x="256925" y="216534"/>
                  </a:lnTo>
                  <a:lnTo>
                    <a:pt x="255805" y="215414"/>
                  </a:lnTo>
                  <a:lnTo>
                    <a:pt x="168866" y="128475"/>
                  </a:lnTo>
                  <a:lnTo>
                    <a:pt x="255805" y="41510"/>
                  </a:lnTo>
                  <a:lnTo>
                    <a:pt x="256925" y="40390"/>
                  </a:lnTo>
                  <a:lnTo>
                    <a:pt x="256925" y="40386"/>
                  </a:lnTo>
                  <a:lnTo>
                    <a:pt x="255805" y="39265"/>
                  </a:lnTo>
                  <a:lnTo>
                    <a:pt x="221022" y="4482"/>
                  </a:lnTo>
                  <a:lnTo>
                    <a:pt x="216532" y="4482"/>
                  </a:lnTo>
                  <a:lnTo>
                    <a:pt x="252438" y="40388"/>
                  </a:lnTo>
                  <a:lnTo>
                    <a:pt x="165498" y="127353"/>
                  </a:lnTo>
                  <a:lnTo>
                    <a:pt x="164376" y="128475"/>
                  </a:lnTo>
                  <a:lnTo>
                    <a:pt x="165498" y="129597"/>
                  </a:lnTo>
                  <a:lnTo>
                    <a:pt x="252438" y="216537"/>
                  </a:lnTo>
                  <a:lnTo>
                    <a:pt x="216532" y="252467"/>
                  </a:lnTo>
                  <a:lnTo>
                    <a:pt x="129593" y="165478"/>
                  </a:lnTo>
                  <a:lnTo>
                    <a:pt x="128470" y="164355"/>
                  </a:lnTo>
                  <a:lnTo>
                    <a:pt x="127347" y="165478"/>
                  </a:lnTo>
                  <a:lnTo>
                    <a:pt x="40395" y="252467"/>
                  </a:lnTo>
                  <a:lnTo>
                    <a:pt x="4489" y="216537"/>
                  </a:lnTo>
                  <a:lnTo>
                    <a:pt x="91454" y="129598"/>
                  </a:lnTo>
                  <a:lnTo>
                    <a:pt x="92577" y="128475"/>
                  </a:lnTo>
                  <a:lnTo>
                    <a:pt x="91454" y="127353"/>
                  </a:lnTo>
                  <a:lnTo>
                    <a:pt x="4490" y="40388"/>
                  </a:lnTo>
                  <a:lnTo>
                    <a:pt x="40395" y="4482"/>
                  </a:lnTo>
                  <a:lnTo>
                    <a:pt x="127347" y="91447"/>
                  </a:lnTo>
                  <a:lnTo>
                    <a:pt x="128470" y="92569"/>
                  </a:lnTo>
                  <a:lnTo>
                    <a:pt x="129592" y="91447"/>
                  </a:lnTo>
                  <a:lnTo>
                    <a:pt x="216532" y="4482"/>
                  </a:lnTo>
                  <a:lnTo>
                    <a:pt x="221022" y="4482"/>
                  </a:lnTo>
                  <a:lnTo>
                    <a:pt x="217654" y="1115"/>
                  </a:lnTo>
                  <a:close/>
                </a:path>
              </a:pathLst>
            </a:custGeom>
            <a:solidFill>
              <a:srgbClr val="ED1C24">
                <a:alpha val="60000"/>
              </a:srgbClr>
            </a:solidFill>
          </p:spPr>
        </p:sp>
      </p:grpSp>
      <p:grpSp>
        <p:nvGrpSpPr>
          <p:cNvPr id="337" name="shape 337"/>
          <p:cNvGrpSpPr/>
          <p:nvPr/>
        </p:nvGrpSpPr>
        <p:grpSpPr>
          <a:xfrm>
            <a:off x="889662" y="4253277"/>
            <a:ext cx="252464" cy="252437"/>
            <a:chOff x="0" y="0"/>
            <a:chExt cx="252463" cy="252436"/>
          </a:xfrm>
        </p:grpSpPr>
        <p:sp>
          <p:nvSpPr>
            <p:cNvPr id="338" name="shape 338"/>
            <p:cNvSpPr/>
            <p:nvPr/>
          </p:nvSpPr>
          <p:spPr>
            <a:xfrm>
              <a:off x="0" y="0"/>
              <a:ext cx="252464" cy="252437"/>
            </a:xfrm>
            <a:custGeom>
              <a:pathLst>
                <a:path w="252463" h="252436">
                  <a:moveTo>
                    <a:pt x="214312" y="252436"/>
                  </a:moveTo>
                  <a:lnTo>
                    <a:pt x="126225" y="164336"/>
                  </a:lnTo>
                  <a:lnTo>
                    <a:pt x="38150" y="252436"/>
                  </a:lnTo>
                  <a:lnTo>
                    <a:pt x="0" y="214285"/>
                  </a:lnTo>
                  <a:lnTo>
                    <a:pt x="88074" y="126236"/>
                  </a:lnTo>
                  <a:lnTo>
                    <a:pt x="0" y="38149"/>
                  </a:lnTo>
                  <a:lnTo>
                    <a:pt x="38149" y="0"/>
                  </a:lnTo>
                  <a:lnTo>
                    <a:pt x="38152" y="0"/>
                  </a:lnTo>
                  <a:lnTo>
                    <a:pt x="126225" y="88085"/>
                  </a:lnTo>
                  <a:lnTo>
                    <a:pt x="214310" y="0"/>
                  </a:lnTo>
                  <a:lnTo>
                    <a:pt x="214314" y="0"/>
                  </a:lnTo>
                  <a:lnTo>
                    <a:pt x="252463" y="38149"/>
                  </a:lnTo>
                  <a:lnTo>
                    <a:pt x="164376" y="126236"/>
                  </a:lnTo>
                  <a:lnTo>
                    <a:pt x="252463" y="214285"/>
                  </a:lnTo>
                  <a:close/>
                </a:path>
              </a:pathLst>
            </a:custGeom>
            <a:solidFill>
              <a:srgbClr val="EC008C">
                <a:alpha val="60000"/>
              </a:srgbClr>
            </a:solidFill>
          </p:spPr>
        </p:sp>
        <p:sp>
          <p:nvSpPr>
            <p:cNvPr id="339" name="shape 339"/>
            <p:cNvSpPr/>
            <p:nvPr/>
          </p:nvSpPr>
          <p:spPr>
            <a:xfrm>
              <a:off x="0" y="0"/>
              <a:ext cx="252464" cy="252411"/>
            </a:xfrm>
            <a:custGeom>
              <a:pathLst>
                <a:path w="252463" h="252410">
                  <a:moveTo>
                    <a:pt x="214312" y="252410"/>
                  </a:moveTo>
                  <a:lnTo>
                    <a:pt x="126225" y="164310"/>
                  </a:lnTo>
                  <a:lnTo>
                    <a:pt x="38150" y="252410"/>
                  </a:lnTo>
                  <a:lnTo>
                    <a:pt x="0" y="214260"/>
                  </a:lnTo>
                  <a:lnTo>
                    <a:pt x="88074" y="126236"/>
                  </a:lnTo>
                  <a:lnTo>
                    <a:pt x="0" y="38149"/>
                  </a:lnTo>
                  <a:lnTo>
                    <a:pt x="38149" y="0"/>
                  </a:lnTo>
                  <a:lnTo>
                    <a:pt x="38152" y="0"/>
                  </a:lnTo>
                  <a:lnTo>
                    <a:pt x="126225" y="88085"/>
                  </a:lnTo>
                  <a:lnTo>
                    <a:pt x="214310" y="0"/>
                  </a:lnTo>
                  <a:lnTo>
                    <a:pt x="214314" y="0"/>
                  </a:lnTo>
                  <a:lnTo>
                    <a:pt x="252463" y="38149"/>
                  </a:lnTo>
                  <a:lnTo>
                    <a:pt x="164376" y="126236"/>
                  </a:lnTo>
                  <a:lnTo>
                    <a:pt x="252463" y="214260"/>
                  </a:lnTo>
                  <a:close/>
                </a:path>
              </a:pathLst>
            </a:custGeom>
            <a:solidFill>
              <a:srgbClr val="231F20">
                <a:alpha val="60000"/>
              </a:srgbClr>
            </a:solidFill>
          </p:spPr>
        </p:sp>
      </p:grpSp>
      <p:grpSp>
        <p:nvGrpSpPr>
          <p:cNvPr id="340" name="shape 340"/>
          <p:cNvGrpSpPr/>
          <p:nvPr/>
        </p:nvGrpSpPr>
        <p:grpSpPr>
          <a:xfrm>
            <a:off x="1293519" y="4253277"/>
            <a:ext cx="252464" cy="252437"/>
            <a:chOff x="0" y="0"/>
            <a:chExt cx="252463" cy="252436"/>
          </a:xfrm>
        </p:grpSpPr>
        <p:sp>
          <p:nvSpPr>
            <p:cNvPr id="341" name="shape 341"/>
            <p:cNvSpPr/>
            <p:nvPr/>
          </p:nvSpPr>
          <p:spPr>
            <a:xfrm>
              <a:off x="0" y="0"/>
              <a:ext cx="252464" cy="252437"/>
            </a:xfrm>
            <a:custGeom>
              <a:pathLst>
                <a:path w="252463" h="252436">
                  <a:moveTo>
                    <a:pt x="214312" y="252436"/>
                  </a:moveTo>
                  <a:lnTo>
                    <a:pt x="126225" y="164336"/>
                  </a:lnTo>
                  <a:lnTo>
                    <a:pt x="38150" y="252436"/>
                  </a:lnTo>
                  <a:lnTo>
                    <a:pt x="0" y="214285"/>
                  </a:lnTo>
                  <a:lnTo>
                    <a:pt x="88074" y="126210"/>
                  </a:lnTo>
                  <a:lnTo>
                    <a:pt x="0" y="38149"/>
                  </a:lnTo>
                  <a:lnTo>
                    <a:pt x="38149" y="0"/>
                  </a:lnTo>
                  <a:lnTo>
                    <a:pt x="38152" y="0"/>
                  </a:lnTo>
                  <a:lnTo>
                    <a:pt x="126225" y="88060"/>
                  </a:lnTo>
                  <a:lnTo>
                    <a:pt x="214310" y="0"/>
                  </a:lnTo>
                  <a:lnTo>
                    <a:pt x="214314" y="0"/>
                  </a:lnTo>
                  <a:lnTo>
                    <a:pt x="252463" y="38149"/>
                  </a:lnTo>
                  <a:lnTo>
                    <a:pt x="164376" y="126210"/>
                  </a:lnTo>
                  <a:lnTo>
                    <a:pt x="252463" y="214285"/>
                  </a:lnTo>
                  <a:close/>
                </a:path>
              </a:pathLst>
            </a:custGeom>
            <a:solidFill>
              <a:srgbClr val="EC008C">
                <a:alpha val="60000"/>
              </a:srgbClr>
            </a:solidFill>
          </p:spPr>
        </p:sp>
        <p:sp>
          <p:nvSpPr>
            <p:cNvPr id="342" name="shape 342"/>
            <p:cNvSpPr/>
            <p:nvPr/>
          </p:nvSpPr>
          <p:spPr>
            <a:xfrm>
              <a:off x="0" y="0"/>
              <a:ext cx="252464" cy="252411"/>
            </a:xfrm>
            <a:custGeom>
              <a:pathLst>
                <a:path w="252463" h="252410">
                  <a:moveTo>
                    <a:pt x="214312" y="252410"/>
                  </a:moveTo>
                  <a:lnTo>
                    <a:pt x="126225" y="164310"/>
                  </a:lnTo>
                  <a:lnTo>
                    <a:pt x="38150" y="252410"/>
                  </a:lnTo>
                  <a:lnTo>
                    <a:pt x="0" y="214260"/>
                  </a:lnTo>
                  <a:lnTo>
                    <a:pt x="88074" y="126236"/>
                  </a:lnTo>
                  <a:lnTo>
                    <a:pt x="0" y="38149"/>
                  </a:lnTo>
                  <a:lnTo>
                    <a:pt x="38149" y="0"/>
                  </a:lnTo>
                  <a:lnTo>
                    <a:pt x="38152" y="0"/>
                  </a:lnTo>
                  <a:lnTo>
                    <a:pt x="126225" y="88085"/>
                  </a:lnTo>
                  <a:lnTo>
                    <a:pt x="214310" y="0"/>
                  </a:lnTo>
                  <a:lnTo>
                    <a:pt x="214314" y="0"/>
                  </a:lnTo>
                  <a:lnTo>
                    <a:pt x="252463" y="38149"/>
                  </a:lnTo>
                  <a:lnTo>
                    <a:pt x="164376" y="126236"/>
                  </a:lnTo>
                  <a:lnTo>
                    <a:pt x="252463" y="214260"/>
                  </a:lnTo>
                  <a:close/>
                </a:path>
              </a:pathLst>
            </a:custGeom>
            <a:solidFill>
              <a:srgbClr val="231F20">
                <a:alpha val="60000"/>
              </a:srgbClr>
            </a:solidFill>
          </p:spPr>
        </p:sp>
      </p:grpSp>
      <p:grpSp>
        <p:nvGrpSpPr>
          <p:cNvPr id="343" name="shape 343"/>
          <p:cNvGrpSpPr/>
          <p:nvPr/>
        </p:nvGrpSpPr>
        <p:grpSpPr>
          <a:xfrm>
            <a:off x="1689067" y="4253301"/>
            <a:ext cx="252464" cy="252413"/>
            <a:chOff x="0" y="0"/>
            <a:chExt cx="252463" cy="252413"/>
          </a:xfrm>
        </p:grpSpPr>
        <p:sp>
          <p:nvSpPr>
            <p:cNvPr id="344" name="shape 344"/>
            <p:cNvSpPr/>
            <p:nvPr/>
          </p:nvSpPr>
          <p:spPr>
            <a:xfrm>
              <a:off x="0" y="0"/>
              <a:ext cx="252464" cy="252413"/>
            </a:xfrm>
            <a:custGeom>
              <a:pathLst>
                <a:path w="252463" h="252412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74" y="126212"/>
                  </a:lnTo>
                  <a:lnTo>
                    <a:pt x="0" y="214287"/>
                  </a:lnTo>
                  <a:lnTo>
                    <a:pt x="38150" y="252412"/>
                  </a:lnTo>
                  <a:lnTo>
                    <a:pt x="126237" y="164337"/>
                  </a:lnTo>
                  <a:lnTo>
                    <a:pt x="214312" y="252412"/>
                  </a:lnTo>
                  <a:lnTo>
                    <a:pt x="252463" y="214287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F49AC1">
                <a:alpha val="60000"/>
              </a:srgbClr>
            </a:solidFill>
          </p:spPr>
        </p:sp>
        <p:sp>
          <p:nvSpPr>
            <p:cNvPr id="345" name="shape 345"/>
            <p:cNvSpPr/>
            <p:nvPr/>
          </p:nvSpPr>
          <p:spPr>
            <a:xfrm>
              <a:off x="0" y="0"/>
              <a:ext cx="252464" cy="252413"/>
            </a:xfrm>
            <a:custGeom>
              <a:pathLst>
                <a:path w="252463" h="252412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74" y="126212"/>
                  </a:lnTo>
                  <a:lnTo>
                    <a:pt x="0" y="214261"/>
                  </a:lnTo>
                  <a:lnTo>
                    <a:pt x="38150" y="252412"/>
                  </a:lnTo>
                  <a:lnTo>
                    <a:pt x="126237" y="164337"/>
                  </a:lnTo>
                  <a:lnTo>
                    <a:pt x="214312" y="252412"/>
                  </a:lnTo>
                  <a:lnTo>
                    <a:pt x="252463" y="214261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id="346" name="shape 346"/>
          <p:cNvGrpSpPr/>
          <p:nvPr/>
        </p:nvGrpSpPr>
        <p:grpSpPr>
          <a:xfrm>
            <a:off x="2503293" y="4251027"/>
            <a:ext cx="256954" cy="256939"/>
            <a:chOff x="0" y="0"/>
            <a:chExt cx="256954" cy="256939"/>
          </a:xfrm>
        </p:grpSpPr>
        <p:sp>
          <p:nvSpPr>
            <p:cNvPr id="347" name="shape 347"/>
            <p:cNvSpPr/>
            <p:nvPr/>
          </p:nvSpPr>
          <p:spPr>
            <a:xfrm>
              <a:off x="2245" y="2263"/>
              <a:ext cx="252463" cy="252437"/>
            </a:xfrm>
            <a:custGeom>
              <a:pathLst>
                <a:path w="252462" h="252436">
                  <a:moveTo>
                    <a:pt x="214312" y="252436"/>
                  </a:moveTo>
                  <a:lnTo>
                    <a:pt x="126238" y="164336"/>
                  </a:lnTo>
                  <a:lnTo>
                    <a:pt x="38150" y="252436"/>
                  </a:lnTo>
                  <a:lnTo>
                    <a:pt x="0" y="214285"/>
                  </a:lnTo>
                  <a:lnTo>
                    <a:pt x="88087" y="126210"/>
                  </a:lnTo>
                  <a:lnTo>
                    <a:pt x="0" y="38149"/>
                  </a:lnTo>
                  <a:lnTo>
                    <a:pt x="38149" y="0"/>
                  </a:lnTo>
                  <a:lnTo>
                    <a:pt x="38152" y="0"/>
                  </a:lnTo>
                  <a:lnTo>
                    <a:pt x="126238" y="88060"/>
                  </a:lnTo>
                  <a:lnTo>
                    <a:pt x="214310" y="0"/>
                  </a:lnTo>
                  <a:lnTo>
                    <a:pt x="214314" y="0"/>
                  </a:lnTo>
                  <a:lnTo>
                    <a:pt x="252462" y="38148"/>
                  </a:lnTo>
                  <a:lnTo>
                    <a:pt x="252462" y="38150"/>
                  </a:lnTo>
                  <a:lnTo>
                    <a:pt x="164376" y="126210"/>
                  </a:lnTo>
                  <a:lnTo>
                    <a:pt x="252462" y="214284"/>
                  </a:lnTo>
                  <a:lnTo>
                    <a:pt x="252462" y="214286"/>
                  </a:lnTo>
                  <a:close/>
                </a:path>
              </a:pathLst>
            </a:custGeom>
            <a:solidFill>
              <a:srgbClr val="F49AC1">
                <a:alpha val="60000"/>
              </a:srgbClr>
            </a:solidFill>
          </p:spPr>
        </p:sp>
        <p:sp>
          <p:nvSpPr>
            <p:cNvPr id="348" name="shape 348"/>
            <p:cNvSpPr/>
            <p:nvPr/>
          </p:nvSpPr>
          <p:spPr>
            <a:xfrm>
              <a:off x="2245" y="2243"/>
              <a:ext cx="252464" cy="252451"/>
            </a:xfrm>
            <a:custGeom>
              <a:pathLst>
                <a:path w="252463" h="252450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99"/>
                  </a:lnTo>
                  <a:lnTo>
                    <a:pt x="38150" y="252450"/>
                  </a:lnTo>
                  <a:lnTo>
                    <a:pt x="126237" y="164337"/>
                  </a:lnTo>
                  <a:lnTo>
                    <a:pt x="214312" y="252450"/>
                  </a:lnTo>
                  <a:lnTo>
                    <a:pt x="252463" y="214299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349" name="shape 349"/>
            <p:cNvSpPr/>
            <p:nvPr/>
          </p:nvSpPr>
          <p:spPr>
            <a:xfrm>
              <a:off x="0" y="0"/>
              <a:ext cx="256954" cy="256939"/>
            </a:xfrm>
            <a:custGeom>
              <a:pathLst>
                <a:path w="256953" h="256938">
                  <a:moveTo>
                    <a:pt x="216559" y="0"/>
                  </a:moveTo>
                  <a:lnTo>
                    <a:pt x="216555" y="0"/>
                  </a:lnTo>
                  <a:lnTo>
                    <a:pt x="215435" y="1120"/>
                  </a:lnTo>
                  <a:lnTo>
                    <a:pt x="128483" y="88059"/>
                  </a:lnTo>
                  <a:lnTo>
                    <a:pt x="44886" y="4487"/>
                  </a:lnTo>
                  <a:lnTo>
                    <a:pt x="41518" y="1120"/>
                  </a:lnTo>
                  <a:lnTo>
                    <a:pt x="40397" y="0"/>
                  </a:lnTo>
                  <a:lnTo>
                    <a:pt x="40393" y="0"/>
                  </a:lnTo>
                  <a:lnTo>
                    <a:pt x="39273" y="1120"/>
                  </a:lnTo>
                  <a:lnTo>
                    <a:pt x="1122" y="39271"/>
                  </a:lnTo>
                  <a:lnTo>
                    <a:pt x="0" y="40393"/>
                  </a:lnTo>
                  <a:lnTo>
                    <a:pt x="1122" y="41516"/>
                  </a:lnTo>
                  <a:lnTo>
                    <a:pt x="88087" y="128455"/>
                  </a:lnTo>
                  <a:lnTo>
                    <a:pt x="1122" y="215420"/>
                  </a:lnTo>
                  <a:lnTo>
                    <a:pt x="0" y="216542"/>
                  </a:lnTo>
                  <a:lnTo>
                    <a:pt x="1122" y="217665"/>
                  </a:lnTo>
                  <a:lnTo>
                    <a:pt x="39273" y="255816"/>
                  </a:lnTo>
                  <a:lnTo>
                    <a:pt x="40396" y="256938"/>
                  </a:lnTo>
                  <a:lnTo>
                    <a:pt x="41518" y="255815"/>
                  </a:lnTo>
                  <a:lnTo>
                    <a:pt x="128483" y="168826"/>
                  </a:lnTo>
                  <a:lnTo>
                    <a:pt x="215434" y="255815"/>
                  </a:lnTo>
                  <a:lnTo>
                    <a:pt x="216557" y="256938"/>
                  </a:lnTo>
                  <a:lnTo>
                    <a:pt x="217680" y="255816"/>
                  </a:lnTo>
                  <a:lnTo>
                    <a:pt x="255831" y="217665"/>
                  </a:lnTo>
                  <a:lnTo>
                    <a:pt x="256953" y="216542"/>
                  </a:lnTo>
                  <a:lnTo>
                    <a:pt x="255831" y="215420"/>
                  </a:lnTo>
                  <a:lnTo>
                    <a:pt x="168866" y="128455"/>
                  </a:lnTo>
                  <a:lnTo>
                    <a:pt x="255830" y="41516"/>
                  </a:lnTo>
                  <a:lnTo>
                    <a:pt x="256953" y="40393"/>
                  </a:lnTo>
                  <a:lnTo>
                    <a:pt x="255831" y="39271"/>
                  </a:lnTo>
                  <a:lnTo>
                    <a:pt x="221047" y="4487"/>
                  </a:lnTo>
                  <a:lnTo>
                    <a:pt x="216557" y="4487"/>
                  </a:lnTo>
                  <a:lnTo>
                    <a:pt x="252463" y="40393"/>
                  </a:lnTo>
                  <a:lnTo>
                    <a:pt x="165499" y="127332"/>
                  </a:lnTo>
                  <a:lnTo>
                    <a:pt x="164376" y="128455"/>
                  </a:lnTo>
                  <a:lnTo>
                    <a:pt x="165498" y="129578"/>
                  </a:lnTo>
                  <a:lnTo>
                    <a:pt x="252463" y="216542"/>
                  </a:lnTo>
                  <a:lnTo>
                    <a:pt x="216557" y="252448"/>
                  </a:lnTo>
                  <a:lnTo>
                    <a:pt x="129606" y="165458"/>
                  </a:lnTo>
                  <a:lnTo>
                    <a:pt x="128483" y="164335"/>
                  </a:lnTo>
                  <a:lnTo>
                    <a:pt x="127360" y="165458"/>
                  </a:lnTo>
                  <a:lnTo>
                    <a:pt x="40395" y="252448"/>
                  </a:lnTo>
                  <a:lnTo>
                    <a:pt x="4490" y="216542"/>
                  </a:lnTo>
                  <a:lnTo>
                    <a:pt x="91454" y="129578"/>
                  </a:lnTo>
                  <a:lnTo>
                    <a:pt x="92577" y="128455"/>
                  </a:lnTo>
                  <a:lnTo>
                    <a:pt x="91454" y="127332"/>
                  </a:lnTo>
                  <a:lnTo>
                    <a:pt x="4490" y="40393"/>
                  </a:lnTo>
                  <a:lnTo>
                    <a:pt x="40396" y="4487"/>
                  </a:lnTo>
                  <a:lnTo>
                    <a:pt x="127360" y="91427"/>
                  </a:lnTo>
                  <a:lnTo>
                    <a:pt x="128483" y="92549"/>
                  </a:lnTo>
                  <a:lnTo>
                    <a:pt x="129605" y="91427"/>
                  </a:lnTo>
                  <a:lnTo>
                    <a:pt x="216557" y="4487"/>
                  </a:lnTo>
                  <a:lnTo>
                    <a:pt x="221047" y="4487"/>
                  </a:lnTo>
                  <a:lnTo>
                    <a:pt x="217680" y="1120"/>
                  </a:lnTo>
                  <a:close/>
                </a:path>
              </a:pathLst>
            </a:custGeom>
            <a:solidFill>
              <a:srgbClr val="B3A7A4">
                <a:alpha val="60000"/>
              </a:srgbClr>
            </a:solidFill>
          </p:spPr>
        </p:sp>
      </p:grpSp>
      <p:grpSp>
        <p:nvGrpSpPr>
          <p:cNvPr id="350" name="shape 350"/>
          <p:cNvGrpSpPr/>
          <p:nvPr/>
        </p:nvGrpSpPr>
        <p:grpSpPr>
          <a:xfrm>
            <a:off x="2889954" y="4251032"/>
            <a:ext cx="256950" cy="256927"/>
            <a:chOff x="0" y="0"/>
            <a:chExt cx="256949" cy="256927"/>
          </a:xfrm>
        </p:grpSpPr>
        <p:sp>
          <p:nvSpPr>
            <p:cNvPr id="351" name="shape 351"/>
            <p:cNvSpPr/>
            <p:nvPr/>
          </p:nvSpPr>
          <p:spPr>
            <a:xfrm>
              <a:off x="2241" y="2245"/>
              <a:ext cx="252459" cy="252437"/>
            </a:xfrm>
            <a:custGeom>
              <a:pathLst>
                <a:path w="252458" h="252436">
                  <a:moveTo>
                    <a:pt x="214312" y="252436"/>
                  </a:moveTo>
                  <a:lnTo>
                    <a:pt x="126238" y="164336"/>
                  </a:lnTo>
                  <a:lnTo>
                    <a:pt x="38150" y="252436"/>
                  </a:lnTo>
                  <a:lnTo>
                    <a:pt x="0" y="214285"/>
                  </a:lnTo>
                  <a:lnTo>
                    <a:pt x="88087" y="126236"/>
                  </a:lnTo>
                  <a:lnTo>
                    <a:pt x="0" y="38149"/>
                  </a:lnTo>
                  <a:lnTo>
                    <a:pt x="38149" y="0"/>
                  </a:lnTo>
                  <a:lnTo>
                    <a:pt x="38152" y="0"/>
                  </a:lnTo>
                  <a:lnTo>
                    <a:pt x="126238" y="88085"/>
                  </a:lnTo>
                  <a:lnTo>
                    <a:pt x="214310" y="0"/>
                  </a:lnTo>
                  <a:lnTo>
                    <a:pt x="214314" y="0"/>
                  </a:lnTo>
                  <a:lnTo>
                    <a:pt x="252458" y="38144"/>
                  </a:lnTo>
                  <a:lnTo>
                    <a:pt x="252458" y="38154"/>
                  </a:lnTo>
                  <a:lnTo>
                    <a:pt x="164376" y="126236"/>
                  </a:lnTo>
                  <a:lnTo>
                    <a:pt x="252458" y="214280"/>
                  </a:lnTo>
                  <a:lnTo>
                    <a:pt x="252458" y="214290"/>
                  </a:lnTo>
                  <a:close/>
                </a:path>
              </a:pathLst>
            </a:custGeom>
            <a:solidFill>
              <a:srgbClr val="EC008C">
                <a:alpha val="60000"/>
              </a:srgbClr>
            </a:solidFill>
          </p:spPr>
        </p:sp>
        <p:sp>
          <p:nvSpPr>
            <p:cNvPr id="352" name="shape 352"/>
            <p:cNvSpPr/>
            <p:nvPr/>
          </p:nvSpPr>
          <p:spPr>
            <a:xfrm>
              <a:off x="2241" y="2244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61"/>
                  </a:lnTo>
                  <a:lnTo>
                    <a:pt x="38150" y="252437"/>
                  </a:lnTo>
                  <a:lnTo>
                    <a:pt x="126237" y="164312"/>
                  </a:lnTo>
                  <a:lnTo>
                    <a:pt x="214312" y="252437"/>
                  </a:lnTo>
                  <a:lnTo>
                    <a:pt x="252463" y="214261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00A650">
                <a:alpha val="60000"/>
              </a:srgbClr>
            </a:solidFill>
          </p:spPr>
        </p:sp>
        <p:sp>
          <p:nvSpPr>
            <p:cNvPr id="353" name="shape 353"/>
            <p:cNvSpPr/>
            <p:nvPr/>
          </p:nvSpPr>
          <p:spPr>
            <a:xfrm>
              <a:off x="0" y="0"/>
              <a:ext cx="256950" cy="256927"/>
            </a:xfrm>
            <a:custGeom>
              <a:pathLst>
                <a:path w="256949" h="256926">
                  <a:moveTo>
                    <a:pt x="216554" y="0"/>
                  </a:moveTo>
                  <a:lnTo>
                    <a:pt x="216551" y="0"/>
                  </a:lnTo>
                  <a:lnTo>
                    <a:pt x="215430" y="1120"/>
                  </a:lnTo>
                  <a:lnTo>
                    <a:pt x="128478" y="88060"/>
                  </a:lnTo>
                  <a:lnTo>
                    <a:pt x="44882" y="4488"/>
                  </a:lnTo>
                  <a:lnTo>
                    <a:pt x="41513" y="1120"/>
                  </a:lnTo>
                  <a:lnTo>
                    <a:pt x="40392" y="0"/>
                  </a:lnTo>
                  <a:lnTo>
                    <a:pt x="40389" y="0"/>
                  </a:lnTo>
                  <a:lnTo>
                    <a:pt x="39268" y="1121"/>
                  </a:lnTo>
                  <a:lnTo>
                    <a:pt x="1117" y="39272"/>
                  </a:lnTo>
                  <a:lnTo>
                    <a:pt x="0" y="40389"/>
                  </a:lnTo>
                  <a:lnTo>
                    <a:pt x="0" y="40399"/>
                  </a:lnTo>
                  <a:lnTo>
                    <a:pt x="1118" y="41517"/>
                  </a:lnTo>
                  <a:lnTo>
                    <a:pt x="88082" y="128456"/>
                  </a:lnTo>
                  <a:lnTo>
                    <a:pt x="1118" y="215382"/>
                  </a:lnTo>
                  <a:lnTo>
                    <a:pt x="0" y="216500"/>
                  </a:lnTo>
                  <a:lnTo>
                    <a:pt x="0" y="216509"/>
                  </a:lnTo>
                  <a:lnTo>
                    <a:pt x="1117" y="217627"/>
                  </a:lnTo>
                  <a:lnTo>
                    <a:pt x="39268" y="255803"/>
                  </a:lnTo>
                  <a:lnTo>
                    <a:pt x="40390" y="256926"/>
                  </a:lnTo>
                  <a:lnTo>
                    <a:pt x="40391" y="256926"/>
                  </a:lnTo>
                  <a:lnTo>
                    <a:pt x="41514" y="255803"/>
                  </a:lnTo>
                  <a:lnTo>
                    <a:pt x="128478" y="168801"/>
                  </a:lnTo>
                  <a:lnTo>
                    <a:pt x="215430" y="255803"/>
                  </a:lnTo>
                  <a:lnTo>
                    <a:pt x="216552" y="256926"/>
                  </a:lnTo>
                  <a:lnTo>
                    <a:pt x="216553" y="256926"/>
                  </a:lnTo>
                  <a:lnTo>
                    <a:pt x="217675" y="255803"/>
                  </a:lnTo>
                  <a:lnTo>
                    <a:pt x="255826" y="217627"/>
                  </a:lnTo>
                  <a:lnTo>
                    <a:pt x="256948" y="216504"/>
                  </a:lnTo>
                  <a:lnTo>
                    <a:pt x="255826" y="215382"/>
                  </a:lnTo>
                  <a:lnTo>
                    <a:pt x="168862" y="128456"/>
                  </a:lnTo>
                  <a:lnTo>
                    <a:pt x="255826" y="41517"/>
                  </a:lnTo>
                  <a:lnTo>
                    <a:pt x="256949" y="40394"/>
                  </a:lnTo>
                  <a:lnTo>
                    <a:pt x="255826" y="39272"/>
                  </a:lnTo>
                  <a:lnTo>
                    <a:pt x="221042" y="4488"/>
                  </a:lnTo>
                  <a:lnTo>
                    <a:pt x="216552" y="4488"/>
                  </a:lnTo>
                  <a:lnTo>
                    <a:pt x="252458" y="40394"/>
                  </a:lnTo>
                  <a:lnTo>
                    <a:pt x="165494" y="127333"/>
                  </a:lnTo>
                  <a:lnTo>
                    <a:pt x="164371" y="128456"/>
                  </a:lnTo>
                  <a:lnTo>
                    <a:pt x="165494" y="129578"/>
                  </a:lnTo>
                  <a:lnTo>
                    <a:pt x="252458" y="216505"/>
                  </a:lnTo>
                  <a:lnTo>
                    <a:pt x="216553" y="252435"/>
                  </a:lnTo>
                  <a:lnTo>
                    <a:pt x="129601" y="165434"/>
                  </a:lnTo>
                  <a:lnTo>
                    <a:pt x="128478" y="164310"/>
                  </a:lnTo>
                  <a:lnTo>
                    <a:pt x="127355" y="165434"/>
                  </a:lnTo>
                  <a:lnTo>
                    <a:pt x="40391" y="252435"/>
                  </a:lnTo>
                  <a:lnTo>
                    <a:pt x="4485" y="216505"/>
                  </a:lnTo>
                  <a:lnTo>
                    <a:pt x="91450" y="129578"/>
                  </a:lnTo>
                  <a:lnTo>
                    <a:pt x="92573" y="128456"/>
                  </a:lnTo>
                  <a:lnTo>
                    <a:pt x="91450" y="127333"/>
                  </a:lnTo>
                  <a:lnTo>
                    <a:pt x="4485" y="40394"/>
                  </a:lnTo>
                  <a:lnTo>
                    <a:pt x="40391" y="4488"/>
                  </a:lnTo>
                  <a:lnTo>
                    <a:pt x="127356" y="91428"/>
                  </a:lnTo>
                  <a:lnTo>
                    <a:pt x="128478" y="92550"/>
                  </a:lnTo>
                  <a:lnTo>
                    <a:pt x="129601" y="91428"/>
                  </a:lnTo>
                  <a:lnTo>
                    <a:pt x="216552" y="4488"/>
                  </a:lnTo>
                  <a:lnTo>
                    <a:pt x="221042" y="4488"/>
                  </a:lnTo>
                  <a:lnTo>
                    <a:pt x="217675" y="1121"/>
                  </a:lnTo>
                  <a:close/>
                </a:path>
              </a:pathLst>
            </a:custGeom>
            <a:solidFill>
              <a:srgbClr val="F172AC">
                <a:alpha val="60000"/>
              </a:srgbClr>
            </a:solidFill>
          </p:spPr>
        </p:sp>
      </p:grpSp>
      <p:grpSp>
        <p:nvGrpSpPr>
          <p:cNvPr id="354" name="shape 354"/>
          <p:cNvGrpSpPr/>
          <p:nvPr/>
        </p:nvGrpSpPr>
        <p:grpSpPr>
          <a:xfrm>
            <a:off x="489638" y="4251032"/>
            <a:ext cx="256953" cy="256927"/>
            <a:chOff x="0" y="0"/>
            <a:chExt cx="256952" cy="256927"/>
          </a:xfrm>
        </p:grpSpPr>
        <p:sp>
          <p:nvSpPr>
            <p:cNvPr id="355" name="shape 355"/>
            <p:cNvSpPr/>
            <p:nvPr/>
          </p:nvSpPr>
          <p:spPr>
            <a:xfrm>
              <a:off x="2245" y="2245"/>
              <a:ext cx="252463" cy="252437"/>
            </a:xfrm>
            <a:custGeom>
              <a:pathLst>
                <a:path w="252462" h="252436">
                  <a:moveTo>
                    <a:pt x="214311" y="252436"/>
                  </a:moveTo>
                  <a:lnTo>
                    <a:pt x="126236" y="164336"/>
                  </a:lnTo>
                  <a:lnTo>
                    <a:pt x="38149" y="252436"/>
                  </a:lnTo>
                  <a:lnTo>
                    <a:pt x="0" y="214286"/>
                  </a:lnTo>
                  <a:lnTo>
                    <a:pt x="0" y="214284"/>
                  </a:lnTo>
                  <a:lnTo>
                    <a:pt x="88085" y="126236"/>
                  </a:lnTo>
                  <a:lnTo>
                    <a:pt x="0" y="38150"/>
                  </a:lnTo>
                  <a:lnTo>
                    <a:pt x="0" y="38148"/>
                  </a:lnTo>
                  <a:lnTo>
                    <a:pt x="38147" y="0"/>
                  </a:lnTo>
                  <a:lnTo>
                    <a:pt x="38151" y="0"/>
                  </a:lnTo>
                  <a:lnTo>
                    <a:pt x="126236" y="88085"/>
                  </a:lnTo>
                  <a:lnTo>
                    <a:pt x="214309" y="0"/>
                  </a:lnTo>
                  <a:lnTo>
                    <a:pt x="214312" y="0"/>
                  </a:lnTo>
                  <a:lnTo>
                    <a:pt x="252462" y="38149"/>
                  </a:lnTo>
                  <a:lnTo>
                    <a:pt x="164374" y="126236"/>
                  </a:lnTo>
                  <a:lnTo>
                    <a:pt x="252462" y="214285"/>
                  </a:lnTo>
                  <a:close/>
                </a:path>
              </a:pathLst>
            </a:custGeom>
            <a:solidFill>
              <a:srgbClr val="F69679">
                <a:alpha val="60000"/>
              </a:srgbClr>
            </a:solidFill>
          </p:spPr>
        </p:sp>
        <p:sp>
          <p:nvSpPr>
            <p:cNvPr id="356" name="shape 356"/>
            <p:cNvSpPr/>
            <p:nvPr/>
          </p:nvSpPr>
          <p:spPr>
            <a:xfrm>
              <a:off x="2244" y="2244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61"/>
                  </a:lnTo>
                  <a:lnTo>
                    <a:pt x="38150" y="252437"/>
                  </a:lnTo>
                  <a:lnTo>
                    <a:pt x="126237" y="164312"/>
                  </a:lnTo>
                  <a:lnTo>
                    <a:pt x="214312" y="252437"/>
                  </a:lnTo>
                  <a:lnTo>
                    <a:pt x="252463" y="214261"/>
                  </a:lnTo>
                  <a:lnTo>
                    <a:pt x="164376" y="126212"/>
                  </a:lnTo>
                  <a:close/>
                </a:path>
              </a:pathLst>
            </a:custGeom>
            <a:solidFill>
              <a:srgbClr val="8781BD">
                <a:alpha val="60000"/>
              </a:srgbClr>
            </a:solidFill>
          </p:spPr>
        </p:sp>
        <p:sp>
          <p:nvSpPr>
            <p:cNvPr id="357" name="shape 357"/>
            <p:cNvSpPr/>
            <p:nvPr/>
          </p:nvSpPr>
          <p:spPr>
            <a:xfrm>
              <a:off x="0" y="0"/>
              <a:ext cx="256953" cy="256927"/>
            </a:xfrm>
            <a:custGeom>
              <a:pathLst>
                <a:path w="256952" h="256926">
                  <a:moveTo>
                    <a:pt x="216557" y="0"/>
                  </a:moveTo>
                  <a:lnTo>
                    <a:pt x="216555" y="0"/>
                  </a:lnTo>
                  <a:lnTo>
                    <a:pt x="215433" y="1120"/>
                  </a:lnTo>
                  <a:lnTo>
                    <a:pt x="128481" y="88060"/>
                  </a:lnTo>
                  <a:lnTo>
                    <a:pt x="44885" y="4488"/>
                  </a:lnTo>
                  <a:lnTo>
                    <a:pt x="41516" y="1120"/>
                  </a:lnTo>
                  <a:lnTo>
                    <a:pt x="40395" y="0"/>
                  </a:lnTo>
                  <a:lnTo>
                    <a:pt x="40393" y="0"/>
                  </a:lnTo>
                  <a:lnTo>
                    <a:pt x="39271" y="1121"/>
                  </a:lnTo>
                  <a:lnTo>
                    <a:pt x="1121" y="39272"/>
                  </a:lnTo>
                  <a:lnTo>
                    <a:pt x="0" y="40392"/>
                  </a:lnTo>
                  <a:lnTo>
                    <a:pt x="0" y="40395"/>
                  </a:lnTo>
                  <a:lnTo>
                    <a:pt x="1121" y="41517"/>
                  </a:lnTo>
                  <a:lnTo>
                    <a:pt x="88085" y="128456"/>
                  </a:lnTo>
                  <a:lnTo>
                    <a:pt x="1121" y="215382"/>
                  </a:lnTo>
                  <a:lnTo>
                    <a:pt x="0" y="216503"/>
                  </a:lnTo>
                  <a:lnTo>
                    <a:pt x="0" y="216506"/>
                  </a:lnTo>
                  <a:lnTo>
                    <a:pt x="1120" y="217627"/>
                  </a:lnTo>
                  <a:lnTo>
                    <a:pt x="39271" y="255803"/>
                  </a:lnTo>
                  <a:lnTo>
                    <a:pt x="40393" y="256926"/>
                  </a:lnTo>
                  <a:lnTo>
                    <a:pt x="40394" y="256926"/>
                  </a:lnTo>
                  <a:lnTo>
                    <a:pt x="41517" y="255803"/>
                  </a:lnTo>
                  <a:lnTo>
                    <a:pt x="128481" y="168801"/>
                  </a:lnTo>
                  <a:lnTo>
                    <a:pt x="215433" y="255803"/>
                  </a:lnTo>
                  <a:lnTo>
                    <a:pt x="216555" y="256926"/>
                  </a:lnTo>
                  <a:lnTo>
                    <a:pt x="216556" y="256926"/>
                  </a:lnTo>
                  <a:lnTo>
                    <a:pt x="217679" y="255803"/>
                  </a:lnTo>
                  <a:lnTo>
                    <a:pt x="255829" y="217627"/>
                  </a:lnTo>
                  <a:lnTo>
                    <a:pt x="256951" y="216504"/>
                  </a:lnTo>
                  <a:lnTo>
                    <a:pt x="255829" y="215382"/>
                  </a:lnTo>
                  <a:lnTo>
                    <a:pt x="168865" y="128456"/>
                  </a:lnTo>
                  <a:lnTo>
                    <a:pt x="255829" y="41517"/>
                  </a:lnTo>
                  <a:lnTo>
                    <a:pt x="256952" y="40394"/>
                  </a:lnTo>
                  <a:lnTo>
                    <a:pt x="255829" y="39272"/>
                  </a:lnTo>
                  <a:lnTo>
                    <a:pt x="221045" y="4488"/>
                  </a:lnTo>
                  <a:lnTo>
                    <a:pt x="216556" y="4488"/>
                  </a:lnTo>
                  <a:lnTo>
                    <a:pt x="252461" y="40394"/>
                  </a:lnTo>
                  <a:lnTo>
                    <a:pt x="165497" y="127333"/>
                  </a:lnTo>
                  <a:lnTo>
                    <a:pt x="164374" y="128456"/>
                  </a:lnTo>
                  <a:lnTo>
                    <a:pt x="165497" y="129578"/>
                  </a:lnTo>
                  <a:lnTo>
                    <a:pt x="252461" y="216505"/>
                  </a:lnTo>
                  <a:lnTo>
                    <a:pt x="216556" y="252435"/>
                  </a:lnTo>
                  <a:lnTo>
                    <a:pt x="129604" y="165434"/>
                  </a:lnTo>
                  <a:lnTo>
                    <a:pt x="128481" y="164310"/>
                  </a:lnTo>
                  <a:lnTo>
                    <a:pt x="127358" y="165434"/>
                  </a:lnTo>
                  <a:lnTo>
                    <a:pt x="40394" y="252435"/>
                  </a:lnTo>
                  <a:lnTo>
                    <a:pt x="4488" y="216505"/>
                  </a:lnTo>
                  <a:lnTo>
                    <a:pt x="91453" y="129578"/>
                  </a:lnTo>
                  <a:lnTo>
                    <a:pt x="92576" y="128456"/>
                  </a:lnTo>
                  <a:lnTo>
                    <a:pt x="91453" y="127333"/>
                  </a:lnTo>
                  <a:lnTo>
                    <a:pt x="4488" y="40394"/>
                  </a:lnTo>
                  <a:lnTo>
                    <a:pt x="40394" y="4488"/>
                  </a:lnTo>
                  <a:lnTo>
                    <a:pt x="127359" y="91428"/>
                  </a:lnTo>
                  <a:lnTo>
                    <a:pt x="128481" y="92550"/>
                  </a:lnTo>
                  <a:lnTo>
                    <a:pt x="129604" y="91428"/>
                  </a:lnTo>
                  <a:lnTo>
                    <a:pt x="216556" y="4488"/>
                  </a:lnTo>
                  <a:lnTo>
                    <a:pt x="221045" y="4488"/>
                  </a:lnTo>
                  <a:lnTo>
                    <a:pt x="217678" y="1121"/>
                  </a:lnTo>
                  <a:close/>
                </a:path>
              </a:pathLst>
            </a:custGeom>
            <a:solidFill>
              <a:srgbClr val="F097C0">
                <a:alpha val="60000"/>
              </a:srgbClr>
            </a:solidFill>
          </p:spPr>
        </p:sp>
      </p:grpSp>
      <p:grpSp>
        <p:nvGrpSpPr>
          <p:cNvPr id="358" name="shape 358"/>
          <p:cNvGrpSpPr/>
          <p:nvPr/>
        </p:nvGrpSpPr>
        <p:grpSpPr>
          <a:xfrm>
            <a:off x="2086846" y="4251070"/>
            <a:ext cx="256967" cy="256901"/>
            <a:chOff x="0" y="0"/>
            <a:chExt cx="256966" cy="256901"/>
          </a:xfrm>
        </p:grpSpPr>
        <p:sp>
          <p:nvSpPr>
            <p:cNvPr id="359" name="shape 359"/>
            <p:cNvSpPr/>
            <p:nvPr/>
          </p:nvSpPr>
          <p:spPr>
            <a:xfrm>
              <a:off x="2245" y="2243"/>
              <a:ext cx="252477" cy="252413"/>
            </a:xfrm>
            <a:custGeom>
              <a:pathLst>
                <a:path w="252476" h="252412">
                  <a:moveTo>
                    <a:pt x="252476" y="38150"/>
                  </a:moveTo>
                  <a:lnTo>
                    <a:pt x="214325" y="0"/>
                  </a:lnTo>
                  <a:lnTo>
                    <a:pt x="126250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87"/>
                  </a:lnTo>
                  <a:lnTo>
                    <a:pt x="38150" y="252412"/>
                  </a:lnTo>
                  <a:lnTo>
                    <a:pt x="126250" y="164337"/>
                  </a:lnTo>
                  <a:lnTo>
                    <a:pt x="214325" y="252412"/>
                  </a:lnTo>
                  <a:lnTo>
                    <a:pt x="252476" y="214287"/>
                  </a:lnTo>
                  <a:lnTo>
                    <a:pt x="164388" y="126212"/>
                  </a:lnTo>
                  <a:close/>
                </a:path>
              </a:pathLst>
            </a:custGeom>
            <a:solidFill>
              <a:srgbClr val="F49AC1">
                <a:alpha val="60000"/>
              </a:srgbClr>
            </a:solidFill>
          </p:spPr>
        </p:sp>
        <p:sp>
          <p:nvSpPr>
            <p:cNvPr id="360" name="shape 360"/>
            <p:cNvSpPr/>
            <p:nvPr/>
          </p:nvSpPr>
          <p:spPr>
            <a:xfrm>
              <a:off x="2245" y="2243"/>
              <a:ext cx="252477" cy="252413"/>
            </a:xfrm>
            <a:custGeom>
              <a:pathLst>
                <a:path w="252476" h="252412">
                  <a:moveTo>
                    <a:pt x="252476" y="38150"/>
                  </a:moveTo>
                  <a:lnTo>
                    <a:pt x="214325" y="0"/>
                  </a:lnTo>
                  <a:lnTo>
                    <a:pt x="126250" y="88061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12"/>
                  </a:lnTo>
                  <a:lnTo>
                    <a:pt x="0" y="214261"/>
                  </a:lnTo>
                  <a:lnTo>
                    <a:pt x="38150" y="252412"/>
                  </a:lnTo>
                  <a:lnTo>
                    <a:pt x="126250" y="164337"/>
                  </a:lnTo>
                  <a:lnTo>
                    <a:pt x="214325" y="252412"/>
                  </a:lnTo>
                  <a:lnTo>
                    <a:pt x="252476" y="214261"/>
                  </a:lnTo>
                  <a:lnTo>
                    <a:pt x="164388" y="126212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361" name="shape 361"/>
            <p:cNvSpPr/>
            <p:nvPr/>
          </p:nvSpPr>
          <p:spPr>
            <a:xfrm>
              <a:off x="0" y="0"/>
              <a:ext cx="256967" cy="256901"/>
            </a:xfrm>
            <a:custGeom>
              <a:pathLst>
                <a:path w="256966" h="256900">
                  <a:moveTo>
                    <a:pt x="216572" y="0"/>
                  </a:moveTo>
                  <a:lnTo>
                    <a:pt x="216568" y="0"/>
                  </a:lnTo>
                  <a:lnTo>
                    <a:pt x="215448" y="1120"/>
                  </a:lnTo>
                  <a:lnTo>
                    <a:pt x="128495" y="88059"/>
                  </a:lnTo>
                  <a:lnTo>
                    <a:pt x="44887" y="4487"/>
                  </a:lnTo>
                  <a:lnTo>
                    <a:pt x="41518" y="1120"/>
                  </a:lnTo>
                  <a:lnTo>
                    <a:pt x="40397" y="0"/>
                  </a:lnTo>
                  <a:lnTo>
                    <a:pt x="40393" y="0"/>
                  </a:lnTo>
                  <a:lnTo>
                    <a:pt x="39273" y="1120"/>
                  </a:lnTo>
                  <a:lnTo>
                    <a:pt x="1122" y="39271"/>
                  </a:lnTo>
                  <a:lnTo>
                    <a:pt x="0" y="40393"/>
                  </a:lnTo>
                  <a:lnTo>
                    <a:pt x="1122" y="41516"/>
                  </a:lnTo>
                  <a:lnTo>
                    <a:pt x="88087" y="128455"/>
                  </a:lnTo>
                  <a:lnTo>
                    <a:pt x="1122" y="215381"/>
                  </a:lnTo>
                  <a:lnTo>
                    <a:pt x="0" y="216504"/>
                  </a:lnTo>
                  <a:lnTo>
                    <a:pt x="1122" y="217627"/>
                  </a:lnTo>
                  <a:lnTo>
                    <a:pt x="39273" y="255777"/>
                  </a:lnTo>
                  <a:lnTo>
                    <a:pt x="40395" y="256900"/>
                  </a:lnTo>
                  <a:lnTo>
                    <a:pt x="41518" y="255778"/>
                  </a:lnTo>
                  <a:lnTo>
                    <a:pt x="128495" y="168825"/>
                  </a:lnTo>
                  <a:lnTo>
                    <a:pt x="215447" y="255777"/>
                  </a:lnTo>
                  <a:lnTo>
                    <a:pt x="216570" y="256900"/>
                  </a:lnTo>
                  <a:lnTo>
                    <a:pt x="217692" y="255777"/>
                  </a:lnTo>
                  <a:lnTo>
                    <a:pt x="255843" y="217627"/>
                  </a:lnTo>
                  <a:lnTo>
                    <a:pt x="256966" y="216504"/>
                  </a:lnTo>
                  <a:lnTo>
                    <a:pt x="255843" y="215381"/>
                  </a:lnTo>
                  <a:lnTo>
                    <a:pt x="168879" y="128455"/>
                  </a:lnTo>
                  <a:lnTo>
                    <a:pt x="255843" y="41516"/>
                  </a:lnTo>
                  <a:lnTo>
                    <a:pt x="256966" y="40393"/>
                  </a:lnTo>
                  <a:lnTo>
                    <a:pt x="255843" y="39271"/>
                  </a:lnTo>
                  <a:lnTo>
                    <a:pt x="221060" y="4487"/>
                  </a:lnTo>
                  <a:lnTo>
                    <a:pt x="216570" y="4487"/>
                  </a:lnTo>
                  <a:lnTo>
                    <a:pt x="252476" y="40393"/>
                  </a:lnTo>
                  <a:lnTo>
                    <a:pt x="165511" y="127332"/>
                  </a:lnTo>
                  <a:lnTo>
                    <a:pt x="164388" y="128455"/>
                  </a:lnTo>
                  <a:lnTo>
                    <a:pt x="165511" y="129578"/>
                  </a:lnTo>
                  <a:lnTo>
                    <a:pt x="252476" y="216504"/>
                  </a:lnTo>
                  <a:lnTo>
                    <a:pt x="216570" y="252410"/>
                  </a:lnTo>
                  <a:lnTo>
                    <a:pt x="129618" y="165458"/>
                  </a:lnTo>
                  <a:lnTo>
                    <a:pt x="128496" y="164336"/>
                  </a:lnTo>
                  <a:lnTo>
                    <a:pt x="127373" y="165458"/>
                  </a:lnTo>
                  <a:lnTo>
                    <a:pt x="40396" y="252410"/>
                  </a:lnTo>
                  <a:lnTo>
                    <a:pt x="4490" y="216504"/>
                  </a:lnTo>
                  <a:lnTo>
                    <a:pt x="91454" y="129578"/>
                  </a:lnTo>
                  <a:lnTo>
                    <a:pt x="92577" y="128455"/>
                  </a:lnTo>
                  <a:lnTo>
                    <a:pt x="91454" y="127332"/>
                  </a:lnTo>
                  <a:lnTo>
                    <a:pt x="4490" y="40393"/>
                  </a:lnTo>
                  <a:lnTo>
                    <a:pt x="40396" y="4487"/>
                  </a:lnTo>
                  <a:lnTo>
                    <a:pt x="127373" y="91427"/>
                  </a:lnTo>
                  <a:lnTo>
                    <a:pt x="128496" y="92549"/>
                  </a:lnTo>
                  <a:lnTo>
                    <a:pt x="129618" y="91427"/>
                  </a:lnTo>
                  <a:lnTo>
                    <a:pt x="216570" y="4487"/>
                  </a:lnTo>
                  <a:lnTo>
                    <a:pt x="221060" y="4487"/>
                  </a:lnTo>
                  <a:lnTo>
                    <a:pt x="217692" y="1120"/>
                  </a:lnTo>
                  <a:close/>
                </a:path>
              </a:pathLst>
            </a:custGeom>
            <a:solidFill>
              <a:srgbClr val="B3A7A4">
                <a:alpha val="60000"/>
              </a:srgbClr>
            </a:solidFill>
          </p:spPr>
        </p:sp>
      </p:grpSp>
      <p:graphicFrame>
        <p:nvGraphicFramePr>
          <p:cNvPr id="362" name="shape 362"/>
          <p:cNvGraphicFramePr>
            <a:graphicFrameLocks noGrp="1"/>
          </p:cNvGraphicFramePr>
          <p:nvPr/>
        </p:nvGraphicFramePr>
        <p:xfrm>
          <a:off x="781353" y="4775490"/>
          <a:ext cx="2478510" cy="35400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2305"/>
                <a:gridCol w="1816100"/>
              </a:tblGrid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12700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12700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12700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12700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45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63" name="shape 363"/>
          <p:cNvGraphicFramePr>
            <a:graphicFrameLocks noGrp="1"/>
          </p:cNvGraphicFramePr>
          <p:nvPr/>
        </p:nvGraphicFramePr>
        <p:xfrm>
          <a:off x="3955118" y="3611833"/>
          <a:ext cx="3191294" cy="17513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1970"/>
                <a:gridCol w="359410"/>
                <a:gridCol w="2311400"/>
              </a:tblGrid>
              <a:tr h="1640840">
                <a:tc gridSpan="3">
                  <a:txBody>
                    <a:bodyPr/>
                    <a:p>
                      <a:pPr marL="554355" marR="556260">
                        <a:spcBef>
                          <a:spcPts val="100"/>
                        </a:spcBef>
                      </a:pPr>
                      <a:r>
                        <a:rPr sz="900" spc="-55">
                          <a:latin typeface="Arial"/>
                          <a:cs typeface="Arial"/>
                        </a:rPr>
                        <a:t>GWG 16.6 – Image Softmasks (DeviceCMYK)</a:t>
                      </a:r>
                      <a:endParaRPr/>
                    </a:p>
                    <a:p>
                      <a:pPr marL="560705" marR="579120">
                        <a:spcBef>
                          <a:spcPts val="1000"/>
                        </a:spcBef>
                        <a:tabLst>
                          <a:tab pos="208153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Actual test object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Reference Image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621665" marR="628015" algn="ctr">
                        <a:spcBef>
                          <a:spcPts val="2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If a solid black contour appears at the edges of the left image,</a:t>
                      </a:r>
                      <a:endParaRPr/>
                    </a:p>
                    <a:p>
                      <a:pPr marL="513080" marR="520065" algn="ctr"/>
                      <a:r>
                        <a:rPr sz="600" spc="-20">
                          <a:latin typeface="Arial"/>
                          <a:cs typeface="Arial"/>
                        </a:rPr>
                        <a:t>the Image Softmask (a transparency effect) is not rendered correctly.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112395"/>
                      <a:r>
                        <a:rPr sz="600" spc="-30">
                          <a:latin typeface="Arial"/>
                          <a:cs typeface="Arial"/>
                        </a:rPr>
                        <a:t>11 Oct 2012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895" marR="50800" algn="ctr"/>
                      <a:r>
                        <a:rPr sz="60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54940" marR="31115" algn="r">
                        <a:tabLst>
                          <a:tab pos="214693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0">
                          <a:latin typeface="Arial"/>
                          <a:cs typeface="Arial"/>
                        </a:rPr>
                        <a:t>16.6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64" name="shape 364"/>
          <p:cNvGraphicFramePr>
            <a:graphicFrameLocks noGrp="1"/>
          </p:cNvGraphicFramePr>
          <p:nvPr/>
        </p:nvGraphicFramePr>
        <p:xfrm>
          <a:off x="427119" y="5699831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1970"/>
                <a:gridCol w="359410"/>
                <a:gridCol w="2311400"/>
              </a:tblGrid>
              <a:tr h="1640840">
                <a:tc gridSpan="3">
                  <a:txBody>
                    <a:bodyPr/>
                    <a:p>
                      <a:pPr marL="716280" marR="718185">
                        <a:spcBef>
                          <a:spcPts val="100"/>
                        </a:spcBef>
                      </a:pPr>
                      <a:r>
                        <a:rPr sz="900" spc="-50">
                          <a:latin typeface="Arial"/>
                          <a:cs typeface="Arial"/>
                        </a:rPr>
                        <a:t>GWG 16.8 – Vector Softmasks (part 1)</a:t>
                      </a:r>
                      <a:endParaRPr/>
                    </a:p>
                    <a:p>
                      <a:pPr marL="1299845" marR="1306195">
                        <a:spcBef>
                          <a:spcPts val="500"/>
                        </a:spcBef>
                      </a:pPr>
                      <a:r>
                        <a:rPr sz="600" spc="-15">
                          <a:latin typeface="Arial"/>
                          <a:cs typeface="Arial"/>
                        </a:rPr>
                        <a:t>Actual test objects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322070" marR="1308735">
                        <a:spcBef>
                          <a:spcPts val="700"/>
                        </a:spcBef>
                      </a:pPr>
                      <a:r>
                        <a:rPr sz="600" spc="-35">
                          <a:latin typeface="Arial"/>
                          <a:cs typeface="Arial"/>
                        </a:rPr>
                        <a:t>Reference Images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03505" marR="173355" algn="r">
                        <a:lnSpc>
                          <a:spcPct val="99834"/>
                        </a:lnSpc>
                        <a:spcBef>
                          <a:spcPts val="900"/>
                        </a:spcBef>
                        <a:tabLst>
                          <a:tab pos="737235" algn="l"/>
                          <a:tab pos="1421130" algn="l"/>
                          <a:tab pos="2072640" algn="l"/>
                          <a:tab pos="270827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Drop Shadow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Inner Shadow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Outer Glow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Inner Glow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5">
                          <a:latin typeface="Arial"/>
                          <a:cs typeface="Arial"/>
                        </a:rPr>
                        <a:t>Bevel and </a:t>
                      </a:r>
                      <a:r>
                        <a:rPr sz="600">
                          <a:latin typeface="Arial"/>
                          <a:cs typeface="Arial"/>
                        </a:rPr>
                        <a:t>Emboss</a:t>
                      </a:r>
                      <a:endParaRPr/>
                    </a:p>
                    <a:p>
                      <a:pPr marL="175260" marR="181610">
                        <a:spcBef>
                          <a:spcPts val="3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Each of these transparency effects (vector soft masks) should match the reference images.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112395"/>
                      <a:r>
                        <a:rPr sz="600" spc="-30">
                          <a:latin typeface="Arial"/>
                          <a:cs typeface="Arial"/>
                        </a:rPr>
                        <a:t>11 Oct 2012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895" marR="50800" algn="ctr"/>
                      <a:r>
                        <a:rPr sz="60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54940" marR="31115" algn="r">
                        <a:tabLst>
                          <a:tab pos="214693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0">
                          <a:latin typeface="Arial"/>
                          <a:cs typeface="Arial"/>
                        </a:rPr>
                        <a:t>16.8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65" name="shape 365"/>
          <p:cNvGraphicFramePr>
            <a:graphicFrameLocks noGrp="1"/>
          </p:cNvGraphicFramePr>
          <p:nvPr/>
        </p:nvGraphicFramePr>
        <p:xfrm>
          <a:off x="3955118" y="5699831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1970"/>
                <a:gridCol w="359410"/>
                <a:gridCol w="2311400"/>
              </a:tblGrid>
              <a:tr h="1640840">
                <a:tc gridSpan="3">
                  <a:txBody>
                    <a:bodyPr/>
                    <a:p>
                      <a:pPr marL="716280" marR="718185">
                        <a:spcBef>
                          <a:spcPts val="100"/>
                        </a:spcBef>
                      </a:pPr>
                      <a:r>
                        <a:rPr sz="900" spc="-50">
                          <a:latin typeface="Arial"/>
                          <a:cs typeface="Arial"/>
                        </a:rPr>
                        <a:t>GWG 16.9 – Vector Softmasks (part 2)</a:t>
                      </a:r>
                      <a:endParaRPr/>
                    </a:p>
                    <a:p>
                      <a:pPr marL="1304925" marR="1301115">
                        <a:spcBef>
                          <a:spcPts val="500"/>
                        </a:spcBef>
                      </a:pPr>
                      <a:r>
                        <a:rPr sz="600" spc="-15">
                          <a:latin typeface="Arial"/>
                          <a:cs typeface="Arial"/>
                        </a:rPr>
                        <a:t>Actual test objects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316990" marR="1313180">
                        <a:spcBef>
                          <a:spcPts val="700"/>
                        </a:spcBef>
                      </a:pPr>
                      <a:r>
                        <a:rPr sz="600" spc="-35">
                          <a:latin typeface="Arial"/>
                          <a:cs typeface="Arial"/>
                        </a:rPr>
                        <a:t>Reference Images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559435" marR="488315">
                        <a:spcBef>
                          <a:spcPts val="900"/>
                        </a:spcBef>
                        <a:tabLst>
                          <a:tab pos="1068705" algn="l"/>
                          <a:tab pos="1748155" algn="l"/>
                          <a:tab pos="242760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Satin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Basic Feather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Directional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Gradient</a:t>
                      </a:r>
                      <a:endParaRPr/>
                    </a:p>
                    <a:p>
                      <a:pPr marL="1801495" marR="506730">
                        <a:tabLst>
                          <a:tab pos="244602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Feather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0">
                          <a:latin typeface="Arial"/>
                          <a:cs typeface="Arial"/>
                        </a:rPr>
                        <a:t>Feather</a:t>
                      </a:r>
                      <a:endParaRPr/>
                    </a:p>
                    <a:p>
                      <a:pPr marL="175260" marR="181610">
                        <a:spcBef>
                          <a:spcPts val="3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Each of these transparency effects (vector soft masks) should match the reference images.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112395"/>
                      <a:r>
                        <a:rPr sz="600" spc="-30">
                          <a:latin typeface="Arial"/>
                          <a:cs typeface="Arial"/>
                        </a:rPr>
                        <a:t>11 Oct 2012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895" marR="50800" algn="ctr"/>
                      <a:r>
                        <a:rPr sz="60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54940" marR="31115" algn="r">
                        <a:tabLst>
                          <a:tab pos="214693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0">
                          <a:latin typeface="Arial"/>
                          <a:cs typeface="Arial"/>
                        </a:rPr>
                        <a:t>16.9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66" name="shape 366"/>
          <p:cNvGraphicFramePr>
            <a:graphicFrameLocks noGrp="1"/>
          </p:cNvGraphicFramePr>
          <p:nvPr/>
        </p:nvGraphicFramePr>
        <p:xfrm>
          <a:off x="427119" y="7787827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1970"/>
                <a:gridCol w="359410"/>
                <a:gridCol w="2311400"/>
              </a:tblGrid>
              <a:tr h="1640840">
                <a:tc gridSpan="3">
                  <a:txBody>
                    <a:bodyPr/>
                    <a:p>
                      <a:pPr marL="741680" marR="743585">
                        <a:spcBef>
                          <a:spcPts val="100"/>
                        </a:spcBef>
                      </a:pPr>
                      <a:r>
                        <a:rPr sz="900" spc="-50">
                          <a:latin typeface="Arial"/>
                          <a:cs typeface="Arial"/>
                        </a:rPr>
                        <a:t>GWG 16.10 – Text Softmasks (part 1)</a:t>
                      </a:r>
                      <a:endParaRPr/>
                    </a:p>
                    <a:p>
                      <a:pPr marL="1299845" marR="1306195"/>
                      <a:r>
                        <a:rPr sz="600" spc="-15">
                          <a:latin typeface="Arial"/>
                          <a:cs typeface="Arial"/>
                        </a:rPr>
                        <a:t>Actual test objects</a:t>
                      </a:r>
                      <a:endParaRPr/>
                    </a:p>
                    <a:p>
                      <a:pPr marL="198755" marR="1484630">
                        <a:lnSpc>
                          <a:spcPts val="3715"/>
                        </a:lnSpc>
                        <a:tabLst>
                          <a:tab pos="1481455" algn="l"/>
                        </a:tabLst>
                      </a:pPr>
                      <a:r>
                        <a:rPr sz="3000" cap="small">
                          <a:solidFill>
                            <a:srgbClr val="00AEEF"/>
                          </a:solidFill>
                          <a:latin typeface="Showcard Gothic"/>
                          <a:cs typeface="Showcard Gothic"/>
                        </a:rPr>
                        <a:t>A</a:t>
                      </a:r>
                      <a:r>
                        <a:rPr sz="3000" cap="small">
                          <a:solidFill>
                            <a:srgbClr val="00AEEF"/>
                          </a:solidFill>
                          <a:latin typeface="Showcard Gothic"/>
                          <a:cs typeface="Showcard Gothic"/>
                        </a:rPr>
                        <a:t>	</a:t>
                      </a:r>
                      <a:r>
                        <a:rPr sz="3000" cap="small" spc="-25">
                          <a:solidFill>
                            <a:srgbClr val="EC008C"/>
                          </a:solidFill>
                          <a:latin typeface="Showcard Gothic"/>
                          <a:cs typeface="Showcard Gothic"/>
                        </a:rPr>
                        <a:t>C</a:t>
                      </a:r>
                      <a:endParaRPr/>
                    </a:p>
                    <a:p>
                      <a:pPr marL="1322070" marR="1308735">
                        <a:lnSpc>
                          <a:spcPts val="690"/>
                        </a:lnSpc>
                      </a:pPr>
                      <a:r>
                        <a:rPr sz="600" spc="-35">
                          <a:latin typeface="Arial"/>
                          <a:cs typeface="Arial"/>
                        </a:rPr>
                        <a:t>Reference Images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03505" marR="173355" algn="r">
                        <a:lnSpc>
                          <a:spcPct val="99803"/>
                        </a:lnSpc>
                        <a:spcBef>
                          <a:spcPts val="1100"/>
                        </a:spcBef>
                        <a:tabLst>
                          <a:tab pos="737235" algn="l"/>
                          <a:tab pos="1421130" algn="l"/>
                          <a:tab pos="2072640" algn="l"/>
                          <a:tab pos="270827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Drop Shadow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Inner Shadow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Outer Glow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Inner Glow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5">
                          <a:latin typeface="Arial"/>
                          <a:cs typeface="Arial"/>
                        </a:rPr>
                        <a:t>Bevel and </a:t>
                      </a:r>
                      <a:r>
                        <a:rPr sz="600">
                          <a:latin typeface="Arial"/>
                          <a:cs typeface="Arial"/>
                        </a:rPr>
                        <a:t>Emboss</a:t>
                      </a:r>
                      <a:endParaRPr/>
                    </a:p>
                    <a:p>
                      <a:pPr marL="212090" marR="218440">
                        <a:spcBef>
                          <a:spcPts val="2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Each of these transparency effects (Text Softmasks) should match the reference images.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112395"/>
                      <a:r>
                        <a:rPr sz="600" spc="-30">
                          <a:latin typeface="Arial"/>
                          <a:cs typeface="Arial"/>
                        </a:rPr>
                        <a:t>11 Oct 2012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895" marR="50800" algn="ctr"/>
                      <a:r>
                        <a:rPr sz="60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54940" marR="31115" algn="r">
                        <a:tabLst>
                          <a:tab pos="210756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16.10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67" name="shape 367"/>
          <p:cNvGraphicFramePr>
            <a:graphicFrameLocks noGrp="1"/>
          </p:cNvGraphicFramePr>
          <p:nvPr/>
        </p:nvGraphicFramePr>
        <p:xfrm>
          <a:off x="3955118" y="7787827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1970"/>
                <a:gridCol w="359410"/>
                <a:gridCol w="2311400"/>
              </a:tblGrid>
              <a:tr h="1640840">
                <a:tc gridSpan="3">
                  <a:txBody>
                    <a:bodyPr/>
                    <a:p>
                      <a:pPr marL="741680" marR="743585">
                        <a:spcBef>
                          <a:spcPts val="100"/>
                        </a:spcBef>
                      </a:pPr>
                      <a:r>
                        <a:rPr sz="900" spc="-50">
                          <a:latin typeface="Arial"/>
                          <a:cs typeface="Arial"/>
                        </a:rPr>
                        <a:t>GWG 16.11 – Text Softmasks (part 2)</a:t>
                      </a:r>
                      <a:endParaRPr/>
                    </a:p>
                    <a:p>
                      <a:pPr marL="1247140" marR="1359535"/>
                      <a:r>
                        <a:rPr sz="600" spc="-15">
                          <a:latin typeface="Arial"/>
                          <a:cs typeface="Arial"/>
                        </a:rPr>
                        <a:t>Actual test objects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259205" marR="1371600">
                        <a:spcBef>
                          <a:spcPts val="100"/>
                        </a:spcBef>
                      </a:pPr>
                      <a:r>
                        <a:rPr sz="600" spc="-35">
                          <a:latin typeface="Arial"/>
                          <a:cs typeface="Arial"/>
                        </a:rPr>
                        <a:t>Reference Images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501650" marR="546100">
                        <a:spcBef>
                          <a:spcPts val="1100"/>
                        </a:spcBef>
                        <a:tabLst>
                          <a:tab pos="1010920" algn="l"/>
                          <a:tab pos="1690370" algn="l"/>
                          <a:tab pos="236982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Satin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Basic Feather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Directional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Gradient</a:t>
                      </a:r>
                      <a:endParaRPr/>
                    </a:p>
                    <a:p>
                      <a:pPr marL="1744345" marR="564515">
                        <a:tabLst>
                          <a:tab pos="238823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Feather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0">
                          <a:latin typeface="Arial"/>
                          <a:cs typeface="Arial"/>
                        </a:rPr>
                        <a:t>Feather</a:t>
                      </a:r>
                      <a:endParaRPr/>
                    </a:p>
                    <a:p>
                      <a:pPr marL="212090" marR="218440">
                        <a:spcBef>
                          <a:spcPts val="2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Each of these transparency effects (Text Softmasks) should match the reference images.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112395"/>
                      <a:r>
                        <a:rPr sz="600" spc="-30">
                          <a:latin typeface="Arial"/>
                          <a:cs typeface="Arial"/>
                        </a:rPr>
                        <a:t>11 Oct 2012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895" marR="50800" algn="ctr"/>
                      <a:r>
                        <a:rPr sz="60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54940" marR="31115" algn="r">
                        <a:tabLst>
                          <a:tab pos="210756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16.11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5734874" y="179998"/>
            <a:ext cx="1429124" cy="387643"/>
            <a:chOff x="0" y="0"/>
            <a:chExt cx="1429124" cy="387642"/>
          </a:xfrm>
        </p:grpSpPr>
        <p:sp>
          <p:nvSpPr>
            <p:cNvPr id="3" name="shape 3"/>
            <p:cNvSpPr/>
            <p:nvPr/>
          </p:nvSpPr>
          <p:spPr>
            <a:xfrm>
              <a:off x="94106" y="8478"/>
              <a:ext cx="168568" cy="61256"/>
            </a:xfrm>
            <a:custGeom>
              <a:pathLst>
                <a:path w="168567" h="61255">
                  <a:moveTo>
                    <a:pt x="84278" y="0"/>
                  </a:moveTo>
                  <a:lnTo>
                    <a:pt x="42184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2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5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4" name="shape 4"/>
            <p:cNvSpPr/>
            <p:nvPr/>
          </p:nvSpPr>
          <p:spPr>
            <a:xfrm>
              <a:off x="0" y="102548"/>
              <a:ext cx="61280" cy="168568"/>
            </a:xfrm>
            <a:custGeom>
              <a:pathLst>
                <a:path w="61279" h="168567">
                  <a:moveTo>
                    <a:pt x="37873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3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5" name="shape 5"/>
            <p:cNvSpPr/>
            <p:nvPr/>
          </p:nvSpPr>
          <p:spPr>
            <a:xfrm>
              <a:off x="295511" y="102549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6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94114" y="303951"/>
              <a:ext cx="168567" cy="61284"/>
            </a:xfrm>
            <a:custGeom>
              <a:pathLst>
                <a:path w="168566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5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6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85329" y="93783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477335" y="2912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617917" y="0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6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724642" y="39774"/>
              <a:ext cx="87668" cy="100838"/>
            </a:xfrm>
            <a:custGeom>
              <a:pathLst>
                <a:path w="87667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833859" y="39991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90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936525" y="19038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473018" y="214522"/>
              <a:ext cx="168924" cy="134354"/>
            </a:xfrm>
            <a:custGeom>
              <a:pathLst>
                <a:path w="168923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2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5" y="114414"/>
                  </a:lnTo>
                  <a:lnTo>
                    <a:pt x="35306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3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644236" y="250213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763475" y="250204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832000" y="207372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921289" y="250216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0" y="82105"/>
                  </a:lnTo>
                  <a:lnTo>
                    <a:pt x="74332" y="82105"/>
                  </a:lnTo>
                  <a:lnTo>
                    <a:pt x="74332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5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0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1042612" y="250204"/>
              <a:ext cx="49911" cy="98667"/>
            </a:xfrm>
            <a:custGeom>
              <a:pathLst>
                <a:path w="49910" h="98666">
                  <a:moveTo>
                    <a:pt x="44958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9" name="shape 19"/>
            <p:cNvSpPr/>
            <p:nvPr/>
          </p:nvSpPr>
          <p:spPr>
            <a:xfrm>
              <a:off x="1101973" y="250213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5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1221244" y="252397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1334115" y="250213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3" y="18719"/>
                  </a:lnTo>
                  <a:lnTo>
                    <a:pt x="17259" y="18719"/>
                  </a:lnTo>
                  <a:lnTo>
                    <a:pt x="16217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2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39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4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1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pic>
        <p:nvPicPr>
          <p:cNvPr id="22" name="shape 2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6538" y="171396"/>
            <a:ext cx="3489449" cy="347553"/>
          </a:xfrm>
          <a:prstGeom prst="rect"/>
        </p:spPr>
      </p:pic>
      <p:grpSp>
        <p:nvGrpSpPr>
          <p:cNvPr id="23" name="shape 23"/>
          <p:cNvGrpSpPr/>
          <p:nvPr/>
        </p:nvGrpSpPr>
        <p:grpSpPr>
          <a:xfrm>
            <a:off x="406873" y="179998"/>
            <a:ext cx="1429125" cy="387643"/>
            <a:chOff x="0" y="0"/>
            <a:chExt cx="1429125" cy="387642"/>
          </a:xfrm>
        </p:grpSpPr>
        <p:sp>
          <p:nvSpPr>
            <p:cNvPr id="24" name="shape 24"/>
            <p:cNvSpPr/>
            <p:nvPr/>
          </p:nvSpPr>
          <p:spPr>
            <a:xfrm>
              <a:off x="94106" y="8478"/>
              <a:ext cx="168568" cy="61256"/>
            </a:xfrm>
            <a:custGeom>
              <a:pathLst>
                <a:path w="168567" h="61255">
                  <a:moveTo>
                    <a:pt x="84283" y="0"/>
                  </a:moveTo>
                  <a:lnTo>
                    <a:pt x="42190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1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6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0" y="102548"/>
              <a:ext cx="61280" cy="168568"/>
            </a:xfrm>
            <a:custGeom>
              <a:pathLst>
                <a:path w="61279" h="168567">
                  <a:moveTo>
                    <a:pt x="37872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2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295512" y="102549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5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94115" y="303951"/>
              <a:ext cx="168568" cy="61284"/>
            </a:xfrm>
            <a:custGeom>
              <a:pathLst>
                <a:path w="168567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6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7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85329" y="93783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477336" y="2912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617918" y="0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7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724642" y="39774"/>
              <a:ext cx="87669" cy="100838"/>
            </a:xfrm>
            <a:custGeom>
              <a:pathLst>
                <a:path w="87668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833859" y="39991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77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33" name="shape 33"/>
            <p:cNvSpPr/>
            <p:nvPr/>
          </p:nvSpPr>
          <p:spPr>
            <a:xfrm>
              <a:off x="936525" y="19038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4" name="shape 34"/>
            <p:cNvSpPr/>
            <p:nvPr/>
          </p:nvSpPr>
          <p:spPr>
            <a:xfrm>
              <a:off x="473019" y="214522"/>
              <a:ext cx="168923" cy="134354"/>
            </a:xfrm>
            <a:custGeom>
              <a:pathLst>
                <a:path w="168922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1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4" y="114414"/>
                  </a:lnTo>
                  <a:lnTo>
                    <a:pt x="35305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2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644237" y="250213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25" y="3461"/>
                  </a:lnTo>
                  <a:lnTo>
                    <a:pt x="14376" y="13496"/>
                  </a:lnTo>
                  <a:lnTo>
                    <a:pt x="3852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763475" y="250204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832001" y="207372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921289" y="250216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1" y="82105"/>
                  </a:lnTo>
                  <a:lnTo>
                    <a:pt x="74333" y="82105"/>
                  </a:lnTo>
                  <a:lnTo>
                    <a:pt x="74333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6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1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1042612" y="250204"/>
              <a:ext cx="49911" cy="98667"/>
            </a:xfrm>
            <a:custGeom>
              <a:pathLst>
                <a:path w="49910" h="98666">
                  <a:moveTo>
                    <a:pt x="44957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09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0" y="16941"/>
                  </a:lnTo>
                  <a:lnTo>
                    <a:pt x="49910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1101974" y="250213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6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1221244" y="252397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42" name="shape 42"/>
            <p:cNvSpPr/>
            <p:nvPr/>
          </p:nvSpPr>
          <p:spPr>
            <a:xfrm>
              <a:off x="1334116" y="250213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2" y="18719"/>
                  </a:lnTo>
                  <a:lnTo>
                    <a:pt x="17259" y="18719"/>
                  </a:lnTo>
                  <a:lnTo>
                    <a:pt x="16218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1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40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5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0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pic>
        <p:nvPicPr>
          <p:cNvPr id="43" name="shape 4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21749" y="2215934"/>
            <a:ext cx="2409825" cy="82550"/>
          </a:xfrm>
          <a:prstGeom prst="rect"/>
        </p:spPr>
      </p:pic>
      <p:pic>
        <p:nvPicPr>
          <p:cNvPr id="44" name="shape 4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19326" y="3057844"/>
            <a:ext cx="2216150" cy="76200"/>
          </a:xfrm>
          <a:prstGeom prst="rect"/>
        </p:spPr>
      </p:pic>
      <p:pic>
        <p:nvPicPr>
          <p:cNvPr id="45" name="shape 4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19751" y="2844264"/>
            <a:ext cx="2409825" cy="85725"/>
          </a:xfrm>
          <a:prstGeom prst="rect"/>
        </p:spPr>
      </p:pic>
      <p:pic>
        <p:nvPicPr>
          <p:cNvPr id="46" name="shape 4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23951" y="2426009"/>
            <a:ext cx="2393951" cy="88900"/>
          </a:xfrm>
          <a:prstGeom prst="rect"/>
        </p:spPr>
      </p:pic>
      <p:pic>
        <p:nvPicPr>
          <p:cNvPr id="47" name="shape 4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339001" y="2631588"/>
            <a:ext cx="2425700" cy="209550"/>
          </a:xfrm>
          <a:prstGeom prst="rect"/>
        </p:spPr>
      </p:pic>
      <p:pic>
        <p:nvPicPr>
          <p:cNvPr id="48" name="shape 4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407468" y="2071239"/>
            <a:ext cx="2277618" cy="167336"/>
          </a:xfrm>
          <a:prstGeom prst="rect"/>
        </p:spPr>
      </p:pic>
      <p:grpSp>
        <p:nvGrpSpPr>
          <p:cNvPr id="49" name="shape 49"/>
          <p:cNvGrpSpPr/>
          <p:nvPr/>
        </p:nvGrpSpPr>
        <p:grpSpPr>
          <a:xfrm>
            <a:off x="424946" y="3611848"/>
            <a:ext cx="3191307" cy="1751292"/>
            <a:chOff x="0" y="0"/>
            <a:chExt cx="3191307" cy="1751292"/>
          </a:xfrm>
        </p:grpSpPr>
        <p:sp>
          <p:nvSpPr>
            <p:cNvPr id="50" name="shape 50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2A2A2A"/>
              </a:solidFill>
            </a:ln>
          </p:spPr>
          <p:txBody>
            <a:bodyPr vertOverflow="overflow" horzOverflow="overflow" numCol="1" wrap="square" lIns="0" tIns="12700" rIns="0" bIns="0">
              <a:spAutoFit/>
            </a:bodyPr>
            <a:p>
              <a:pPr marL="662305">
                <a:spcBef>
                  <a:spcPts val="100"/>
                </a:spcBef>
              </a:pPr>
              <a:r>
                <a:rPr sz="900">
                  <a:latin typeface="Arial"/>
                  <a:cs typeface="Arial"/>
                </a:rPr>
                <a:t>GWG 5.1 - Font subset and substitution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854075" marR="236220">
                <a:spcBef>
                  <a:spcPts val="600"/>
                </a:spcBef>
                <a:tabLst>
                  <a:tab pos="2129155" algn="l"/>
                </a:tabLst>
              </a:pPr>
              <a:r>
                <a:rPr sz="600">
                  <a:latin typeface="Arial"/>
                  <a:cs typeface="Arial"/>
                </a:rPr>
                <a:t>Placed EPS-ﬁle n°1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Placed EPS-ﬁle n°2 (VVLNKX+Myriad-Roman)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35">
                  <a:latin typeface="Arial"/>
                  <a:cs typeface="Arial"/>
                </a:rPr>
                <a:t>(VVLNKX+Myriad-Roman)</a:t>
              </a:r>
              <a:endParaRPr/>
            </a:p>
            <a:p>
              <a:pPr marL="41275">
                <a:spcBef>
                  <a:spcPts val="200"/>
                </a:spcBef>
                <a:tabLst>
                  <a:tab pos="887730" algn="l"/>
                  <a:tab pos="2162175" algn="l"/>
                </a:tabLst>
              </a:pPr>
              <a:r>
                <a:rPr sz="900" baseline="4629">
                  <a:latin typeface="Arial"/>
                  <a:cs typeface="Arial"/>
                </a:rPr>
                <a:t>subsetted font</a:t>
              </a:r>
              <a:r>
                <a:rPr sz="900" baseline="4629">
                  <a:latin typeface="Arial"/>
                  <a:cs typeface="Arial"/>
                </a:rPr>
                <a:t>	</a:t>
              </a:r>
              <a:r>
                <a:rPr sz="1200">
                  <a:latin typeface="Times New Roman"/>
                  <a:cs typeface="Times New Roman"/>
                </a:rPr>
                <a:t>12345</a:t>
              </a:r>
              <a:r>
                <a:rPr sz="1200">
                  <a:latin typeface="Times New Roman"/>
                  <a:cs typeface="Times New Roman"/>
                </a:rPr>
                <a:t>	</a:t>
              </a:r>
              <a:r>
                <a:rPr sz="1200">
                  <a:latin typeface="Times New Roman"/>
                  <a:cs typeface="Times New Roman"/>
                </a:rPr>
                <a:t>45678</a:t>
              </a:r>
              <a:endParaRPr/>
            </a:p>
            <a:p>
              <a:pPr marL="41275">
                <a:spcBef>
                  <a:spcPts val="700"/>
                </a:spcBef>
              </a:pPr>
              <a:r>
                <a:rPr sz="600">
                  <a:latin typeface="Arial"/>
                  <a:cs typeface="Arial"/>
                </a:rPr>
                <a:t>expected result</a:t>
              </a:r>
              <a:endParaRPr/>
            </a:p>
            <a:p>
              <a:pPr marL="41275" marR="114935" algn="just">
                <a:spcBef>
                  <a:spcPts val="800"/>
                </a:spcBef>
              </a:pPr>
              <a:r>
                <a:rPr sz="600" spc="-25">
                  <a:latin typeface="Arial"/>
                  <a:cs typeface="Arial"/>
                </a:rPr>
                <a:t>- If all characters are correct and appear in the right order, the subset fonts have been processed </a:t>
              </a:r>
              <a:r>
                <a:rPr sz="600">
                  <a:latin typeface="Arial"/>
                  <a:cs typeface="Arial"/>
                </a:rPr>
                <a:t>correctly.</a:t>
              </a:r>
              <a:endParaRPr/>
            </a:p>
            <a:p>
              <a:pPr marL="41275" marR="205740" algn="just"/>
              <a:r>
                <a:rPr sz="600" spc="-20">
                  <a:latin typeface="Arial"/>
                  <a:cs typeface="Arial"/>
                </a:rPr>
                <a:t>- If some characters do not appear or display in the wrong order, incorrect handling of subset </a:t>
              </a:r>
              <a:r>
                <a:rPr sz="600">
                  <a:latin typeface="Arial"/>
                  <a:cs typeface="Arial"/>
                </a:rPr>
                <a:t>fonts has occurred.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41275">
                <a:spcBef>
                  <a:spcPts val="400"/>
                </a:spcBef>
                <a:tabLst>
                  <a:tab pos="951230" algn="l"/>
                  <a:tab pos="1780540" algn="l"/>
                  <a:tab pos="3043555" algn="l"/>
                </a:tabLst>
              </a:pPr>
              <a:r>
                <a:rPr sz="600">
                  <a:latin typeface="Arial"/>
                  <a:cs typeface="Arial"/>
                </a:rPr>
                <a:t>11 Nov 2012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0">
                  <a:latin typeface="Arial"/>
                  <a:cs typeface="Arial"/>
                </a:rPr>
                <a:t>Ghent PDF Workgroup ©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5.1</a:t>
              </a:r>
              <a:endParaRPr/>
            </a:p>
          </p:txBody>
        </p:sp>
        <p:grpSp>
          <p:nvGrpSpPr>
            <p:cNvPr id="51" name="shape 51"/>
            <p:cNvGrpSpPr/>
            <p:nvPr/>
          </p:nvGrpSpPr>
          <p:grpSpPr>
            <a:xfrm>
              <a:off x="0" y="0"/>
              <a:ext cx="3191307" cy="1751292"/>
              <a:chOff x="0" y="0"/>
              <a:chExt cx="3191307" cy="1751292"/>
            </a:xfrm>
          </p:grpSpPr>
          <p:grpSp>
            <p:nvGrpSpPr>
              <p:cNvPr id="52" name="shape 52"/>
              <p:cNvGrpSpPr/>
              <p:nvPr/>
            </p:nvGrpSpPr>
            <p:grpSpPr>
              <a:xfrm>
                <a:off x="903302" y="836235"/>
                <a:ext cx="364833" cy="102414"/>
                <a:chOff x="0" y="0"/>
                <a:chExt cx="364833" cy="102413"/>
              </a:xfrm>
            </p:grpSpPr>
            <p:sp>
              <p:nvSpPr>
                <p:cNvPr id="53" name="shape 53"/>
                <p:cNvSpPr/>
                <p:nvPr/>
              </p:nvSpPr>
              <p:spPr>
                <a:xfrm>
                  <a:off x="0" y="1676"/>
                  <a:ext cx="33071" cy="99061"/>
                </a:xfrm>
                <a:custGeom>
                  <a:pathLst>
                    <a:path w="33070" h="99060">
                      <a:moveTo>
                        <a:pt x="33070" y="0"/>
                      </a:moveTo>
                      <a:lnTo>
                        <a:pt x="21653" y="0"/>
                      </a:lnTo>
                      <a:lnTo>
                        <a:pt x="0" y="11582"/>
                      </a:lnTo>
                      <a:lnTo>
                        <a:pt x="2603" y="21793"/>
                      </a:lnTo>
                      <a:lnTo>
                        <a:pt x="19811" y="12496"/>
                      </a:lnTo>
                      <a:lnTo>
                        <a:pt x="20116" y="12496"/>
                      </a:lnTo>
                      <a:lnTo>
                        <a:pt x="20116" y="99060"/>
                      </a:lnTo>
                      <a:lnTo>
                        <a:pt x="33070" y="990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4" name="shape 54"/>
                <p:cNvSpPr/>
                <p:nvPr/>
              </p:nvSpPr>
              <p:spPr>
                <a:xfrm>
                  <a:off x="69190" y="0"/>
                  <a:ext cx="63247" cy="100737"/>
                </a:xfrm>
                <a:custGeom>
                  <a:pathLst>
                    <a:path w="63246" h="100736">
                      <a:moveTo>
                        <a:pt x="30632" y="0"/>
                      </a:moveTo>
                      <a:lnTo>
                        <a:pt x="14839" y="2914"/>
                      </a:lnTo>
                      <a:lnTo>
                        <a:pt x="2590" y="10058"/>
                      </a:lnTo>
                      <a:lnTo>
                        <a:pt x="6858" y="19507"/>
                      </a:lnTo>
                      <a:lnTo>
                        <a:pt x="15716" y="13887"/>
                      </a:lnTo>
                      <a:lnTo>
                        <a:pt x="27889" y="11125"/>
                      </a:lnTo>
                      <a:lnTo>
                        <a:pt x="43186" y="17030"/>
                      </a:lnTo>
                      <a:lnTo>
                        <a:pt x="47396" y="30480"/>
                      </a:lnTo>
                      <a:lnTo>
                        <a:pt x="38442" y="52959"/>
                      </a:lnTo>
                      <a:lnTo>
                        <a:pt x="10515" y="82296"/>
                      </a:lnTo>
                      <a:lnTo>
                        <a:pt x="0" y="92506"/>
                      </a:lnTo>
                      <a:lnTo>
                        <a:pt x="0" y="100736"/>
                      </a:lnTo>
                      <a:lnTo>
                        <a:pt x="63246" y="100736"/>
                      </a:lnTo>
                      <a:lnTo>
                        <a:pt x="63246" y="89611"/>
                      </a:lnTo>
                      <a:lnTo>
                        <a:pt x="18897" y="89611"/>
                      </a:lnTo>
                      <a:lnTo>
                        <a:pt x="18897" y="89306"/>
                      </a:lnTo>
                      <a:lnTo>
                        <a:pt x="26669" y="81991"/>
                      </a:lnTo>
                      <a:lnTo>
                        <a:pt x="51568" y="54711"/>
                      </a:lnTo>
                      <a:lnTo>
                        <a:pt x="60807" y="28803"/>
                      </a:lnTo>
                      <a:lnTo>
                        <a:pt x="53663" y="90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5" name="shape 55"/>
                <p:cNvSpPr/>
                <p:nvPr/>
              </p:nvSpPr>
              <p:spPr>
                <a:xfrm>
                  <a:off x="146914" y="0"/>
                  <a:ext cx="61875" cy="102413"/>
                </a:xfrm>
                <a:custGeom>
                  <a:pathLst>
                    <a:path w="61874" h="102412">
                      <a:moveTo>
                        <a:pt x="29718" y="0"/>
                      </a:moveTo>
                      <a:lnTo>
                        <a:pt x="14687" y="2381"/>
                      </a:lnTo>
                      <a:lnTo>
                        <a:pt x="3657" y="7619"/>
                      </a:lnTo>
                      <a:lnTo>
                        <a:pt x="7315" y="17373"/>
                      </a:lnTo>
                      <a:lnTo>
                        <a:pt x="27127" y="10820"/>
                      </a:lnTo>
                      <a:lnTo>
                        <a:pt x="40443" y="15316"/>
                      </a:lnTo>
                      <a:lnTo>
                        <a:pt x="44500" y="25755"/>
                      </a:lnTo>
                      <a:lnTo>
                        <a:pt x="37109" y="38538"/>
                      </a:lnTo>
                      <a:lnTo>
                        <a:pt x="22402" y="42519"/>
                      </a:lnTo>
                      <a:lnTo>
                        <a:pt x="14935" y="42519"/>
                      </a:lnTo>
                      <a:lnTo>
                        <a:pt x="14935" y="52577"/>
                      </a:lnTo>
                      <a:lnTo>
                        <a:pt x="22402" y="52577"/>
                      </a:lnTo>
                      <a:lnTo>
                        <a:pt x="40005" y="57283"/>
                      </a:lnTo>
                      <a:lnTo>
                        <a:pt x="48006" y="72389"/>
                      </a:lnTo>
                      <a:lnTo>
                        <a:pt x="43262" y="85134"/>
                      </a:lnTo>
                      <a:lnTo>
                        <a:pt x="25603" y="91592"/>
                      </a:lnTo>
                      <a:lnTo>
                        <a:pt x="12515" y="89401"/>
                      </a:lnTo>
                      <a:lnTo>
                        <a:pt x="3657" y="85496"/>
                      </a:lnTo>
                      <a:lnTo>
                        <a:pt x="0" y="95707"/>
                      </a:lnTo>
                      <a:lnTo>
                        <a:pt x="10534" y="100260"/>
                      </a:lnTo>
                      <a:lnTo>
                        <a:pt x="25755" y="102412"/>
                      </a:lnTo>
                      <a:lnTo>
                        <a:pt x="52673" y="93497"/>
                      </a:lnTo>
                      <a:lnTo>
                        <a:pt x="61874" y="72694"/>
                      </a:lnTo>
                      <a:lnTo>
                        <a:pt x="55397" y="55702"/>
                      </a:lnTo>
                      <a:lnTo>
                        <a:pt x="39776" y="47396"/>
                      </a:lnTo>
                      <a:lnTo>
                        <a:pt x="39776" y="47091"/>
                      </a:lnTo>
                      <a:lnTo>
                        <a:pt x="53435" y="37585"/>
                      </a:lnTo>
                      <a:lnTo>
                        <a:pt x="58064" y="23621"/>
                      </a:lnTo>
                      <a:lnTo>
                        <a:pt x="51206" y="72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6" name="shape 56"/>
                <p:cNvSpPr/>
                <p:nvPr/>
              </p:nvSpPr>
              <p:spPr>
                <a:xfrm>
                  <a:off x="220980" y="1677"/>
                  <a:ext cx="72543" cy="99060"/>
                </a:xfrm>
                <a:custGeom>
                  <a:pathLst>
                    <a:path w="72542" h="99059">
                      <a:moveTo>
                        <a:pt x="58661" y="0"/>
                      </a:moveTo>
                      <a:lnTo>
                        <a:pt x="44196" y="0"/>
                      </a:lnTo>
                      <a:lnTo>
                        <a:pt x="0" y="63398"/>
                      </a:lnTo>
                      <a:lnTo>
                        <a:pt x="0" y="72085"/>
                      </a:lnTo>
                      <a:lnTo>
                        <a:pt x="46024" y="72085"/>
                      </a:lnTo>
                      <a:lnTo>
                        <a:pt x="46024" y="99059"/>
                      </a:lnTo>
                      <a:lnTo>
                        <a:pt x="58661" y="99059"/>
                      </a:lnTo>
                      <a:lnTo>
                        <a:pt x="58661" y="72085"/>
                      </a:lnTo>
                      <a:lnTo>
                        <a:pt x="72542" y="72085"/>
                      </a:lnTo>
                      <a:lnTo>
                        <a:pt x="72542" y="61721"/>
                      </a:lnTo>
                      <a:lnTo>
                        <a:pt x="58661" y="61721"/>
                      </a:lnTo>
                      <a:lnTo>
                        <a:pt x="58661" y="12953"/>
                      </a:lnTo>
                      <a:lnTo>
                        <a:pt x="46482" y="12953"/>
                      </a:lnTo>
                      <a:lnTo>
                        <a:pt x="46024" y="28498"/>
                      </a:lnTo>
                      <a:lnTo>
                        <a:pt x="46024" y="61721"/>
                      </a:lnTo>
                      <a:lnTo>
                        <a:pt x="13563" y="61721"/>
                      </a:lnTo>
                      <a:lnTo>
                        <a:pt x="13563" y="61417"/>
                      </a:lnTo>
                      <a:lnTo>
                        <a:pt x="37795" y="27736"/>
                      </a:lnTo>
                      <a:lnTo>
                        <a:pt x="46024" y="12953"/>
                      </a:lnTo>
                      <a:lnTo>
                        <a:pt x="46482" y="12953"/>
                      </a:lnTo>
                      <a:lnTo>
                        <a:pt x="58661" y="129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7" name="shape 57"/>
                <p:cNvSpPr/>
                <p:nvPr/>
              </p:nvSpPr>
              <p:spPr>
                <a:xfrm>
                  <a:off x="303263" y="1677"/>
                  <a:ext cx="61570" cy="100737"/>
                </a:xfrm>
                <a:custGeom>
                  <a:pathLst>
                    <a:path w="61569" h="100736">
                      <a:moveTo>
                        <a:pt x="59588" y="0"/>
                      </a:moveTo>
                      <a:lnTo>
                        <a:pt x="12192" y="0"/>
                      </a:lnTo>
                      <a:lnTo>
                        <a:pt x="5791" y="47244"/>
                      </a:lnTo>
                      <a:lnTo>
                        <a:pt x="19659" y="46177"/>
                      </a:lnTo>
                      <a:lnTo>
                        <a:pt x="41211" y="52311"/>
                      </a:lnTo>
                      <a:lnTo>
                        <a:pt x="48018" y="68275"/>
                      </a:lnTo>
                      <a:lnTo>
                        <a:pt x="41094" y="84124"/>
                      </a:lnTo>
                      <a:lnTo>
                        <a:pt x="24701" y="89916"/>
                      </a:lnTo>
                      <a:lnTo>
                        <a:pt x="12136" y="88087"/>
                      </a:lnTo>
                      <a:lnTo>
                        <a:pt x="3352" y="84429"/>
                      </a:lnTo>
                      <a:lnTo>
                        <a:pt x="0" y="94640"/>
                      </a:lnTo>
                      <a:lnTo>
                        <a:pt x="10126" y="98831"/>
                      </a:lnTo>
                      <a:lnTo>
                        <a:pt x="24701" y="100736"/>
                      </a:lnTo>
                      <a:lnTo>
                        <a:pt x="51193" y="91078"/>
                      </a:lnTo>
                      <a:lnTo>
                        <a:pt x="58830" y="80355"/>
                      </a:lnTo>
                      <a:lnTo>
                        <a:pt x="61569" y="66903"/>
                      </a:lnTo>
                      <a:lnTo>
                        <a:pt x="57397" y="50825"/>
                      </a:lnTo>
                      <a:lnTo>
                        <a:pt x="47396" y="41148"/>
                      </a:lnTo>
                      <a:lnTo>
                        <a:pt x="26073" y="35814"/>
                      </a:lnTo>
                      <a:lnTo>
                        <a:pt x="17983" y="36423"/>
                      </a:lnTo>
                      <a:lnTo>
                        <a:pt x="21805" y="11277"/>
                      </a:lnTo>
                      <a:lnTo>
                        <a:pt x="59588" y="112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grpSp>
            <p:nvGrpSpPr>
              <p:cNvPr id="58" name="shape 58"/>
              <p:cNvGrpSpPr/>
              <p:nvPr/>
            </p:nvGrpSpPr>
            <p:grpSpPr>
              <a:xfrm>
                <a:off x="2164738" y="836235"/>
                <a:ext cx="382969" cy="102414"/>
                <a:chOff x="0" y="0"/>
                <a:chExt cx="382969" cy="102413"/>
              </a:xfrm>
            </p:grpSpPr>
            <p:sp>
              <p:nvSpPr>
                <p:cNvPr id="59" name="shape 59"/>
                <p:cNvSpPr/>
                <p:nvPr/>
              </p:nvSpPr>
              <p:spPr>
                <a:xfrm>
                  <a:off x="0" y="1677"/>
                  <a:ext cx="72543" cy="99060"/>
                </a:xfrm>
                <a:custGeom>
                  <a:pathLst>
                    <a:path w="72542" h="99059">
                      <a:moveTo>
                        <a:pt x="58674" y="0"/>
                      </a:moveTo>
                      <a:lnTo>
                        <a:pt x="44208" y="0"/>
                      </a:lnTo>
                      <a:lnTo>
                        <a:pt x="0" y="63398"/>
                      </a:lnTo>
                      <a:lnTo>
                        <a:pt x="0" y="72085"/>
                      </a:lnTo>
                      <a:lnTo>
                        <a:pt x="46037" y="72085"/>
                      </a:lnTo>
                      <a:lnTo>
                        <a:pt x="46037" y="99059"/>
                      </a:lnTo>
                      <a:lnTo>
                        <a:pt x="58674" y="99059"/>
                      </a:lnTo>
                      <a:lnTo>
                        <a:pt x="58674" y="72085"/>
                      </a:lnTo>
                      <a:lnTo>
                        <a:pt x="72542" y="72085"/>
                      </a:lnTo>
                      <a:lnTo>
                        <a:pt x="72542" y="61721"/>
                      </a:lnTo>
                      <a:lnTo>
                        <a:pt x="58674" y="61721"/>
                      </a:lnTo>
                      <a:lnTo>
                        <a:pt x="58674" y="12953"/>
                      </a:lnTo>
                      <a:lnTo>
                        <a:pt x="46482" y="12953"/>
                      </a:lnTo>
                      <a:lnTo>
                        <a:pt x="46037" y="28498"/>
                      </a:lnTo>
                      <a:lnTo>
                        <a:pt x="46037" y="61721"/>
                      </a:lnTo>
                      <a:lnTo>
                        <a:pt x="13563" y="61721"/>
                      </a:lnTo>
                      <a:lnTo>
                        <a:pt x="13563" y="61417"/>
                      </a:lnTo>
                      <a:lnTo>
                        <a:pt x="37807" y="27736"/>
                      </a:lnTo>
                      <a:lnTo>
                        <a:pt x="46037" y="12953"/>
                      </a:lnTo>
                      <a:lnTo>
                        <a:pt x="46482" y="12953"/>
                      </a:lnTo>
                      <a:lnTo>
                        <a:pt x="58674" y="129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60" name="shape 60"/>
                <p:cNvSpPr/>
                <p:nvPr/>
              </p:nvSpPr>
              <p:spPr>
                <a:xfrm>
                  <a:off x="82296" y="1677"/>
                  <a:ext cx="61570" cy="100737"/>
                </a:xfrm>
                <a:custGeom>
                  <a:pathLst>
                    <a:path w="61569" h="100736">
                      <a:moveTo>
                        <a:pt x="59588" y="0"/>
                      </a:moveTo>
                      <a:lnTo>
                        <a:pt x="12192" y="0"/>
                      </a:lnTo>
                      <a:lnTo>
                        <a:pt x="5791" y="47244"/>
                      </a:lnTo>
                      <a:lnTo>
                        <a:pt x="19659" y="46177"/>
                      </a:lnTo>
                      <a:lnTo>
                        <a:pt x="41205" y="52311"/>
                      </a:lnTo>
                      <a:lnTo>
                        <a:pt x="48006" y="68275"/>
                      </a:lnTo>
                      <a:lnTo>
                        <a:pt x="41090" y="84124"/>
                      </a:lnTo>
                      <a:lnTo>
                        <a:pt x="24688" y="89916"/>
                      </a:lnTo>
                      <a:lnTo>
                        <a:pt x="12134" y="88087"/>
                      </a:lnTo>
                      <a:lnTo>
                        <a:pt x="3352" y="84429"/>
                      </a:lnTo>
                      <a:lnTo>
                        <a:pt x="0" y="94640"/>
                      </a:lnTo>
                      <a:lnTo>
                        <a:pt x="10115" y="98831"/>
                      </a:lnTo>
                      <a:lnTo>
                        <a:pt x="24688" y="100736"/>
                      </a:lnTo>
                      <a:lnTo>
                        <a:pt x="51187" y="91078"/>
                      </a:lnTo>
                      <a:lnTo>
                        <a:pt x="58828" y="80355"/>
                      </a:lnTo>
                      <a:lnTo>
                        <a:pt x="61569" y="66903"/>
                      </a:lnTo>
                      <a:lnTo>
                        <a:pt x="57397" y="50825"/>
                      </a:lnTo>
                      <a:lnTo>
                        <a:pt x="47396" y="41148"/>
                      </a:lnTo>
                      <a:lnTo>
                        <a:pt x="26060" y="35814"/>
                      </a:lnTo>
                      <a:lnTo>
                        <a:pt x="17983" y="36423"/>
                      </a:lnTo>
                      <a:lnTo>
                        <a:pt x="21793" y="11277"/>
                      </a:lnTo>
                      <a:lnTo>
                        <a:pt x="59588" y="112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61" name="shape 61"/>
                <p:cNvSpPr/>
                <p:nvPr/>
              </p:nvSpPr>
              <p:spPr>
                <a:xfrm>
                  <a:off x="159258" y="0"/>
                  <a:ext cx="67971" cy="102413"/>
                </a:xfrm>
                <a:custGeom>
                  <a:pathLst>
                    <a:path w="67970" h="102412">
                      <a:moveTo>
                        <a:pt x="58216" y="0"/>
                      </a:moveTo>
                      <a:lnTo>
                        <a:pt x="48463" y="761"/>
                      </a:lnTo>
                      <a:lnTo>
                        <a:pt x="16764" y="15392"/>
                      </a:lnTo>
                      <a:lnTo>
                        <a:pt x="4667" y="34194"/>
                      </a:lnTo>
                      <a:lnTo>
                        <a:pt x="0" y="60197"/>
                      </a:lnTo>
                      <a:lnTo>
                        <a:pt x="9563" y="90963"/>
                      </a:lnTo>
                      <a:lnTo>
                        <a:pt x="20574" y="99438"/>
                      </a:lnTo>
                      <a:lnTo>
                        <a:pt x="34899" y="102412"/>
                      </a:lnTo>
                      <a:lnTo>
                        <a:pt x="48810" y="99507"/>
                      </a:lnTo>
                      <a:lnTo>
                        <a:pt x="59207" y="91744"/>
                      </a:lnTo>
                      <a:lnTo>
                        <a:pt x="67970" y="67360"/>
                      </a:lnTo>
                      <a:lnTo>
                        <a:pt x="60115" y="45567"/>
                      </a:lnTo>
                      <a:lnTo>
                        <a:pt x="33985" y="45567"/>
                      </a:lnTo>
                      <a:lnTo>
                        <a:pt x="48825" y="51606"/>
                      </a:lnTo>
                      <a:lnTo>
                        <a:pt x="54406" y="68275"/>
                      </a:lnTo>
                      <a:lnTo>
                        <a:pt x="49091" y="85477"/>
                      </a:lnTo>
                      <a:lnTo>
                        <a:pt x="35204" y="92049"/>
                      </a:lnTo>
                      <a:lnTo>
                        <a:pt x="35052" y="92049"/>
                      </a:lnTo>
                      <a:lnTo>
                        <a:pt x="18954" y="83915"/>
                      </a:lnTo>
                      <a:lnTo>
                        <a:pt x="13258" y="63550"/>
                      </a:lnTo>
                      <a:lnTo>
                        <a:pt x="14630" y="57759"/>
                      </a:lnTo>
                      <a:lnTo>
                        <a:pt x="22650" y="48920"/>
                      </a:lnTo>
                      <a:lnTo>
                        <a:pt x="33985" y="45567"/>
                      </a:lnTo>
                      <a:lnTo>
                        <a:pt x="60115" y="45567"/>
                      </a:lnTo>
                      <a:lnTo>
                        <a:pt x="59607" y="44157"/>
                      </a:lnTo>
                      <a:lnTo>
                        <a:pt x="38100" y="35356"/>
                      </a:lnTo>
                      <a:lnTo>
                        <a:pt x="23717" y="38747"/>
                      </a:lnTo>
                      <a:lnTo>
                        <a:pt x="14020" y="46939"/>
                      </a:lnTo>
                      <a:lnTo>
                        <a:pt x="13716" y="46939"/>
                      </a:lnTo>
                      <a:lnTo>
                        <a:pt x="23850" y="24421"/>
                      </a:lnTo>
                      <a:lnTo>
                        <a:pt x="48158" y="11734"/>
                      </a:lnTo>
                      <a:lnTo>
                        <a:pt x="58216" y="109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62" name="shape 62"/>
                <p:cNvSpPr/>
                <p:nvPr/>
              </p:nvSpPr>
              <p:spPr>
                <a:xfrm>
                  <a:off x="240944" y="1677"/>
                  <a:ext cx="62484" cy="99060"/>
                </a:xfrm>
                <a:custGeom>
                  <a:pathLst>
                    <a:path w="62483" h="99059">
                      <a:moveTo>
                        <a:pt x="62483" y="0"/>
                      </a:moveTo>
                      <a:lnTo>
                        <a:pt x="0" y="0"/>
                      </a:lnTo>
                      <a:lnTo>
                        <a:pt x="0" y="11125"/>
                      </a:lnTo>
                      <a:lnTo>
                        <a:pt x="48463" y="11125"/>
                      </a:lnTo>
                      <a:lnTo>
                        <a:pt x="48463" y="11430"/>
                      </a:lnTo>
                      <a:lnTo>
                        <a:pt x="5638" y="99060"/>
                      </a:lnTo>
                      <a:lnTo>
                        <a:pt x="19354" y="99060"/>
                      </a:lnTo>
                      <a:lnTo>
                        <a:pt x="62483" y="8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63" name="shape 63"/>
                <p:cNvSpPr/>
                <p:nvPr/>
              </p:nvSpPr>
              <p:spPr>
                <a:xfrm>
                  <a:off x="316065" y="0"/>
                  <a:ext cx="66904" cy="102414"/>
                </a:xfrm>
                <a:custGeom>
                  <a:pathLst>
                    <a:path w="66903" h="102413">
                      <a:moveTo>
                        <a:pt x="34455" y="0"/>
                      </a:moveTo>
                      <a:lnTo>
                        <a:pt x="34289" y="0"/>
                      </a:lnTo>
                      <a:lnTo>
                        <a:pt x="12458" y="7296"/>
                      </a:lnTo>
                      <a:lnTo>
                        <a:pt x="3657" y="26365"/>
                      </a:lnTo>
                      <a:lnTo>
                        <a:pt x="7410" y="38747"/>
                      </a:lnTo>
                      <a:lnTo>
                        <a:pt x="19507" y="48615"/>
                      </a:lnTo>
                      <a:lnTo>
                        <a:pt x="19507" y="49072"/>
                      </a:lnTo>
                      <a:lnTo>
                        <a:pt x="5243" y="59664"/>
                      </a:lnTo>
                      <a:lnTo>
                        <a:pt x="0" y="75742"/>
                      </a:lnTo>
                      <a:lnTo>
                        <a:pt x="8843" y="94507"/>
                      </a:lnTo>
                      <a:lnTo>
                        <a:pt x="33223" y="102412"/>
                      </a:lnTo>
                      <a:lnTo>
                        <a:pt x="57149" y="94526"/>
                      </a:lnTo>
                      <a:lnTo>
                        <a:pt x="66903" y="73609"/>
                      </a:lnTo>
                      <a:lnTo>
                        <a:pt x="61552" y="58178"/>
                      </a:lnTo>
                      <a:lnTo>
                        <a:pt x="54607" y="53340"/>
                      </a:lnTo>
                      <a:lnTo>
                        <a:pt x="31699" y="53340"/>
                      </a:lnTo>
                      <a:lnTo>
                        <a:pt x="47631" y="61131"/>
                      </a:lnTo>
                      <a:lnTo>
                        <a:pt x="53505" y="74980"/>
                      </a:lnTo>
                      <a:lnTo>
                        <a:pt x="48109" y="87649"/>
                      </a:lnTo>
                      <a:lnTo>
                        <a:pt x="33693" y="92659"/>
                      </a:lnTo>
                      <a:lnTo>
                        <a:pt x="33527" y="92659"/>
                      </a:lnTo>
                      <a:lnTo>
                        <a:pt x="18840" y="87001"/>
                      </a:lnTo>
                      <a:lnTo>
                        <a:pt x="13868" y="73914"/>
                      </a:lnTo>
                      <a:lnTo>
                        <a:pt x="18440" y="61341"/>
                      </a:lnTo>
                      <a:lnTo>
                        <a:pt x="31699" y="53340"/>
                      </a:lnTo>
                      <a:lnTo>
                        <a:pt x="54607" y="53340"/>
                      </a:lnTo>
                      <a:lnTo>
                        <a:pt x="46951" y="48006"/>
                      </a:lnTo>
                      <a:lnTo>
                        <a:pt x="46951" y="47548"/>
                      </a:lnTo>
                      <a:lnTo>
                        <a:pt x="59742" y="36995"/>
                      </a:lnTo>
                      <a:lnTo>
                        <a:pt x="63398" y="24384"/>
                      </a:lnTo>
                      <a:lnTo>
                        <a:pt x="57026" y="9601"/>
                      </a:lnTo>
                      <a:lnTo>
                        <a:pt x="34137" y="9601"/>
                      </a:lnTo>
                      <a:lnTo>
                        <a:pt x="46901" y="14706"/>
                      </a:lnTo>
                      <a:lnTo>
                        <a:pt x="50749" y="25755"/>
                      </a:lnTo>
                      <a:lnTo>
                        <a:pt x="46405" y="37033"/>
                      </a:lnTo>
                      <a:lnTo>
                        <a:pt x="35661" y="43738"/>
                      </a:lnTo>
                      <a:lnTo>
                        <a:pt x="21870" y="37166"/>
                      </a:lnTo>
                      <a:lnTo>
                        <a:pt x="16776" y="25450"/>
                      </a:lnTo>
                      <a:lnTo>
                        <a:pt x="21213" y="14325"/>
                      </a:lnTo>
                      <a:lnTo>
                        <a:pt x="33985" y="9601"/>
                      </a:lnTo>
                      <a:lnTo>
                        <a:pt x="34137" y="9601"/>
                      </a:lnTo>
                      <a:lnTo>
                        <a:pt x="57026" y="9601"/>
                      </a:lnTo>
                      <a:lnTo>
                        <a:pt x="56122" y="75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</p:grpSp>
      </p:grpSp>
      <p:grpSp>
        <p:nvGrpSpPr>
          <p:cNvPr id="64" name="shape 64"/>
          <p:cNvGrpSpPr/>
          <p:nvPr/>
        </p:nvGrpSpPr>
        <p:grpSpPr>
          <a:xfrm>
            <a:off x="3952945" y="3611848"/>
            <a:ext cx="3191307" cy="1751292"/>
            <a:chOff x="0" y="0"/>
            <a:chExt cx="3191307" cy="1751292"/>
          </a:xfrm>
        </p:grpSpPr>
        <p:sp>
          <p:nvSpPr>
            <p:cNvPr id="65" name="shape 65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12700" rIns="0" bIns="0">
              <a:spAutoFit/>
            </a:bodyPr>
            <a:p>
              <a:pPr marL="662305">
                <a:spcBef>
                  <a:spcPts val="100"/>
                </a:spcBef>
              </a:pPr>
              <a:r>
                <a:rPr sz="900">
                  <a:latin typeface="Arial"/>
                  <a:cs typeface="Arial"/>
                </a:rPr>
                <a:t>GWG 5.2 - Font subset and substitution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854075" marR="220980">
                <a:spcBef>
                  <a:spcPts val="600"/>
                </a:spcBef>
                <a:tabLst>
                  <a:tab pos="2129155" algn="l"/>
                </a:tabLst>
              </a:pPr>
              <a:r>
                <a:rPr sz="600">
                  <a:latin typeface="Arial"/>
                  <a:cs typeface="Arial"/>
                </a:rPr>
                <a:t>Placed EPS-ﬁle n°1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Placed EPS-ﬁle n°2 (FEPTUI+Myriad-Roman)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40">
                  <a:latin typeface="Arial"/>
                  <a:cs typeface="Arial"/>
                </a:rPr>
                <a:t>(PGNBEO+Myriad-Roman)</a:t>
              </a:r>
              <a:endParaRPr/>
            </a:p>
            <a:p>
              <a:pPr marL="41275">
                <a:spcBef>
                  <a:spcPts val="200"/>
                </a:spcBef>
                <a:tabLst>
                  <a:tab pos="887730" algn="l"/>
                  <a:tab pos="2162175" algn="l"/>
                </a:tabLst>
              </a:pPr>
              <a:r>
                <a:rPr sz="900" baseline="4629">
                  <a:latin typeface="Arial"/>
                  <a:cs typeface="Arial"/>
                </a:rPr>
                <a:t>subsetted font</a:t>
              </a:r>
              <a:r>
                <a:rPr sz="900" baseline="4629">
                  <a:latin typeface="Arial"/>
                  <a:cs typeface="Arial"/>
                </a:rPr>
                <a:t>	</a:t>
              </a:r>
              <a:r>
                <a:rPr sz="1200">
                  <a:latin typeface="Times New Roman"/>
                  <a:cs typeface="Times New Roman"/>
                </a:rPr>
                <a:t>12345</a:t>
              </a:r>
              <a:r>
                <a:rPr sz="1200">
                  <a:latin typeface="Times New Roman"/>
                  <a:cs typeface="Times New Roman"/>
                </a:rPr>
                <a:t>	</a:t>
              </a:r>
              <a:r>
                <a:rPr sz="1200">
                  <a:latin typeface="Times New Roman"/>
                  <a:cs typeface="Times New Roman"/>
                </a:rPr>
                <a:t>45678</a:t>
              </a:r>
              <a:endParaRPr/>
            </a:p>
            <a:p>
              <a:pPr marL="41275">
                <a:spcBef>
                  <a:spcPts val="700"/>
                </a:spcBef>
              </a:pPr>
              <a:r>
                <a:rPr sz="600">
                  <a:latin typeface="Arial"/>
                  <a:cs typeface="Arial"/>
                </a:rPr>
                <a:t>expected result</a:t>
              </a:r>
              <a:endParaRPr/>
            </a:p>
            <a:p>
              <a:pPr marL="41275" marR="114935" algn="just">
                <a:spcBef>
                  <a:spcPts val="800"/>
                </a:spcBef>
              </a:pPr>
              <a:r>
                <a:rPr sz="600" spc="-25">
                  <a:latin typeface="Arial"/>
                  <a:cs typeface="Arial"/>
                </a:rPr>
                <a:t>- If all characters are correct and appear in the right order, the subset fonts have been processed </a:t>
              </a:r>
              <a:r>
                <a:rPr sz="600">
                  <a:latin typeface="Arial"/>
                  <a:cs typeface="Arial"/>
                </a:rPr>
                <a:t>correctly.</a:t>
              </a:r>
              <a:endParaRPr/>
            </a:p>
            <a:p>
              <a:pPr marL="41275" marR="205740" algn="just"/>
              <a:r>
                <a:rPr sz="600" spc="-20">
                  <a:latin typeface="Arial"/>
                  <a:cs typeface="Arial"/>
                </a:rPr>
                <a:t>- If some characters do not appear or display in the wrong order, incorrect handling of subset </a:t>
              </a:r>
              <a:r>
                <a:rPr sz="600">
                  <a:latin typeface="Arial"/>
                  <a:cs typeface="Arial"/>
                </a:rPr>
                <a:t>fonts has occurred.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41275">
                <a:spcBef>
                  <a:spcPts val="400"/>
                </a:spcBef>
                <a:tabLst>
                  <a:tab pos="951230" algn="l"/>
                  <a:tab pos="1780540" algn="l"/>
                  <a:tab pos="3043555" algn="l"/>
                </a:tabLst>
              </a:pPr>
              <a:r>
                <a:rPr sz="600">
                  <a:latin typeface="Arial"/>
                  <a:cs typeface="Arial"/>
                </a:rPr>
                <a:t>11 Nov 2012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0">
                  <a:latin typeface="Arial"/>
                  <a:cs typeface="Arial"/>
                </a:rPr>
                <a:t>Ghent PDF Workgroup ©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5.2</a:t>
              </a:r>
              <a:endParaRPr/>
            </a:p>
          </p:txBody>
        </p:sp>
        <p:grpSp>
          <p:nvGrpSpPr>
            <p:cNvPr id="66" name="shape 66"/>
            <p:cNvGrpSpPr/>
            <p:nvPr/>
          </p:nvGrpSpPr>
          <p:grpSpPr>
            <a:xfrm>
              <a:off x="0" y="0"/>
              <a:ext cx="3191307" cy="1751292"/>
              <a:chOff x="0" y="0"/>
              <a:chExt cx="3191307" cy="1751292"/>
            </a:xfrm>
          </p:grpSpPr>
          <p:grpSp>
            <p:nvGrpSpPr>
              <p:cNvPr id="67" name="shape 67"/>
              <p:cNvGrpSpPr/>
              <p:nvPr/>
            </p:nvGrpSpPr>
            <p:grpSpPr>
              <a:xfrm>
                <a:off x="903302" y="836235"/>
                <a:ext cx="364834" cy="102414"/>
                <a:chOff x="0" y="0"/>
                <a:chExt cx="364833" cy="102413"/>
              </a:xfrm>
            </p:grpSpPr>
            <p:sp>
              <p:nvSpPr>
                <p:cNvPr id="68" name="shape 68"/>
                <p:cNvSpPr/>
                <p:nvPr/>
              </p:nvSpPr>
              <p:spPr>
                <a:xfrm>
                  <a:off x="0" y="1676"/>
                  <a:ext cx="33071" cy="99061"/>
                </a:xfrm>
                <a:custGeom>
                  <a:pathLst>
                    <a:path w="33070" h="99060">
                      <a:moveTo>
                        <a:pt x="33070" y="0"/>
                      </a:moveTo>
                      <a:lnTo>
                        <a:pt x="21653" y="0"/>
                      </a:lnTo>
                      <a:lnTo>
                        <a:pt x="0" y="11582"/>
                      </a:lnTo>
                      <a:lnTo>
                        <a:pt x="2603" y="21793"/>
                      </a:lnTo>
                      <a:lnTo>
                        <a:pt x="19812" y="12496"/>
                      </a:lnTo>
                      <a:lnTo>
                        <a:pt x="20116" y="12496"/>
                      </a:lnTo>
                      <a:lnTo>
                        <a:pt x="20116" y="99060"/>
                      </a:lnTo>
                      <a:lnTo>
                        <a:pt x="33070" y="990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69" name="shape 69"/>
                <p:cNvSpPr/>
                <p:nvPr/>
              </p:nvSpPr>
              <p:spPr>
                <a:xfrm>
                  <a:off x="69190" y="0"/>
                  <a:ext cx="63247" cy="100737"/>
                </a:xfrm>
                <a:custGeom>
                  <a:pathLst>
                    <a:path w="63246" h="100736">
                      <a:moveTo>
                        <a:pt x="30632" y="0"/>
                      </a:moveTo>
                      <a:lnTo>
                        <a:pt x="14839" y="2914"/>
                      </a:lnTo>
                      <a:lnTo>
                        <a:pt x="2590" y="10058"/>
                      </a:lnTo>
                      <a:lnTo>
                        <a:pt x="6858" y="19507"/>
                      </a:lnTo>
                      <a:lnTo>
                        <a:pt x="15716" y="13887"/>
                      </a:lnTo>
                      <a:lnTo>
                        <a:pt x="27889" y="11125"/>
                      </a:lnTo>
                      <a:lnTo>
                        <a:pt x="43186" y="17030"/>
                      </a:lnTo>
                      <a:lnTo>
                        <a:pt x="47396" y="30480"/>
                      </a:lnTo>
                      <a:lnTo>
                        <a:pt x="38442" y="52959"/>
                      </a:lnTo>
                      <a:lnTo>
                        <a:pt x="10515" y="82296"/>
                      </a:lnTo>
                      <a:lnTo>
                        <a:pt x="0" y="92506"/>
                      </a:lnTo>
                      <a:lnTo>
                        <a:pt x="0" y="100736"/>
                      </a:lnTo>
                      <a:lnTo>
                        <a:pt x="63246" y="100736"/>
                      </a:lnTo>
                      <a:lnTo>
                        <a:pt x="63246" y="89611"/>
                      </a:lnTo>
                      <a:lnTo>
                        <a:pt x="18897" y="89611"/>
                      </a:lnTo>
                      <a:lnTo>
                        <a:pt x="18897" y="89306"/>
                      </a:lnTo>
                      <a:lnTo>
                        <a:pt x="26669" y="81991"/>
                      </a:lnTo>
                      <a:lnTo>
                        <a:pt x="51568" y="54711"/>
                      </a:lnTo>
                      <a:lnTo>
                        <a:pt x="60807" y="28803"/>
                      </a:lnTo>
                      <a:lnTo>
                        <a:pt x="53663" y="90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70" name="shape 70"/>
                <p:cNvSpPr/>
                <p:nvPr/>
              </p:nvSpPr>
              <p:spPr>
                <a:xfrm>
                  <a:off x="146914" y="0"/>
                  <a:ext cx="61875" cy="102413"/>
                </a:xfrm>
                <a:custGeom>
                  <a:pathLst>
                    <a:path w="61874" h="102412">
                      <a:moveTo>
                        <a:pt x="29717" y="0"/>
                      </a:moveTo>
                      <a:lnTo>
                        <a:pt x="14687" y="2381"/>
                      </a:lnTo>
                      <a:lnTo>
                        <a:pt x="3657" y="7619"/>
                      </a:lnTo>
                      <a:lnTo>
                        <a:pt x="7315" y="17373"/>
                      </a:lnTo>
                      <a:lnTo>
                        <a:pt x="27127" y="10820"/>
                      </a:lnTo>
                      <a:lnTo>
                        <a:pt x="40443" y="15316"/>
                      </a:lnTo>
                      <a:lnTo>
                        <a:pt x="44500" y="25755"/>
                      </a:lnTo>
                      <a:lnTo>
                        <a:pt x="37109" y="38538"/>
                      </a:lnTo>
                      <a:lnTo>
                        <a:pt x="22402" y="42519"/>
                      </a:lnTo>
                      <a:lnTo>
                        <a:pt x="14935" y="42519"/>
                      </a:lnTo>
                      <a:lnTo>
                        <a:pt x="14935" y="52577"/>
                      </a:lnTo>
                      <a:lnTo>
                        <a:pt x="22402" y="52577"/>
                      </a:lnTo>
                      <a:lnTo>
                        <a:pt x="40004" y="57283"/>
                      </a:lnTo>
                      <a:lnTo>
                        <a:pt x="48005" y="72389"/>
                      </a:lnTo>
                      <a:lnTo>
                        <a:pt x="43262" y="85134"/>
                      </a:lnTo>
                      <a:lnTo>
                        <a:pt x="25603" y="91592"/>
                      </a:lnTo>
                      <a:lnTo>
                        <a:pt x="12515" y="89401"/>
                      </a:lnTo>
                      <a:lnTo>
                        <a:pt x="3657" y="85496"/>
                      </a:lnTo>
                      <a:lnTo>
                        <a:pt x="0" y="95707"/>
                      </a:lnTo>
                      <a:lnTo>
                        <a:pt x="10534" y="100260"/>
                      </a:lnTo>
                      <a:lnTo>
                        <a:pt x="25755" y="102412"/>
                      </a:lnTo>
                      <a:lnTo>
                        <a:pt x="52673" y="93497"/>
                      </a:lnTo>
                      <a:lnTo>
                        <a:pt x="61874" y="72694"/>
                      </a:lnTo>
                      <a:lnTo>
                        <a:pt x="55397" y="55702"/>
                      </a:lnTo>
                      <a:lnTo>
                        <a:pt x="39776" y="47396"/>
                      </a:lnTo>
                      <a:lnTo>
                        <a:pt x="39776" y="47091"/>
                      </a:lnTo>
                      <a:lnTo>
                        <a:pt x="53435" y="37585"/>
                      </a:lnTo>
                      <a:lnTo>
                        <a:pt x="58064" y="23621"/>
                      </a:lnTo>
                      <a:lnTo>
                        <a:pt x="51206" y="72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71" name="shape 71"/>
                <p:cNvSpPr/>
                <p:nvPr/>
              </p:nvSpPr>
              <p:spPr>
                <a:xfrm>
                  <a:off x="220980" y="1677"/>
                  <a:ext cx="72543" cy="99060"/>
                </a:xfrm>
                <a:custGeom>
                  <a:pathLst>
                    <a:path w="72542" h="99059">
                      <a:moveTo>
                        <a:pt x="58661" y="0"/>
                      </a:moveTo>
                      <a:lnTo>
                        <a:pt x="44195" y="0"/>
                      </a:lnTo>
                      <a:lnTo>
                        <a:pt x="0" y="63398"/>
                      </a:lnTo>
                      <a:lnTo>
                        <a:pt x="0" y="72085"/>
                      </a:lnTo>
                      <a:lnTo>
                        <a:pt x="46024" y="72085"/>
                      </a:lnTo>
                      <a:lnTo>
                        <a:pt x="46024" y="99059"/>
                      </a:lnTo>
                      <a:lnTo>
                        <a:pt x="58661" y="99059"/>
                      </a:lnTo>
                      <a:lnTo>
                        <a:pt x="58661" y="72085"/>
                      </a:lnTo>
                      <a:lnTo>
                        <a:pt x="72542" y="72085"/>
                      </a:lnTo>
                      <a:lnTo>
                        <a:pt x="72542" y="61721"/>
                      </a:lnTo>
                      <a:lnTo>
                        <a:pt x="58661" y="61721"/>
                      </a:lnTo>
                      <a:lnTo>
                        <a:pt x="58661" y="12953"/>
                      </a:lnTo>
                      <a:lnTo>
                        <a:pt x="46481" y="12953"/>
                      </a:lnTo>
                      <a:lnTo>
                        <a:pt x="46024" y="28498"/>
                      </a:lnTo>
                      <a:lnTo>
                        <a:pt x="46024" y="61721"/>
                      </a:lnTo>
                      <a:lnTo>
                        <a:pt x="13563" y="61721"/>
                      </a:lnTo>
                      <a:lnTo>
                        <a:pt x="13563" y="61417"/>
                      </a:lnTo>
                      <a:lnTo>
                        <a:pt x="37795" y="27736"/>
                      </a:lnTo>
                      <a:lnTo>
                        <a:pt x="46024" y="12953"/>
                      </a:lnTo>
                      <a:lnTo>
                        <a:pt x="46481" y="12953"/>
                      </a:lnTo>
                      <a:lnTo>
                        <a:pt x="58661" y="129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72" name="shape 72"/>
                <p:cNvSpPr/>
                <p:nvPr/>
              </p:nvSpPr>
              <p:spPr>
                <a:xfrm>
                  <a:off x="303264" y="1677"/>
                  <a:ext cx="61570" cy="100737"/>
                </a:xfrm>
                <a:custGeom>
                  <a:pathLst>
                    <a:path w="61569" h="100736">
                      <a:moveTo>
                        <a:pt x="59588" y="0"/>
                      </a:moveTo>
                      <a:lnTo>
                        <a:pt x="12191" y="0"/>
                      </a:lnTo>
                      <a:lnTo>
                        <a:pt x="5791" y="47244"/>
                      </a:lnTo>
                      <a:lnTo>
                        <a:pt x="19659" y="46177"/>
                      </a:lnTo>
                      <a:lnTo>
                        <a:pt x="41211" y="52311"/>
                      </a:lnTo>
                      <a:lnTo>
                        <a:pt x="48018" y="68275"/>
                      </a:lnTo>
                      <a:lnTo>
                        <a:pt x="41093" y="84124"/>
                      </a:lnTo>
                      <a:lnTo>
                        <a:pt x="24701" y="89916"/>
                      </a:lnTo>
                      <a:lnTo>
                        <a:pt x="12136" y="88087"/>
                      </a:lnTo>
                      <a:lnTo>
                        <a:pt x="3352" y="84429"/>
                      </a:lnTo>
                      <a:lnTo>
                        <a:pt x="0" y="94640"/>
                      </a:lnTo>
                      <a:lnTo>
                        <a:pt x="10126" y="98831"/>
                      </a:lnTo>
                      <a:lnTo>
                        <a:pt x="24701" y="100736"/>
                      </a:lnTo>
                      <a:lnTo>
                        <a:pt x="51193" y="91078"/>
                      </a:lnTo>
                      <a:lnTo>
                        <a:pt x="58830" y="80355"/>
                      </a:lnTo>
                      <a:lnTo>
                        <a:pt x="61569" y="66903"/>
                      </a:lnTo>
                      <a:lnTo>
                        <a:pt x="57397" y="50825"/>
                      </a:lnTo>
                      <a:lnTo>
                        <a:pt x="47396" y="41148"/>
                      </a:lnTo>
                      <a:lnTo>
                        <a:pt x="26072" y="35814"/>
                      </a:lnTo>
                      <a:lnTo>
                        <a:pt x="17983" y="36423"/>
                      </a:lnTo>
                      <a:lnTo>
                        <a:pt x="21805" y="11277"/>
                      </a:lnTo>
                      <a:lnTo>
                        <a:pt x="59588" y="112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grpSp>
            <p:nvGrpSpPr>
              <p:cNvPr id="73" name="shape 73"/>
              <p:cNvGrpSpPr/>
              <p:nvPr/>
            </p:nvGrpSpPr>
            <p:grpSpPr>
              <a:xfrm>
                <a:off x="2164739" y="836235"/>
                <a:ext cx="382969" cy="102414"/>
                <a:chOff x="0" y="0"/>
                <a:chExt cx="382969" cy="102413"/>
              </a:xfrm>
            </p:grpSpPr>
            <p:sp>
              <p:nvSpPr>
                <p:cNvPr id="74" name="shape 74"/>
                <p:cNvSpPr/>
                <p:nvPr/>
              </p:nvSpPr>
              <p:spPr>
                <a:xfrm>
                  <a:off x="0" y="1677"/>
                  <a:ext cx="72543" cy="99060"/>
                </a:xfrm>
                <a:custGeom>
                  <a:pathLst>
                    <a:path w="72542" h="99059">
                      <a:moveTo>
                        <a:pt x="58674" y="0"/>
                      </a:moveTo>
                      <a:lnTo>
                        <a:pt x="44208" y="0"/>
                      </a:lnTo>
                      <a:lnTo>
                        <a:pt x="0" y="63398"/>
                      </a:lnTo>
                      <a:lnTo>
                        <a:pt x="0" y="72085"/>
                      </a:lnTo>
                      <a:lnTo>
                        <a:pt x="46037" y="72085"/>
                      </a:lnTo>
                      <a:lnTo>
                        <a:pt x="46037" y="99059"/>
                      </a:lnTo>
                      <a:lnTo>
                        <a:pt x="58674" y="99059"/>
                      </a:lnTo>
                      <a:lnTo>
                        <a:pt x="58674" y="72085"/>
                      </a:lnTo>
                      <a:lnTo>
                        <a:pt x="72542" y="72085"/>
                      </a:lnTo>
                      <a:lnTo>
                        <a:pt x="72542" y="61721"/>
                      </a:lnTo>
                      <a:lnTo>
                        <a:pt x="58674" y="61721"/>
                      </a:lnTo>
                      <a:lnTo>
                        <a:pt x="58674" y="12953"/>
                      </a:lnTo>
                      <a:lnTo>
                        <a:pt x="46482" y="12953"/>
                      </a:lnTo>
                      <a:lnTo>
                        <a:pt x="46037" y="28498"/>
                      </a:lnTo>
                      <a:lnTo>
                        <a:pt x="46037" y="61721"/>
                      </a:lnTo>
                      <a:lnTo>
                        <a:pt x="13563" y="61721"/>
                      </a:lnTo>
                      <a:lnTo>
                        <a:pt x="13563" y="61417"/>
                      </a:lnTo>
                      <a:lnTo>
                        <a:pt x="37807" y="27736"/>
                      </a:lnTo>
                      <a:lnTo>
                        <a:pt x="46037" y="12953"/>
                      </a:lnTo>
                      <a:lnTo>
                        <a:pt x="46482" y="12953"/>
                      </a:lnTo>
                      <a:lnTo>
                        <a:pt x="58674" y="129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75" name="shape 75"/>
                <p:cNvSpPr/>
                <p:nvPr/>
              </p:nvSpPr>
              <p:spPr>
                <a:xfrm>
                  <a:off x="82296" y="1677"/>
                  <a:ext cx="61570" cy="100737"/>
                </a:xfrm>
                <a:custGeom>
                  <a:pathLst>
                    <a:path w="61569" h="100736">
                      <a:moveTo>
                        <a:pt x="59588" y="0"/>
                      </a:moveTo>
                      <a:lnTo>
                        <a:pt x="12191" y="0"/>
                      </a:lnTo>
                      <a:lnTo>
                        <a:pt x="5791" y="47244"/>
                      </a:lnTo>
                      <a:lnTo>
                        <a:pt x="19659" y="46177"/>
                      </a:lnTo>
                      <a:lnTo>
                        <a:pt x="41204" y="52311"/>
                      </a:lnTo>
                      <a:lnTo>
                        <a:pt x="48005" y="68275"/>
                      </a:lnTo>
                      <a:lnTo>
                        <a:pt x="41090" y="84124"/>
                      </a:lnTo>
                      <a:lnTo>
                        <a:pt x="24688" y="89916"/>
                      </a:lnTo>
                      <a:lnTo>
                        <a:pt x="12134" y="88087"/>
                      </a:lnTo>
                      <a:lnTo>
                        <a:pt x="3352" y="84429"/>
                      </a:lnTo>
                      <a:lnTo>
                        <a:pt x="0" y="94640"/>
                      </a:lnTo>
                      <a:lnTo>
                        <a:pt x="10115" y="98831"/>
                      </a:lnTo>
                      <a:lnTo>
                        <a:pt x="24688" y="100736"/>
                      </a:lnTo>
                      <a:lnTo>
                        <a:pt x="51187" y="91078"/>
                      </a:lnTo>
                      <a:lnTo>
                        <a:pt x="58828" y="80355"/>
                      </a:lnTo>
                      <a:lnTo>
                        <a:pt x="61569" y="66903"/>
                      </a:lnTo>
                      <a:lnTo>
                        <a:pt x="57397" y="50825"/>
                      </a:lnTo>
                      <a:lnTo>
                        <a:pt x="47396" y="41148"/>
                      </a:lnTo>
                      <a:lnTo>
                        <a:pt x="26060" y="35814"/>
                      </a:lnTo>
                      <a:lnTo>
                        <a:pt x="17983" y="36423"/>
                      </a:lnTo>
                      <a:lnTo>
                        <a:pt x="21793" y="11277"/>
                      </a:lnTo>
                      <a:lnTo>
                        <a:pt x="59588" y="112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76" name="shape 76"/>
                <p:cNvSpPr/>
                <p:nvPr/>
              </p:nvSpPr>
              <p:spPr>
                <a:xfrm>
                  <a:off x="159258" y="0"/>
                  <a:ext cx="67971" cy="102413"/>
                </a:xfrm>
                <a:custGeom>
                  <a:pathLst>
                    <a:path w="67970" h="102412">
                      <a:moveTo>
                        <a:pt x="58216" y="0"/>
                      </a:moveTo>
                      <a:lnTo>
                        <a:pt x="48463" y="761"/>
                      </a:lnTo>
                      <a:lnTo>
                        <a:pt x="16764" y="15392"/>
                      </a:lnTo>
                      <a:lnTo>
                        <a:pt x="4667" y="34194"/>
                      </a:lnTo>
                      <a:lnTo>
                        <a:pt x="0" y="60197"/>
                      </a:lnTo>
                      <a:lnTo>
                        <a:pt x="9563" y="90963"/>
                      </a:lnTo>
                      <a:lnTo>
                        <a:pt x="20574" y="99438"/>
                      </a:lnTo>
                      <a:lnTo>
                        <a:pt x="34899" y="102412"/>
                      </a:lnTo>
                      <a:lnTo>
                        <a:pt x="48810" y="99507"/>
                      </a:lnTo>
                      <a:lnTo>
                        <a:pt x="59207" y="91744"/>
                      </a:lnTo>
                      <a:lnTo>
                        <a:pt x="67970" y="67360"/>
                      </a:lnTo>
                      <a:lnTo>
                        <a:pt x="60115" y="45567"/>
                      </a:lnTo>
                      <a:lnTo>
                        <a:pt x="33985" y="45567"/>
                      </a:lnTo>
                      <a:lnTo>
                        <a:pt x="48825" y="51606"/>
                      </a:lnTo>
                      <a:lnTo>
                        <a:pt x="54406" y="68275"/>
                      </a:lnTo>
                      <a:lnTo>
                        <a:pt x="49091" y="85477"/>
                      </a:lnTo>
                      <a:lnTo>
                        <a:pt x="35204" y="92049"/>
                      </a:lnTo>
                      <a:lnTo>
                        <a:pt x="35052" y="92049"/>
                      </a:lnTo>
                      <a:lnTo>
                        <a:pt x="18954" y="83915"/>
                      </a:lnTo>
                      <a:lnTo>
                        <a:pt x="13258" y="63550"/>
                      </a:lnTo>
                      <a:lnTo>
                        <a:pt x="14630" y="57759"/>
                      </a:lnTo>
                      <a:lnTo>
                        <a:pt x="22650" y="48920"/>
                      </a:lnTo>
                      <a:lnTo>
                        <a:pt x="33985" y="45567"/>
                      </a:lnTo>
                      <a:lnTo>
                        <a:pt x="60115" y="45567"/>
                      </a:lnTo>
                      <a:lnTo>
                        <a:pt x="59607" y="44157"/>
                      </a:lnTo>
                      <a:lnTo>
                        <a:pt x="38100" y="35356"/>
                      </a:lnTo>
                      <a:lnTo>
                        <a:pt x="23717" y="38747"/>
                      </a:lnTo>
                      <a:lnTo>
                        <a:pt x="14020" y="46939"/>
                      </a:lnTo>
                      <a:lnTo>
                        <a:pt x="13716" y="46939"/>
                      </a:lnTo>
                      <a:lnTo>
                        <a:pt x="23850" y="24421"/>
                      </a:lnTo>
                      <a:lnTo>
                        <a:pt x="48158" y="11734"/>
                      </a:lnTo>
                      <a:lnTo>
                        <a:pt x="58216" y="109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77" name="shape 77"/>
                <p:cNvSpPr/>
                <p:nvPr/>
              </p:nvSpPr>
              <p:spPr>
                <a:xfrm>
                  <a:off x="240944" y="1677"/>
                  <a:ext cx="62485" cy="99060"/>
                </a:xfrm>
                <a:custGeom>
                  <a:pathLst>
                    <a:path w="62484" h="99059">
                      <a:moveTo>
                        <a:pt x="62484" y="0"/>
                      </a:moveTo>
                      <a:lnTo>
                        <a:pt x="0" y="0"/>
                      </a:lnTo>
                      <a:lnTo>
                        <a:pt x="0" y="11125"/>
                      </a:lnTo>
                      <a:lnTo>
                        <a:pt x="48463" y="11125"/>
                      </a:lnTo>
                      <a:lnTo>
                        <a:pt x="48463" y="11430"/>
                      </a:lnTo>
                      <a:lnTo>
                        <a:pt x="5638" y="99060"/>
                      </a:lnTo>
                      <a:lnTo>
                        <a:pt x="19354" y="99060"/>
                      </a:lnTo>
                      <a:lnTo>
                        <a:pt x="62484" y="88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78" name="shape 78"/>
                <p:cNvSpPr/>
                <p:nvPr/>
              </p:nvSpPr>
              <p:spPr>
                <a:xfrm>
                  <a:off x="316065" y="0"/>
                  <a:ext cx="66904" cy="102414"/>
                </a:xfrm>
                <a:custGeom>
                  <a:pathLst>
                    <a:path w="66903" h="102413">
                      <a:moveTo>
                        <a:pt x="34455" y="0"/>
                      </a:moveTo>
                      <a:lnTo>
                        <a:pt x="34289" y="0"/>
                      </a:lnTo>
                      <a:lnTo>
                        <a:pt x="12458" y="7296"/>
                      </a:lnTo>
                      <a:lnTo>
                        <a:pt x="3657" y="26365"/>
                      </a:lnTo>
                      <a:lnTo>
                        <a:pt x="7410" y="38747"/>
                      </a:lnTo>
                      <a:lnTo>
                        <a:pt x="19507" y="48615"/>
                      </a:lnTo>
                      <a:lnTo>
                        <a:pt x="19507" y="49072"/>
                      </a:lnTo>
                      <a:lnTo>
                        <a:pt x="5243" y="59664"/>
                      </a:lnTo>
                      <a:lnTo>
                        <a:pt x="0" y="75742"/>
                      </a:lnTo>
                      <a:lnTo>
                        <a:pt x="8843" y="94507"/>
                      </a:lnTo>
                      <a:lnTo>
                        <a:pt x="33223" y="102412"/>
                      </a:lnTo>
                      <a:lnTo>
                        <a:pt x="57149" y="94526"/>
                      </a:lnTo>
                      <a:lnTo>
                        <a:pt x="66903" y="73609"/>
                      </a:lnTo>
                      <a:lnTo>
                        <a:pt x="61552" y="58178"/>
                      </a:lnTo>
                      <a:lnTo>
                        <a:pt x="54607" y="53340"/>
                      </a:lnTo>
                      <a:lnTo>
                        <a:pt x="31699" y="53340"/>
                      </a:lnTo>
                      <a:lnTo>
                        <a:pt x="47631" y="61131"/>
                      </a:lnTo>
                      <a:lnTo>
                        <a:pt x="53505" y="74980"/>
                      </a:lnTo>
                      <a:lnTo>
                        <a:pt x="48109" y="87649"/>
                      </a:lnTo>
                      <a:lnTo>
                        <a:pt x="33693" y="92659"/>
                      </a:lnTo>
                      <a:lnTo>
                        <a:pt x="33527" y="92659"/>
                      </a:lnTo>
                      <a:lnTo>
                        <a:pt x="18840" y="87001"/>
                      </a:lnTo>
                      <a:lnTo>
                        <a:pt x="13868" y="73914"/>
                      </a:lnTo>
                      <a:lnTo>
                        <a:pt x="18440" y="61341"/>
                      </a:lnTo>
                      <a:lnTo>
                        <a:pt x="31699" y="53340"/>
                      </a:lnTo>
                      <a:lnTo>
                        <a:pt x="54607" y="53340"/>
                      </a:lnTo>
                      <a:lnTo>
                        <a:pt x="46951" y="48006"/>
                      </a:lnTo>
                      <a:lnTo>
                        <a:pt x="46951" y="47548"/>
                      </a:lnTo>
                      <a:lnTo>
                        <a:pt x="59742" y="36995"/>
                      </a:lnTo>
                      <a:lnTo>
                        <a:pt x="63398" y="24384"/>
                      </a:lnTo>
                      <a:lnTo>
                        <a:pt x="57026" y="9601"/>
                      </a:lnTo>
                      <a:lnTo>
                        <a:pt x="34137" y="9601"/>
                      </a:lnTo>
                      <a:lnTo>
                        <a:pt x="46901" y="14706"/>
                      </a:lnTo>
                      <a:lnTo>
                        <a:pt x="50749" y="25755"/>
                      </a:lnTo>
                      <a:lnTo>
                        <a:pt x="46405" y="37033"/>
                      </a:lnTo>
                      <a:lnTo>
                        <a:pt x="35661" y="43738"/>
                      </a:lnTo>
                      <a:lnTo>
                        <a:pt x="21870" y="37166"/>
                      </a:lnTo>
                      <a:lnTo>
                        <a:pt x="16776" y="25450"/>
                      </a:lnTo>
                      <a:lnTo>
                        <a:pt x="21213" y="14325"/>
                      </a:lnTo>
                      <a:lnTo>
                        <a:pt x="33985" y="9601"/>
                      </a:lnTo>
                      <a:lnTo>
                        <a:pt x="34137" y="9601"/>
                      </a:lnTo>
                      <a:lnTo>
                        <a:pt x="57026" y="9601"/>
                      </a:lnTo>
                      <a:lnTo>
                        <a:pt x="56122" y="75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</p:grpSp>
      </p:grpSp>
      <p:grpSp>
        <p:nvGrpSpPr>
          <p:cNvPr id="79" name="shape 79"/>
          <p:cNvGrpSpPr/>
          <p:nvPr/>
        </p:nvGrpSpPr>
        <p:grpSpPr>
          <a:xfrm>
            <a:off x="424947" y="5699843"/>
            <a:ext cx="3191307" cy="1751305"/>
            <a:chOff x="0" y="0"/>
            <a:chExt cx="3191307" cy="1751305"/>
          </a:xfrm>
        </p:grpSpPr>
        <p:sp>
          <p:nvSpPr>
            <p:cNvPr id="80" name="shape 80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0" rIns="0" bIns="0">
              <a:spAutoFit/>
            </a:bodyPr>
            <a:p>
              <a:pPr marL="929640"/>
              <a:r>
                <a:rPr sz="900">
                  <a:latin typeface="Arial"/>
                  <a:cs typeface="Arial"/>
                </a:rPr>
                <a:t>GWG 5.0 - Font Substitution</a:t>
              </a:r>
              <a:endParaRPr/>
            </a:p>
            <a:p>
              <a:pPr marL="1202055">
                <a:spcBef>
                  <a:spcPts val="300"/>
                </a:spcBef>
              </a:pPr>
              <a:r>
                <a:rPr sz="7200">
                  <a:solidFill>
                    <a:srgbClr val="231F20"/>
                  </a:solidFill>
                  <a:latin typeface="Symbol"/>
                  <a:cs typeface="Symbol"/>
                </a:rPr>
                <a:t>Ä</a:t>
              </a:r>
              <a:endParaRPr/>
            </a:p>
            <a:p>
              <a:pPr algn="ctr">
                <a:spcBef>
                  <a:spcPts val="300"/>
                </a:spcBef>
                <a:tabLst>
                  <a:tab pos="582930" algn="l"/>
                </a:tabLst>
              </a:pPr>
              <a:r>
                <a:rPr sz="600">
                  <a:latin typeface="Arial"/>
                  <a:cs typeface="Arial"/>
                </a:rPr>
                <a:t>If a check mark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appears above, then the embedded font is used (correct behavior).</a:t>
              </a:r>
              <a:endParaRPr/>
            </a:p>
            <a:p>
              <a:pPr algn="ctr"/>
              <a:r>
                <a:rPr sz="600">
                  <a:latin typeface="Arial"/>
                  <a:cs typeface="Arial"/>
                </a:rPr>
                <a:t>If an other character appears, the embedded font was substituted</a:t>
              </a:r>
              <a:endParaRPr/>
            </a:p>
            <a:p>
              <a:pPr algn="ctr"/>
              <a:r>
                <a:rPr sz="600">
                  <a:latin typeface="Arial"/>
                  <a:cs typeface="Arial"/>
                </a:rPr>
                <a:t>with a Symbol font installed in the system (host or RIP).</a:t>
              </a:r>
              <a:endParaRPr/>
            </a:p>
            <a:p>
              <a:pPr marL="22860">
                <a:spcBef>
                  <a:spcPts val="400"/>
                </a:spcBef>
                <a:tabLst>
                  <a:tab pos="909320" algn="l"/>
                  <a:tab pos="3061335" algn="l"/>
                </a:tabLst>
              </a:pPr>
              <a:r>
                <a:rPr sz="600">
                  <a:latin typeface="Arial"/>
                  <a:cs typeface="Arial"/>
                </a:rPr>
                <a:t>16 Nov 2005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5.0</a:t>
              </a: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>
              <a:off x="754418" y="1302462"/>
              <a:ext cx="78601" cy="93954"/>
            </a:xfrm>
            <a:custGeom>
              <a:pathLst>
                <a:path w="78600" h="93953">
                  <a:moveTo>
                    <a:pt x="78600" y="0"/>
                  </a:moveTo>
                  <a:lnTo>
                    <a:pt x="69430" y="1129"/>
                  </a:lnTo>
                  <a:lnTo>
                    <a:pt x="61391" y="5371"/>
                  </a:lnTo>
                  <a:lnTo>
                    <a:pt x="54241" y="12153"/>
                  </a:lnTo>
                  <a:lnTo>
                    <a:pt x="47701" y="20903"/>
                  </a:lnTo>
                  <a:lnTo>
                    <a:pt x="41440" y="31101"/>
                  </a:lnTo>
                  <a:lnTo>
                    <a:pt x="35191" y="42189"/>
                  </a:lnTo>
                  <a:lnTo>
                    <a:pt x="28651" y="53593"/>
                  </a:lnTo>
                  <a:lnTo>
                    <a:pt x="21501" y="64782"/>
                  </a:lnTo>
                  <a:lnTo>
                    <a:pt x="20434" y="62102"/>
                  </a:lnTo>
                  <a:lnTo>
                    <a:pt x="18719" y="58635"/>
                  </a:lnTo>
                  <a:lnTo>
                    <a:pt x="16522" y="54990"/>
                  </a:lnTo>
                  <a:lnTo>
                    <a:pt x="13893" y="51841"/>
                  </a:lnTo>
                  <a:lnTo>
                    <a:pt x="10909" y="49847"/>
                  </a:lnTo>
                  <a:lnTo>
                    <a:pt x="7708" y="49656"/>
                  </a:lnTo>
                  <a:lnTo>
                    <a:pt x="2184" y="52806"/>
                  </a:lnTo>
                  <a:lnTo>
                    <a:pt x="0" y="57073"/>
                  </a:lnTo>
                  <a:lnTo>
                    <a:pt x="495" y="62128"/>
                  </a:lnTo>
                  <a:lnTo>
                    <a:pt x="2997" y="67690"/>
                  </a:lnTo>
                  <a:lnTo>
                    <a:pt x="6845" y="73443"/>
                  </a:lnTo>
                  <a:lnTo>
                    <a:pt x="11404" y="79069"/>
                  </a:lnTo>
                  <a:lnTo>
                    <a:pt x="16002" y="84226"/>
                  </a:lnTo>
                  <a:lnTo>
                    <a:pt x="19913" y="88645"/>
                  </a:lnTo>
                  <a:lnTo>
                    <a:pt x="22542" y="91998"/>
                  </a:lnTo>
                  <a:lnTo>
                    <a:pt x="23241" y="93954"/>
                  </a:lnTo>
                  <a:lnTo>
                    <a:pt x="27876" y="83908"/>
                  </a:lnTo>
                  <a:lnTo>
                    <a:pt x="33934" y="71907"/>
                  </a:lnTo>
                  <a:lnTo>
                    <a:pt x="40970" y="58660"/>
                  </a:lnTo>
                  <a:lnTo>
                    <a:pt x="48691" y="44944"/>
                  </a:lnTo>
                  <a:lnTo>
                    <a:pt x="56680" y="31495"/>
                  </a:lnTo>
                  <a:lnTo>
                    <a:pt x="64566" y="19024"/>
                  </a:lnTo>
                  <a:lnTo>
                    <a:pt x="72009" y="82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2" name="shape 82"/>
          <p:cNvGrpSpPr/>
          <p:nvPr/>
        </p:nvGrpSpPr>
        <p:grpSpPr>
          <a:xfrm>
            <a:off x="5040650" y="5999146"/>
            <a:ext cx="893500" cy="893500"/>
            <a:chOff x="0" y="0"/>
            <a:chExt cx="893499" cy="893499"/>
          </a:xfrm>
        </p:grpSpPr>
        <p:pic>
          <p:nvPicPr>
            <p:cNvPr id="83" name="shape 8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893500" cy="893500"/>
            </a:xfrm>
            <a:prstGeom prst="rect"/>
          </p:spPr>
        </p:pic>
        <p:pic>
          <p:nvPicPr>
            <p:cNvPr id="84" name="shape 8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750" y="68259"/>
              <a:ext cx="762000" cy="755690"/>
            </a:xfrm>
            <a:prstGeom prst="rect"/>
          </p:spPr>
        </p:pic>
      </p:grpSp>
      <p:sp>
        <p:nvSpPr>
          <p:cNvPr id="85" name="shape 85"/>
          <p:cNvSpPr txBox="1"/>
          <p:nvPr/>
        </p:nvSpPr>
        <p:spPr>
          <a:xfrm>
            <a:off x="5912255" y="5978504"/>
            <a:ext cx="117475" cy="935355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15">
                <a:latin typeface="Arial"/>
                <a:cs typeface="Arial"/>
              </a:rPr>
              <a:t>© bvdm, </a:t>
            </a:r>
            <a:r>
              <a:rPr sz="600" spc="-15">
                <a:latin typeface="Arial"/>
                <a:cs typeface="Arial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www.roman16.com</a:t>
            </a:r>
            <a:endParaRPr/>
          </a:p>
        </p:txBody>
      </p:sp>
      <p:grpSp>
        <p:nvGrpSpPr>
          <p:cNvPr id="86" name="shape 86"/>
          <p:cNvGrpSpPr/>
          <p:nvPr/>
        </p:nvGrpSpPr>
        <p:grpSpPr>
          <a:xfrm>
            <a:off x="412247" y="7775165"/>
            <a:ext cx="3216720" cy="1776680"/>
            <a:chOff x="0" y="0"/>
            <a:chExt cx="3216720" cy="1776679"/>
          </a:xfrm>
        </p:grpSpPr>
        <p:sp>
          <p:nvSpPr>
            <p:cNvPr id="87" name="shape 87"/>
            <p:cNvSpPr/>
            <p:nvPr/>
          </p:nvSpPr>
          <p:spPr>
            <a:xfrm>
              <a:off x="6350" y="6350"/>
              <a:ext cx="3204020" cy="1763980"/>
            </a:xfrm>
            <a:prstGeom prst="rect">
              <a:avLst/>
            </a:prstGeom>
            <a:solidFill>
              <a:srgbClr val="FCFCFC"/>
            </a:solidFill>
          </p:spPr>
        </p:sp>
        <p:sp>
          <p:nvSpPr>
            <p:cNvPr id="88" name="shape 88"/>
            <p:cNvSpPr/>
            <p:nvPr/>
          </p:nvSpPr>
          <p:spPr>
            <a:xfrm>
              <a:off x="0" y="0"/>
              <a:ext cx="3216720" cy="1776680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89" name="shape 89"/>
            <p:cNvSpPr txBox="1"/>
            <p:nvPr/>
          </p:nvSpPr>
          <p:spPr>
            <a:xfrm>
              <a:off x="599943" y="22132"/>
              <a:ext cx="2376805" cy="1371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900" spc="-55">
                  <a:latin typeface="Arial"/>
                  <a:cs typeface="Arial"/>
                </a:rPr>
                <a:t>GWG 17.0 - JPEG2000 compression (DeviceCMYK)</a:t>
              </a:r>
              <a:endParaRPr/>
            </a:p>
          </p:txBody>
        </p:sp>
        <p:sp>
          <p:nvSpPr>
            <p:cNvPr id="90" name="shape 90"/>
            <p:cNvSpPr/>
            <p:nvPr/>
          </p:nvSpPr>
          <p:spPr>
            <a:xfrm>
              <a:off x="557302" y="1648168"/>
              <a:ext cx="358814" cy="105334"/>
            </a:xfrm>
            <a:prstGeom prst="rect">
              <a:avLst/>
            </a:prstGeom>
            <a:solidFill>
              <a:srgbClr val="ED1C24"/>
            </a:solidFill>
          </p:spPr>
        </p:sp>
        <p:sp>
          <p:nvSpPr>
            <p:cNvPr id="91" name="shape 91"/>
            <p:cNvSpPr txBox="1"/>
            <p:nvPr/>
          </p:nvSpPr>
          <p:spPr>
            <a:xfrm>
              <a:off x="29713" y="1653015"/>
              <a:ext cx="3153410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554355" algn="l"/>
                  <a:tab pos="1033780" algn="l"/>
                  <a:tab pos="3007360" algn="l"/>
                </a:tabLst>
              </a:pPr>
              <a:r>
                <a:rPr sz="600">
                  <a:latin typeface="Arial"/>
                  <a:cs typeface="Arial"/>
                </a:rPr>
                <a:t>19 Mar 2012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b="1">
                  <a:solidFill>
                    <a:srgbClr val="FFFFFF"/>
                  </a:solidFill>
                  <a:latin typeface="Arial"/>
                  <a:cs typeface="Arial"/>
                </a:rPr>
                <a:t>PDF/X-4</a:t>
              </a:r>
              <a:r>
                <a:rPr sz="600" b="1">
                  <a:solidFill>
                    <a:srgbClr val="FFFFFF"/>
                  </a:solidFill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© Ghent Workgroup, </a:t>
              </a:r>
              <a:r>
                <a:rPr sz="600">
                  <a:latin typeface="Arial"/>
                  <a:cs typeface="Arial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0">
                  <a:latin typeface="Arial"/>
                  <a:cs typeface="Arial"/>
                </a:rPr>
                <a:t>17.0</a:t>
              </a:r>
              <a:endParaRPr/>
            </a:p>
          </p:txBody>
        </p:sp>
        <p:sp>
          <p:nvSpPr>
            <p:cNvPr id="92" name="shape 92"/>
            <p:cNvSpPr/>
            <p:nvPr/>
          </p:nvSpPr>
          <p:spPr>
            <a:xfrm>
              <a:off x="1173417" y="293738"/>
              <a:ext cx="864019" cy="864007"/>
            </a:xfrm>
            <a:prstGeom prst="rect">
              <a:avLst/>
            </a:prstGeom>
            <a:solidFill>
              <a:srgbClr val="ED1C24"/>
            </a:solidFill>
          </p:spPr>
        </p:sp>
        <p:sp>
          <p:nvSpPr>
            <p:cNvPr id="93" name="shape 93"/>
            <p:cNvSpPr/>
            <p:nvPr/>
          </p:nvSpPr>
          <p:spPr>
            <a:xfrm>
              <a:off x="1171829" y="292150"/>
              <a:ext cx="867194" cy="867182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94" name="shape 94"/>
            <p:cNvSpPr/>
            <p:nvPr/>
          </p:nvSpPr>
          <p:spPr>
            <a:xfrm>
              <a:off x="1226712" y="347082"/>
              <a:ext cx="757390" cy="757327"/>
            </a:xfrm>
            <a:custGeom>
              <a:pathLst>
                <a:path w="757389" h="757326">
                  <a:moveTo>
                    <a:pt x="757389" y="114452"/>
                  </a:moveTo>
                  <a:lnTo>
                    <a:pt x="642937" y="0"/>
                  </a:lnTo>
                  <a:lnTo>
                    <a:pt x="378701" y="264249"/>
                  </a:lnTo>
                  <a:lnTo>
                    <a:pt x="114452" y="0"/>
                  </a:lnTo>
                  <a:lnTo>
                    <a:pt x="0" y="114452"/>
                  </a:lnTo>
                  <a:lnTo>
                    <a:pt x="264248" y="378676"/>
                  </a:lnTo>
                  <a:lnTo>
                    <a:pt x="0" y="642950"/>
                  </a:lnTo>
                  <a:lnTo>
                    <a:pt x="114452" y="757326"/>
                  </a:lnTo>
                  <a:lnTo>
                    <a:pt x="378701" y="493077"/>
                  </a:lnTo>
                  <a:lnTo>
                    <a:pt x="642937" y="757326"/>
                  </a:lnTo>
                  <a:lnTo>
                    <a:pt x="757389" y="642950"/>
                  </a:lnTo>
                  <a:lnTo>
                    <a:pt x="493140" y="378676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pic>
          <p:nvPicPr>
            <p:cNvPr id="95" name="shape 9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26053" y="344887"/>
              <a:ext cx="762000" cy="760442"/>
            </a:xfrm>
            <a:prstGeom prst="rect"/>
          </p:spPr>
        </p:pic>
        <p:sp>
          <p:nvSpPr>
            <p:cNvPr id="96" name="shape 96"/>
            <p:cNvSpPr/>
            <p:nvPr/>
          </p:nvSpPr>
          <p:spPr>
            <a:xfrm>
              <a:off x="1217731" y="338102"/>
              <a:ext cx="775354" cy="775286"/>
            </a:xfrm>
            <a:custGeom>
              <a:pathLst>
                <a:path w="775353" h="775285">
                  <a:moveTo>
                    <a:pt x="766371" y="123432"/>
                  </a:moveTo>
                  <a:lnTo>
                    <a:pt x="651919" y="8980"/>
                  </a:lnTo>
                  <a:lnTo>
                    <a:pt x="387682" y="273229"/>
                  </a:lnTo>
                  <a:lnTo>
                    <a:pt x="123433" y="8980"/>
                  </a:lnTo>
                  <a:lnTo>
                    <a:pt x="8981" y="123432"/>
                  </a:lnTo>
                  <a:lnTo>
                    <a:pt x="273230" y="387656"/>
                  </a:lnTo>
                  <a:lnTo>
                    <a:pt x="8981" y="651930"/>
                  </a:lnTo>
                  <a:lnTo>
                    <a:pt x="123433" y="766306"/>
                  </a:lnTo>
                  <a:lnTo>
                    <a:pt x="387682" y="502057"/>
                  </a:lnTo>
                  <a:lnTo>
                    <a:pt x="651919" y="766306"/>
                  </a:lnTo>
                  <a:lnTo>
                    <a:pt x="766371" y="651930"/>
                  </a:lnTo>
                  <a:lnTo>
                    <a:pt x="502122" y="387656"/>
                  </a:lnTo>
                  <a:lnTo>
                    <a:pt x="766371" y="123432"/>
                  </a:lnTo>
                  <a:close/>
                </a:path>
              </a:pathLst>
            </a:custGeom>
            <a:ln w="12700" cap="flat">
              <a:solidFill>
                <a:srgbClr val="ED1C24"/>
              </a:solidFill>
              <a:prstDash val="solid"/>
              <a:miter lim="4"/>
            </a:ln>
          </p:spPr>
        </p:sp>
        <p:sp>
          <p:nvSpPr>
            <p:cNvPr id="97" name="shape 97"/>
            <p:cNvSpPr txBox="1"/>
            <p:nvPr/>
          </p:nvSpPr>
          <p:spPr>
            <a:xfrm>
              <a:off x="849498" y="1392801"/>
              <a:ext cx="1517651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spc="-20">
                  <a:solidFill>
                    <a:srgbClr val="2A2A2A"/>
                  </a:solidFill>
                  <a:latin typeface="Arial"/>
                  <a:cs typeface="Arial"/>
                </a:rPr>
                <a:t>No “X” must be visible when rendered correctly.</a:t>
              </a:r>
              <a:endParaRPr/>
            </a:p>
          </p:txBody>
        </p:sp>
      </p:grpSp>
      <p:sp>
        <p:nvSpPr>
          <p:cNvPr id="98" name="shape 98"/>
          <p:cNvSpPr/>
          <p:nvPr/>
        </p:nvSpPr>
        <p:spPr>
          <a:xfrm>
            <a:off x="3946596" y="7781515"/>
            <a:ext cx="3204020" cy="1763980"/>
          </a:xfrm>
          <a:prstGeom prst="rect">
            <a:avLst/>
          </a:prstGeom>
          <a:solidFill>
            <a:srgbClr val="FCFCFC"/>
          </a:solidFill>
        </p:spPr>
      </p:sp>
      <p:sp>
        <p:nvSpPr>
          <p:cNvPr id="99" name="shape 99"/>
          <p:cNvSpPr/>
          <p:nvPr/>
        </p:nvSpPr>
        <p:spPr>
          <a:xfrm>
            <a:off x="4497548" y="9423333"/>
            <a:ext cx="358813" cy="105334"/>
          </a:xfrm>
          <a:prstGeom prst="rect">
            <a:avLst/>
          </a:prstGeom>
          <a:solidFill>
            <a:srgbClr val="ED1C24"/>
          </a:solidFill>
        </p:spPr>
      </p:sp>
      <p:grpSp>
        <p:nvGrpSpPr>
          <p:cNvPr id="100" name="shape 100"/>
          <p:cNvGrpSpPr/>
          <p:nvPr/>
        </p:nvGrpSpPr>
        <p:grpSpPr>
          <a:xfrm>
            <a:off x="4511149" y="8092399"/>
            <a:ext cx="864007" cy="864007"/>
            <a:chOff x="0" y="0"/>
            <a:chExt cx="864007" cy="864006"/>
          </a:xfrm>
        </p:grpSpPr>
        <p:sp>
          <p:nvSpPr>
            <p:cNvPr id="101" name="shape 101"/>
            <p:cNvSpPr/>
            <p:nvPr/>
          </p:nvSpPr>
          <p:spPr>
            <a:xfrm>
              <a:off x="0" y="0"/>
              <a:ext cx="864007" cy="864007"/>
            </a:xfrm>
            <a:prstGeom prst="rect">
              <a:avLst/>
            </a:prstGeom>
            <a:solidFill>
              <a:srgbClr val="231F20"/>
            </a:solidFill>
          </p:spPr>
        </p:sp>
        <p:sp>
          <p:nvSpPr>
            <p:cNvPr id="102" name="shape 102"/>
            <p:cNvSpPr/>
            <p:nvPr/>
          </p:nvSpPr>
          <p:spPr>
            <a:xfrm>
              <a:off x="53303" y="53358"/>
              <a:ext cx="757390" cy="757314"/>
            </a:xfrm>
            <a:custGeom>
              <a:pathLst>
                <a:path w="757389" h="757313">
                  <a:moveTo>
                    <a:pt x="757389" y="114439"/>
                  </a:moveTo>
                  <a:lnTo>
                    <a:pt x="642937" y="0"/>
                  </a:lnTo>
                  <a:lnTo>
                    <a:pt x="378701" y="264236"/>
                  </a:lnTo>
                  <a:lnTo>
                    <a:pt x="114452" y="0"/>
                  </a:lnTo>
                  <a:lnTo>
                    <a:pt x="0" y="114439"/>
                  </a:lnTo>
                  <a:lnTo>
                    <a:pt x="264248" y="378663"/>
                  </a:lnTo>
                  <a:lnTo>
                    <a:pt x="0" y="642937"/>
                  </a:lnTo>
                  <a:lnTo>
                    <a:pt x="114452" y="757313"/>
                  </a:lnTo>
                  <a:lnTo>
                    <a:pt x="378701" y="493064"/>
                  </a:lnTo>
                  <a:lnTo>
                    <a:pt x="642937" y="757313"/>
                  </a:lnTo>
                  <a:lnTo>
                    <a:pt x="757389" y="642937"/>
                  </a:lnTo>
                  <a:lnTo>
                    <a:pt x="493140" y="378663"/>
                  </a:lnTo>
                  <a:close/>
                </a:path>
              </a:pathLst>
            </a:custGeom>
            <a:solidFill>
              <a:srgbClr val="CDCFCF"/>
            </a:solidFill>
          </p:spPr>
        </p:sp>
        <p:pic>
          <p:nvPicPr>
            <p:cNvPr id="103" name="shape 10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904" y="53055"/>
              <a:ext cx="755690" cy="755689"/>
            </a:xfrm>
            <a:prstGeom prst="rect"/>
          </p:spPr>
        </p:pic>
        <p:sp>
          <p:nvSpPr>
            <p:cNvPr id="104" name="shape 104"/>
            <p:cNvSpPr/>
            <p:nvPr/>
          </p:nvSpPr>
          <p:spPr>
            <a:xfrm>
              <a:off x="48813" y="48868"/>
              <a:ext cx="766372" cy="766294"/>
            </a:xfrm>
            <a:custGeom>
              <a:pathLst>
                <a:path w="766371" h="766293">
                  <a:moveTo>
                    <a:pt x="761880" y="118929"/>
                  </a:moveTo>
                  <a:lnTo>
                    <a:pt x="647428" y="4490"/>
                  </a:lnTo>
                  <a:lnTo>
                    <a:pt x="383192" y="268726"/>
                  </a:lnTo>
                  <a:lnTo>
                    <a:pt x="118943" y="4490"/>
                  </a:lnTo>
                  <a:lnTo>
                    <a:pt x="4490" y="118929"/>
                  </a:lnTo>
                  <a:lnTo>
                    <a:pt x="268739" y="383153"/>
                  </a:lnTo>
                  <a:lnTo>
                    <a:pt x="4490" y="647427"/>
                  </a:lnTo>
                  <a:lnTo>
                    <a:pt x="118943" y="761803"/>
                  </a:lnTo>
                  <a:lnTo>
                    <a:pt x="383192" y="497555"/>
                  </a:lnTo>
                  <a:lnTo>
                    <a:pt x="647428" y="761803"/>
                  </a:lnTo>
                  <a:lnTo>
                    <a:pt x="761880" y="647427"/>
                  </a:lnTo>
                  <a:lnTo>
                    <a:pt x="497631" y="383153"/>
                  </a:lnTo>
                  <a:lnTo>
                    <a:pt x="761880" y="118929"/>
                  </a:lnTo>
                  <a:close/>
                </a:path>
              </a:pathLst>
            </a:custGeom>
            <a:ln w="6350" cap="flat">
              <a:solidFill>
                <a:srgbClr val="231F20"/>
              </a:solidFill>
              <a:prstDash val="solid"/>
              <a:miter lim="4"/>
            </a:ln>
          </p:spPr>
        </p:sp>
      </p:grpSp>
      <p:grpSp>
        <p:nvGrpSpPr>
          <p:cNvPr id="105" name="shape 105"/>
          <p:cNvGrpSpPr/>
          <p:nvPr/>
        </p:nvGrpSpPr>
        <p:grpSpPr>
          <a:xfrm>
            <a:off x="5720469" y="8090811"/>
            <a:ext cx="867182" cy="867182"/>
            <a:chOff x="0" y="0"/>
            <a:chExt cx="867181" cy="867181"/>
          </a:xfrm>
        </p:grpSpPr>
        <p:sp>
          <p:nvSpPr>
            <p:cNvPr id="106" name="shape 106"/>
            <p:cNvSpPr/>
            <p:nvPr/>
          </p:nvSpPr>
          <p:spPr>
            <a:xfrm>
              <a:off x="1588" y="1588"/>
              <a:ext cx="864007" cy="864007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07" name="shape 107"/>
            <p:cNvSpPr/>
            <p:nvPr/>
          </p:nvSpPr>
          <p:spPr>
            <a:xfrm>
              <a:off x="0" y="0"/>
              <a:ext cx="867182" cy="867182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08" name="shape 108"/>
            <p:cNvSpPr/>
            <p:nvPr/>
          </p:nvSpPr>
          <p:spPr>
            <a:xfrm>
              <a:off x="54887" y="54939"/>
              <a:ext cx="757390" cy="757314"/>
            </a:xfrm>
            <a:custGeom>
              <a:pathLst>
                <a:path w="757389" h="757313">
                  <a:moveTo>
                    <a:pt x="757389" y="114439"/>
                  </a:moveTo>
                  <a:lnTo>
                    <a:pt x="642937" y="0"/>
                  </a:lnTo>
                  <a:lnTo>
                    <a:pt x="378701" y="264236"/>
                  </a:lnTo>
                  <a:lnTo>
                    <a:pt x="114452" y="0"/>
                  </a:lnTo>
                  <a:lnTo>
                    <a:pt x="0" y="114439"/>
                  </a:lnTo>
                  <a:lnTo>
                    <a:pt x="264248" y="378675"/>
                  </a:lnTo>
                  <a:lnTo>
                    <a:pt x="0" y="642937"/>
                  </a:lnTo>
                  <a:lnTo>
                    <a:pt x="114452" y="757313"/>
                  </a:lnTo>
                  <a:lnTo>
                    <a:pt x="378701" y="493064"/>
                  </a:lnTo>
                  <a:lnTo>
                    <a:pt x="642937" y="757313"/>
                  </a:lnTo>
                  <a:lnTo>
                    <a:pt x="757389" y="642937"/>
                  </a:lnTo>
                  <a:lnTo>
                    <a:pt x="493140" y="3786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pic>
          <p:nvPicPr>
            <p:cNvPr id="109" name="shape 10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837" y="54642"/>
              <a:ext cx="755689" cy="755689"/>
            </a:xfrm>
            <a:prstGeom prst="rect"/>
          </p:spPr>
        </p:pic>
        <p:sp>
          <p:nvSpPr>
            <p:cNvPr id="110" name="shape 110"/>
            <p:cNvSpPr/>
            <p:nvPr/>
          </p:nvSpPr>
          <p:spPr>
            <a:xfrm>
              <a:off x="50396" y="50448"/>
              <a:ext cx="766372" cy="766294"/>
            </a:xfrm>
            <a:custGeom>
              <a:pathLst>
                <a:path w="766371" h="766293">
                  <a:moveTo>
                    <a:pt x="761880" y="118929"/>
                  </a:moveTo>
                  <a:lnTo>
                    <a:pt x="647428" y="4490"/>
                  </a:lnTo>
                  <a:lnTo>
                    <a:pt x="383192" y="268726"/>
                  </a:lnTo>
                  <a:lnTo>
                    <a:pt x="118943" y="4490"/>
                  </a:lnTo>
                  <a:lnTo>
                    <a:pt x="4490" y="118929"/>
                  </a:lnTo>
                  <a:lnTo>
                    <a:pt x="268739" y="383166"/>
                  </a:lnTo>
                  <a:lnTo>
                    <a:pt x="4490" y="647427"/>
                  </a:lnTo>
                  <a:lnTo>
                    <a:pt x="118943" y="761803"/>
                  </a:lnTo>
                  <a:lnTo>
                    <a:pt x="383192" y="497555"/>
                  </a:lnTo>
                  <a:lnTo>
                    <a:pt x="647428" y="761803"/>
                  </a:lnTo>
                  <a:lnTo>
                    <a:pt x="761880" y="647427"/>
                  </a:lnTo>
                  <a:lnTo>
                    <a:pt x="497631" y="383166"/>
                  </a:lnTo>
                  <a:lnTo>
                    <a:pt x="761880" y="118929"/>
                  </a:lnTo>
                  <a:close/>
                </a:path>
              </a:pathLst>
            </a:custGeom>
            <a:ln w="6350" cap="flat">
              <a:solidFill>
                <a:srgbClr val="FFFFFF"/>
              </a:solidFill>
              <a:prstDash val="solid"/>
              <a:miter lim="4"/>
            </a:ln>
          </p:spPr>
        </p:sp>
      </p:grpSp>
      <p:graphicFrame>
        <p:nvGraphicFramePr>
          <p:cNvPr id="111" name="shape 111"/>
          <p:cNvGraphicFramePr>
            <a:graphicFrameLocks noGrp="1"/>
          </p:cNvGraphicFramePr>
          <p:nvPr/>
        </p:nvGraphicFramePr>
        <p:xfrm>
          <a:off x="418601" y="1517499"/>
          <a:ext cx="3203995" cy="17640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73735"/>
                <a:gridCol w="1501140"/>
                <a:gridCol w="1023620"/>
              </a:tblGrid>
              <a:tr h="168910">
                <a:tc gridSpan="3">
                  <a:txBody>
                    <a:bodyPr/>
                    <a:p>
                      <a:pPr marL="1040130" marR="1034415"/>
                      <a:r>
                        <a:rPr sz="900" spc="-45">
                          <a:latin typeface="Arial"/>
                          <a:cs typeface="Arial"/>
                        </a:rPr>
                        <a:t>GWG 9.0 - Font Support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10184">
                <a:tc gridSpan="2">
                  <a:txBody>
                    <a:bodyPr/>
                    <a:p>
                      <a:pPr marL="89535" marR="114935" algn="just"/>
                      <a:r>
                        <a:rPr sz="600" b="1" spc="-5">
                          <a:latin typeface="Arial"/>
                          <a:cs typeface="Arial"/>
                        </a:rPr>
                        <a:t>Type1 PostScript:  </a:t>
                      </a:r>
                      <a:r>
                        <a:rPr sz="600" i="1" spc="-5">
                          <a:latin typeface="Times New Roman"/>
                          <a:cs typeface="Times New Roman"/>
                        </a:rPr>
                        <a:t>äöüÄÖÜáâàﬁ</a:t>
                      </a:r>
                      <a:r>
                        <a:rPr sz="600" i="1" spc="10">
                          <a:latin typeface="Times New Roman"/>
                          <a:cs typeface="Times New Roman"/>
                        </a:rPr>
                        <a:t>ﬂ</a:t>
                      </a:r>
                      <a:r>
                        <a:rPr sz="600" i="1" spc="-5">
                          <a:latin typeface="Times New Roman"/>
                          <a:cs typeface="Times New Roman"/>
                        </a:rPr>
                        <a:t>©®@ÐŒÆØæƒÿ‡‰þ½ð </a:t>
                      </a:r>
                      <a:r>
                        <a:rPr sz="600">
                          <a:latin typeface="Arial"/>
                          <a:cs typeface="Arial"/>
                        </a:rPr>
                        <a:t>Expected result: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8890" marR="80010" algn="r">
                        <a:spcBef>
                          <a:spcPts val="100"/>
                        </a:spcBef>
                      </a:pPr>
                      <a:r>
                        <a:rPr sz="600" i="1">
                          <a:latin typeface="Times New Roman"/>
                          <a:cs typeface="Times New Roman"/>
                        </a:rPr>
                        <a:t>(NewCenturySchlbk Italic)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7645">
                <a:tc>
                  <a:txBody>
                    <a:bodyPr/>
                    <a:p>
                      <a:pPr marL="89535" marR="252095"/>
                      <a:r>
                        <a:rPr sz="600" b="1" spc="-35">
                          <a:latin typeface="Arial"/>
                          <a:cs typeface="Arial"/>
                        </a:rPr>
                        <a:t>TrueType:</a:t>
                      </a:r>
                      <a:endParaRPr/>
                    </a:p>
                    <a:p>
                      <a:pPr marL="90170" marR="78105"/>
                      <a:r>
                        <a:rPr sz="600" spc="-25">
                          <a:latin typeface="Arial"/>
                          <a:cs typeface="Arial"/>
                        </a:rPr>
                        <a:t>Expected result: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655" marR="90170">
                        <a:spcBef>
                          <a:spcPts val="100"/>
                        </a:spcBef>
                      </a:pPr>
                      <a:r>
                        <a:rPr sz="600" b="1" i="1" spc="-5">
                          <a:latin typeface="Book Antiqua"/>
                          <a:cs typeface="Book Antiqua"/>
                        </a:rPr>
                        <a:t>äöüÄÖÜáâàﬁﬂ©®@ÐŒÆØæƒÿ‡‰þ½ð</a:t>
                      </a:r>
                      <a:endParaRPr/>
                    </a:p>
                  </a:txBody>
                  <a:tcPr marL="0" marR="0" marT="1270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59690" marR="80010" algn="r">
                        <a:spcBef>
                          <a:spcPts val="100"/>
                        </a:spcBef>
                      </a:pPr>
                      <a:r>
                        <a:rPr sz="600" b="1" i="1" spc="-5">
                          <a:latin typeface="Book Antiqua"/>
                          <a:cs typeface="Book Antiqua"/>
                        </a:rPr>
                        <a:t>(BookAntiqua-BoldItalic)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8280">
                <a:tc>
                  <a:txBody>
                    <a:bodyPr/>
                    <a:p>
                      <a:pPr marL="90170" marR="172720"/>
                      <a:r>
                        <a:rPr sz="600" b="1" spc="-30">
                          <a:latin typeface="Arial"/>
                          <a:cs typeface="Arial"/>
                        </a:rPr>
                        <a:t>CID (Type1):</a:t>
                      </a:r>
                      <a:endParaRPr/>
                    </a:p>
                    <a:p>
                      <a:pPr marL="90170" marR="78105"/>
                      <a:r>
                        <a:rPr sz="600" spc="-25">
                          <a:latin typeface="Arial"/>
                          <a:cs typeface="Arial"/>
                        </a:rPr>
                        <a:t>Expected result: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27940" marR="142875">
                        <a:spcBef>
                          <a:spcPts val="100"/>
                        </a:spcBef>
                      </a:pPr>
                      <a:r>
                        <a:rPr sz="600" b="1" i="1">
                          <a:latin typeface="Times New Roman"/>
                          <a:cs typeface="Times New Roman"/>
                        </a:rPr>
                        <a:t>äöüÄÖÜáâàﬁﬂ©®@ÐŒÆØæƒÿ‡‰þ½ð</a:t>
                      </a:r>
                      <a:endParaRPr/>
                    </a:p>
                  </a:txBody>
                  <a:tcPr marL="0" marR="0" marT="1270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224790" marR="85090" algn="r">
                        <a:spcBef>
                          <a:spcPts val="100"/>
                        </a:spcBef>
                      </a:pPr>
                      <a:r>
                        <a:rPr sz="600" b="1" i="1">
                          <a:latin typeface="Times New Roman"/>
                          <a:cs typeface="Times New Roman"/>
                        </a:rPr>
                        <a:t>(WarnockPro-BoldIt)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8280">
                <a:tc>
                  <a:txBody>
                    <a:bodyPr/>
                    <a:p>
                      <a:pPr marL="90170" marR="66675"/>
                      <a:r>
                        <a:rPr sz="600" b="1" spc="-30">
                          <a:latin typeface="Arial"/>
                          <a:cs typeface="Arial"/>
                        </a:rPr>
                        <a:t>CID (TrueType):</a:t>
                      </a:r>
                      <a:endParaRPr/>
                    </a:p>
                    <a:p>
                      <a:pPr marL="90170" marR="78105"/>
                      <a:r>
                        <a:rPr sz="600" spc="-25">
                          <a:latin typeface="Arial"/>
                          <a:cs typeface="Arial"/>
                        </a:rPr>
                        <a:t>Expected result: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27940" marR="92710">
                        <a:spcBef>
                          <a:spcPts val="100"/>
                        </a:spcBef>
                      </a:pPr>
                      <a:r>
                        <a:rPr sz="600" b="1" i="1" spc="-5">
                          <a:latin typeface="Palatino Linotype"/>
                          <a:cs typeface="Palatino Linotype"/>
                        </a:rPr>
                        <a:t>äöüÄÖÜáâàﬁﬂ©®@ÐŒÆØæƒÿ‡‰þ½ð (PalatinoLinotype BoldItalic)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08280">
                <a:tc>
                  <a:txBody>
                    <a:bodyPr/>
                    <a:p>
                      <a:pPr marL="90170" marR="22225"/>
                      <a:r>
                        <a:rPr sz="600" b="1" spc="-25">
                          <a:latin typeface="Arial"/>
                          <a:cs typeface="Arial"/>
                        </a:rPr>
                        <a:t>Multiple Master::</a:t>
                      </a:r>
                      <a:endParaRPr/>
                    </a:p>
                    <a:p>
                      <a:pPr marL="89535" marR="78105"/>
                      <a:r>
                        <a:rPr sz="600" spc="-25">
                          <a:latin typeface="Arial"/>
                          <a:cs typeface="Arial"/>
                        </a:rPr>
                        <a:t>Expected result: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31750" marR="85725">
                        <a:tabLst>
                          <a:tab pos="2026285" algn="l"/>
                        </a:tabLst>
                      </a:pPr>
                      <a:r>
                        <a:rPr sz="600" i="1" spc="-70">
                          <a:latin typeface="Arial"/>
                          <a:cs typeface="Arial"/>
                        </a:rPr>
                        <a:t>dit is een multiple master ex ponto mm dit is een multiple master ex ponto mm</a:t>
                      </a:r>
                      <a:r>
                        <a:rPr sz="600" i="1">
                          <a:latin typeface="Arial"/>
                          <a:cs typeface="Arial"/>
                        </a:rPr>
                        <a:t>	</a:t>
                      </a:r>
                      <a:r>
                        <a:rPr sz="600" i="1" spc="-45">
                          <a:latin typeface="Arial"/>
                          <a:cs typeface="Arial"/>
                        </a:rPr>
                        <a:t>(ExPontoMM)</a:t>
                      </a:r>
                      <a:endParaRPr/>
                    </a:p>
                    <a:p>
                      <a:pPr marL="2026285" marR="85725">
                        <a:lnSpc>
                          <a:spcPts val="725"/>
                        </a:lnSpc>
                      </a:pPr>
                      <a:r>
                        <a:rPr sz="600" i="1" spc="-45">
                          <a:latin typeface="Arial"/>
                          <a:cs typeface="Arial"/>
                        </a:rPr>
                        <a:t>(ExPontoMM)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08280">
                <a:tc>
                  <a:txBody>
                    <a:bodyPr/>
                    <a:p>
                      <a:pPr marL="89535" marR="108585"/>
                      <a:r>
                        <a:rPr sz="600" b="1" spc="-30">
                          <a:latin typeface="Arial"/>
                          <a:cs typeface="Arial"/>
                        </a:rPr>
                        <a:t>Type 3 Vector:</a:t>
                      </a:r>
                      <a:endParaRPr/>
                    </a:p>
                    <a:p>
                      <a:pPr marL="89535" marR="78105"/>
                      <a:r>
                        <a:rPr sz="600" spc="-25">
                          <a:latin typeface="Arial"/>
                          <a:cs typeface="Arial"/>
                        </a:rPr>
                        <a:t>Expected result: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30480" marR="82550">
                        <a:tabLst>
                          <a:tab pos="1725295" algn="l"/>
                        </a:tabLst>
                      </a:pPr>
                      <a:r>
                        <a:rPr sz="650" i="1" spc="-40">
                          <a:latin typeface="Arial"/>
                          <a:cs typeface="Arial"/>
                        </a:rPr>
                        <a:t>äöüÄÖÜáâàfifl©®@ŒÆØæƒÿ‡‰$£çABCD…XYZ</a:t>
                      </a:r>
                      <a:r>
                        <a:rPr sz="650" i="1">
                          <a:latin typeface="Arial"/>
                          <a:cs typeface="Arial"/>
                        </a:rPr>
                        <a:t>	</a:t>
                      </a:r>
                      <a:r>
                        <a:rPr sz="650" i="1" spc="-35">
                          <a:latin typeface="Arial"/>
                          <a:cs typeface="Arial"/>
                        </a:rPr>
                        <a:t>(T1 / Garamond Bold)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25425">
                <a:tc>
                  <a:txBody>
                    <a:bodyPr/>
                    <a:p>
                      <a:pPr marL="89535" marR="80645">
                        <a:spcBef>
                          <a:spcPts val="100"/>
                        </a:spcBef>
                      </a:pPr>
                      <a:r>
                        <a:rPr sz="600" b="1" spc="-30">
                          <a:latin typeface="Arial"/>
                          <a:cs typeface="Arial"/>
                        </a:rPr>
                        <a:t>Type 3 Bitmap:</a:t>
                      </a:r>
                      <a:endParaRPr/>
                    </a:p>
                    <a:p>
                      <a:pPr marL="89535" marR="78105">
                        <a:lnSpc>
                          <a:spcPts val="720"/>
                        </a:lnSpc>
                      </a:pPr>
                      <a:r>
                        <a:rPr sz="600" spc="-25">
                          <a:latin typeface="Arial"/>
                          <a:cs typeface="Arial"/>
                        </a:rPr>
                        <a:t>Expected result: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31750" marR="85725">
                        <a:spcBef>
                          <a:spcPts val="100"/>
                        </a:spcBef>
                      </a:pPr>
                      <a:r>
                        <a:rPr sz="600" spc="-104">
                          <a:latin typeface="Arial"/>
                          <a:cs typeface="Arial"/>
                        </a:rPr>
                        <a:t>QXOO IlOOW HLQ QHJDWLYHU =DKOXQJVVWURP DQ  ,Q GHQ -DKUHQ HLQV ELV I QI  </a:t>
                      </a:r>
                      <a:r>
                        <a:rPr sz="600" i="1" spc="-104">
                          <a:latin typeface="Arial"/>
                          <a:cs typeface="Arial"/>
                        </a:rPr>
                        <a:t>(T10)</a:t>
                      </a:r>
                      <a:endParaRPr/>
                    </a:p>
                    <a:p>
                      <a:pPr marL="2280285" marR="85725">
                        <a:lnSpc>
                          <a:spcPts val="720"/>
                        </a:lnSpc>
                      </a:pPr>
                      <a:r>
                        <a:rPr sz="600" i="1" spc="-45">
                          <a:latin typeface="Arial"/>
                          <a:cs typeface="Arial"/>
                        </a:rPr>
                        <a:t>(T10)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89535" marR="188595"/>
                      <a:r>
                        <a:rPr sz="600" spc="-30">
                          <a:latin typeface="Arial"/>
                          <a:cs typeface="Arial"/>
                        </a:rPr>
                        <a:t>03 Nov 2005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8285" marR="8255"/>
                      <a:r>
                        <a:rPr sz="600" spc="-25">
                          <a:latin typeface="Arial"/>
                          <a:cs typeface="Arial"/>
                        </a:rPr>
                        <a:t>Ghent PDF Workgroup © </a:t>
                      </a:r>
                      <a:r>
                        <a:rPr sz="600" spc="-25">
                          <a:latin typeface="Arial"/>
                          <a:cs typeface="Arial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845185" marR="83820" algn="r"/>
                      <a:r>
                        <a:rPr sz="600" spc="-40">
                          <a:latin typeface="Arial"/>
                          <a:cs typeface="Arial"/>
                        </a:rPr>
                        <a:t>9.0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2" name="shape 112"/>
          <p:cNvSpPr txBox="1"/>
          <p:nvPr/>
        </p:nvSpPr>
        <p:spPr>
          <a:xfrm>
            <a:off x="389255" y="110149"/>
            <a:ext cx="6781165" cy="119380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91640"/>
            <a:r>
              <a:rPr sz="2200" b="1">
                <a:solidFill>
                  <a:srgbClr val="AD208E"/>
                </a:solidFill>
                <a:latin typeface="Arial"/>
                <a:cs typeface="Arial"/>
              </a:rPr>
              <a:t>Ghent PDF Output Suite 5.0 – CMYK</a:t>
            </a:r>
            <a:endParaRPr/>
          </a:p>
          <a:p>
            <a:pPr marL="2665095">
              <a:lnSpc>
                <a:spcPts val="1720"/>
              </a:lnSpc>
            </a:pPr>
            <a:r>
              <a:rPr sz="1600" b="1">
                <a:solidFill>
                  <a:srgbClr val="231F20"/>
                </a:solidFill>
                <a:latin typeface="Arial"/>
                <a:cs typeface="Arial"/>
              </a:rPr>
              <a:t>Conformance Level 1</a:t>
            </a:r>
            <a:endParaRPr/>
          </a:p>
          <a:p>
            <a:pPr marL="12700" marR="12700" algn="ctr">
              <a:lnSpc>
                <a:spcPct val="99750"/>
              </a:lnSpc>
              <a:spcBef>
                <a:spcPts val="100"/>
              </a:spcBef>
            </a:pPr>
            <a:r>
              <a:rPr sz="1200" i="1" spc="-75">
                <a:solidFill>
                  <a:srgbClr val="231F20"/>
                </a:solidFill>
                <a:latin typeface="Arial"/>
                <a:cs typeface="Arial"/>
              </a:rPr>
              <a:t>Les pages contiennent des patches de test comprenant des fonctionnalités essentielles de PDF/X-4 (ISO 15930-7). </a:t>
            </a:r>
            <a:r>
              <a:rPr sz="1200" i="1" spc="-40">
                <a:solidFill>
                  <a:srgbClr val="231F20"/>
                </a:solidFill>
                <a:latin typeface="Arial"/>
                <a:cs typeface="Arial"/>
              </a:rPr>
              <a:t>Les erreurs sont identifiées soit par une croix, soit selon une déviation par rapport aux images de référence.</a:t>
            </a:r>
            <a:endParaRPr/>
          </a:p>
          <a:p>
            <a:pPr marL="124460">
              <a:spcBef>
                <a:spcPts val="500"/>
              </a:spcBef>
            </a:pPr>
            <a:r>
              <a:rPr sz="1300" b="1" spc="-170">
                <a:latin typeface="Arial"/>
                <a:cs typeface="Arial"/>
              </a:rPr>
              <a:t>Des pages de test personnalisées sont requises pour la certification de conformité de Ghent PDF Output Suite 5.0 !!!</a:t>
            </a:r>
            <a:endParaRPr/>
          </a:p>
        </p:txBody>
      </p:sp>
      <p:sp>
        <p:nvSpPr>
          <p:cNvPr id="113" name="shape 113"/>
          <p:cNvSpPr txBox="1"/>
          <p:nvPr/>
        </p:nvSpPr>
        <p:spPr>
          <a:xfrm>
            <a:off x="382905" y="9660513"/>
            <a:ext cx="6794500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877695" algn="l"/>
                <a:tab pos="6163310" algn="l"/>
              </a:tabLst>
            </a:pP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02.07.2021</a:t>
            </a: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© 2021 Ghent Workgroup, 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https://www.gwg.org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 spc="-55">
                <a:solidFill>
                  <a:srgbClr val="231F20"/>
                </a:solidFill>
                <a:latin typeface="Arial"/>
                <a:cs typeface="Arial"/>
              </a:rPr>
              <a:t>Page 3 / 6</a:t>
            </a:r>
            <a:endParaRPr/>
          </a:p>
        </p:txBody>
      </p:sp>
      <p:pic>
        <p:nvPicPr>
          <p:cNvPr id="114" name="shape 114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121048" y="2012946"/>
            <a:ext cx="2406650" cy="85725"/>
          </a:xfrm>
          <a:prstGeom prst="rect"/>
        </p:spPr>
      </p:pic>
      <p:grpSp>
        <p:nvGrpSpPr>
          <p:cNvPr id="115" name="shape 115"/>
          <p:cNvGrpSpPr/>
          <p:nvPr/>
        </p:nvGrpSpPr>
        <p:grpSpPr>
          <a:xfrm>
            <a:off x="508598" y="1689350"/>
            <a:ext cx="3024000" cy="215151"/>
            <a:chOff x="0" y="0"/>
            <a:chExt cx="3024000" cy="215150"/>
          </a:xfrm>
        </p:grpSpPr>
        <p:pic>
          <p:nvPicPr>
            <p:cNvPr id="116" name="shape 11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1854" y="107724"/>
              <a:ext cx="2409825" cy="85725"/>
            </a:xfrm>
            <a:prstGeom prst="rect"/>
          </p:spPr>
        </p:pic>
        <p:sp>
          <p:nvSpPr>
            <p:cNvPr id="117" name="shape 117"/>
            <p:cNvSpPr/>
            <p:nvPr/>
          </p:nvSpPr>
          <p:spPr>
            <a:xfrm>
              <a:off x="3" y="208800"/>
              <a:ext cx="3023997" cy="6350"/>
            </a:xfrm>
            <a:custGeom>
              <a:pathLst>
                <a:path w="3023996" h="6350">
                  <a:moveTo>
                    <a:pt x="0" y="3175"/>
                  </a:moveTo>
                  <a:lnTo>
                    <a:pt x="3023997" y="3175"/>
                  </a:lnTo>
                </a:path>
              </a:pathLst>
            </a:custGeom>
            <a:ln w="635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118" name="shape 118"/>
            <p:cNvSpPr/>
            <p:nvPr/>
          </p:nvSpPr>
          <p:spPr>
            <a:xfrm>
              <a:off x="0" y="0"/>
              <a:ext cx="3023997" cy="6350"/>
            </a:xfrm>
            <a:custGeom>
              <a:pathLst>
                <a:path w="3023997" h="6350">
                  <a:moveTo>
                    <a:pt x="0" y="3175"/>
                  </a:moveTo>
                  <a:lnTo>
                    <a:pt x="3023997" y="3175"/>
                  </a:lnTo>
                </a:path>
              </a:pathLst>
            </a:custGeom>
            <a:ln w="6350" cap="flat">
              <a:solidFill>
                <a:srgbClr val="000000"/>
              </a:solidFill>
              <a:prstDash val="solid"/>
              <a:miter lim="4"/>
            </a:ln>
          </p:spPr>
        </p:sp>
      </p:grpSp>
      <p:pic>
        <p:nvPicPr>
          <p:cNvPr id="119" name="shape 11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120726" y="2642175"/>
            <a:ext cx="1749425" cy="88900"/>
          </a:xfrm>
          <a:prstGeom prst="rect"/>
        </p:spPr>
      </p:pic>
      <p:sp>
        <p:nvSpPr>
          <p:cNvPr id="120" name="shape 120"/>
          <p:cNvSpPr/>
          <p:nvPr/>
        </p:nvSpPr>
        <p:spPr>
          <a:xfrm>
            <a:off x="508598" y="2106950"/>
            <a:ext cx="3023997" cy="6350"/>
          </a:xfrm>
          <a:custGeom>
            <a:pathLst>
              <a:path w="3023997" h="6350">
                <a:moveTo>
                  <a:pt x="0" y="3175"/>
                </a:moveTo>
                <a:lnTo>
                  <a:pt x="3023997" y="3175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121" name="shape 121"/>
          <p:cNvSpPr/>
          <p:nvPr/>
        </p:nvSpPr>
        <p:spPr>
          <a:xfrm>
            <a:off x="508601" y="2315750"/>
            <a:ext cx="3023997" cy="6350"/>
          </a:xfrm>
          <a:custGeom>
            <a:pathLst>
              <a:path w="3023996" h="6350">
                <a:moveTo>
                  <a:pt x="0" y="3175"/>
                </a:moveTo>
                <a:lnTo>
                  <a:pt x="3023997" y="3175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122" name="shape 122"/>
          <p:cNvSpPr/>
          <p:nvPr/>
        </p:nvSpPr>
        <p:spPr>
          <a:xfrm>
            <a:off x="508598" y="2524550"/>
            <a:ext cx="3023997" cy="6350"/>
          </a:xfrm>
          <a:custGeom>
            <a:pathLst>
              <a:path w="3023997" h="6350">
                <a:moveTo>
                  <a:pt x="0" y="3175"/>
                </a:moveTo>
                <a:lnTo>
                  <a:pt x="3023997" y="3175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123" name="shape 123"/>
          <p:cNvSpPr/>
          <p:nvPr/>
        </p:nvSpPr>
        <p:spPr>
          <a:xfrm>
            <a:off x="508598" y="2733350"/>
            <a:ext cx="3023997" cy="6350"/>
          </a:xfrm>
          <a:custGeom>
            <a:pathLst>
              <a:path w="3023997" h="6350">
                <a:moveTo>
                  <a:pt x="0" y="3175"/>
                </a:moveTo>
                <a:lnTo>
                  <a:pt x="3023997" y="3175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124" name="shape 124"/>
          <p:cNvSpPr/>
          <p:nvPr/>
        </p:nvSpPr>
        <p:spPr>
          <a:xfrm>
            <a:off x="508598" y="2942150"/>
            <a:ext cx="3023997" cy="6350"/>
          </a:xfrm>
          <a:custGeom>
            <a:pathLst>
              <a:path w="3023997" h="6350">
                <a:moveTo>
                  <a:pt x="0" y="3175"/>
                </a:moveTo>
                <a:lnTo>
                  <a:pt x="3023997" y="3175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125" name="shape 125"/>
          <p:cNvSpPr/>
          <p:nvPr/>
        </p:nvSpPr>
        <p:spPr>
          <a:xfrm>
            <a:off x="508598" y="3150950"/>
            <a:ext cx="3023997" cy="6350"/>
          </a:xfrm>
          <a:custGeom>
            <a:pathLst>
              <a:path w="3023997" h="6350">
                <a:moveTo>
                  <a:pt x="0" y="3175"/>
                </a:moveTo>
                <a:lnTo>
                  <a:pt x="3023997" y="3175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 lim="4"/>
          </a:ln>
        </p:spPr>
      </p:sp>
      <p:graphicFrame>
        <p:nvGraphicFramePr>
          <p:cNvPr id="126" name="shape 126"/>
          <p:cNvGraphicFramePr>
            <a:graphicFrameLocks noGrp="1"/>
          </p:cNvGraphicFramePr>
          <p:nvPr/>
        </p:nvGraphicFramePr>
        <p:xfrm>
          <a:off x="3955118" y="1523836"/>
          <a:ext cx="3191294" cy="17513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1970"/>
                <a:gridCol w="359410"/>
                <a:gridCol w="2311400"/>
              </a:tblGrid>
              <a:tr h="1640840">
                <a:tc gridSpan="3">
                  <a:txBody>
                    <a:bodyPr/>
                    <a:p>
                      <a:pPr marL="767080" marR="768985">
                        <a:spcBef>
                          <a:spcPts val="100"/>
                        </a:spcBef>
                      </a:pPr>
                      <a:r>
                        <a:rPr sz="900" spc="-45">
                          <a:latin typeface="Arial"/>
                          <a:cs typeface="Arial"/>
                        </a:rPr>
                        <a:t>GWG 9.1 – OpenType Font Support</a:t>
                      </a:r>
                      <a:endParaRPr/>
                    </a:p>
                    <a:p>
                      <a:pPr marL="452120" marR="455930" indent="393700">
                        <a:lnSpc>
                          <a:spcPct val="134484"/>
                        </a:lnSpc>
                        <a:spcBef>
                          <a:spcPts val="600"/>
                        </a:spcBef>
                      </a:pPr>
                      <a:r>
                        <a:rPr sz="600">
                          <a:latin typeface="Arial"/>
                          <a:cs typeface="Arial"/>
                        </a:rPr>
                        <a:t>Warnock Pro Semibold – OpenType (Type 1)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äöüÄÖÜáâàfi fl©®@OEÆØæƒÿ‡‰</a:t>
                      </a:r>
                      <a:endParaRPr/>
                    </a:p>
                    <a:p>
                      <a:pPr/>
                      <a:r>
                        <a:rPr sz="1000">
                          <a:latin typeface="Times New Roman"/>
                          <a:cs typeface="Times New Roman"/>
                        </a:rPr>
                        <a:t/>
                      </a:r>
                      <a:endParaRPr sz="1000"/>
                    </a:p>
                    <a:p>
                      <a:pPr marL="951865" marR="951865">
                        <a:spcBef>
                          <a:spcPts val="500"/>
                        </a:spcBef>
                      </a:pPr>
                      <a:r>
                        <a:rPr sz="600" spc="-35">
                          <a:latin typeface="Arial"/>
                          <a:cs typeface="Arial"/>
                        </a:rPr>
                        <a:t>Arial Unicode MS – OpenType (TrueType)</a:t>
                      </a:r>
                      <a:endParaRPr/>
                    </a:p>
                    <a:p>
                      <a:pPr marL="398780" marR="398780">
                        <a:spcBef>
                          <a:spcPts val="100"/>
                        </a:spcBef>
                      </a:pPr>
                      <a:r>
                        <a:rPr sz="1200" spc="-1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äöüÄÖÜáâàfi fl©®@OEÆØæƒÿ‡‰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442595" marR="448945" algn="ctr">
                        <a:lnSpc>
                          <a:spcPct val="99833"/>
                        </a:lnSpc>
                        <a:spcBef>
                          <a:spcPts val="11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If the text in the line above does not look like the image in the line below </a:t>
                      </a:r>
                      <a:r>
                        <a:rPr sz="600">
                          <a:latin typeface="Arial"/>
                          <a:cs typeface="Arial"/>
                        </a:rPr>
                        <a:t>an error in the rendering of the font occured.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127635"/>
                      <a:r>
                        <a:rPr sz="600" spc="-30">
                          <a:latin typeface="Arial"/>
                          <a:cs typeface="Arial"/>
                        </a:rPr>
                        <a:t>14 jan 2012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7465" marR="39370" algn="ctr"/>
                      <a:r>
                        <a:rPr sz="600" b="1" spc="-1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54940" marR="31115" algn="r">
                        <a:tabLst>
                          <a:tab pos="218567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0">
                          <a:latin typeface="Arial"/>
                          <a:cs typeface="Arial"/>
                        </a:rPr>
                        <a:t>9.1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7" name="shape 127"/>
          <p:cNvGraphicFramePr>
            <a:graphicFrameLocks noGrp="1"/>
          </p:cNvGraphicFramePr>
          <p:nvPr/>
        </p:nvGraphicFramePr>
        <p:xfrm>
          <a:off x="3946596" y="5693519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1180"/>
                <a:gridCol w="358775"/>
                <a:gridCol w="2294255"/>
              </a:tblGrid>
              <a:tr h="1642110">
                <a:tc gridSpan="3">
                  <a:txBody>
                    <a:bodyPr/>
                    <a:p>
                      <a:pPr marL="691515" marR="695960">
                        <a:spcBef>
                          <a:spcPts val="300"/>
                        </a:spcBef>
                      </a:pPr>
                      <a:r>
                        <a:rPr sz="900" spc="-55">
                          <a:latin typeface="Arial"/>
                          <a:cs typeface="Arial"/>
                        </a:rPr>
                        <a:t>GWG 18.1 - 16Bit Image (DeviceCMYK)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303530" marR="2207260" algn="ctr">
                        <a:lnSpc>
                          <a:spcPct val="99834"/>
                        </a:lnSpc>
                        <a:spcBef>
                          <a:spcPts val="500"/>
                        </a:spcBef>
                      </a:pPr>
                      <a:r>
                        <a:rPr sz="400">
                          <a:latin typeface="Arial"/>
                          <a:cs typeface="Arial"/>
                        </a:rPr>
                        <a:t>Colorspace: DeviceCMYK </a:t>
                      </a:r>
                      <a:r>
                        <a:rPr sz="400" spc="-25">
                          <a:latin typeface="Arial"/>
                          <a:cs typeface="Arial"/>
                        </a:rPr>
                        <a:t>Reference image (cross): 8Bit, ZIP </a:t>
                      </a:r>
                      <a:r>
                        <a:rPr sz="400">
                          <a:latin typeface="Arial"/>
                          <a:cs typeface="Arial"/>
                        </a:rPr>
                        <a:t>Test image: 16 Bit, ZIP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22325" marR="925195">
                        <a:spcBef>
                          <a:spcPts val="1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No </a:t>
                      </a:r>
                      <a:r>
                        <a:rPr sz="600" b="1" spc="-20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must be visible when rendered correctly.</a:t>
                      </a:r>
                      <a:endParaRPr/>
                    </a:p>
                  </a:txBody>
                  <a:tcPr marL="0" marR="0" marT="381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2554">
                <a:tc>
                  <a:txBody>
                    <a:bodyPr/>
                    <a:p>
                      <a:pPr marL="36195" marR="119380"/>
                      <a:r>
                        <a:rPr sz="600" spc="-30">
                          <a:latin typeface="Arial"/>
                          <a:cs typeface="Arial"/>
                        </a:rPr>
                        <a:t>12 Nov 2015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6035" marR="27305" algn="ctr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46685" marR="40005" algn="r">
                        <a:tabLst>
                          <a:tab pos="212026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18.1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8" name="shape 128"/>
          <p:cNvGraphicFramePr>
            <a:graphicFrameLocks noGrp="1"/>
          </p:cNvGraphicFramePr>
          <p:nvPr/>
        </p:nvGraphicFramePr>
        <p:xfrm>
          <a:off x="3946596" y="7781515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1180"/>
                <a:gridCol w="358775"/>
                <a:gridCol w="2294255"/>
              </a:tblGrid>
              <a:tr h="1642110">
                <a:tc gridSpan="3">
                  <a:txBody>
                    <a:bodyPr/>
                    <a:p>
                      <a:pPr marL="883920" marR="868680">
                        <a:spcBef>
                          <a:spcPts val="100"/>
                        </a:spcBef>
                      </a:pPr>
                      <a:r>
                        <a:rPr sz="900" spc="-55">
                          <a:latin typeface="Arial"/>
                          <a:cs typeface="Arial"/>
                        </a:rPr>
                        <a:t>GWG 17.3 - JBIG2 compression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941070" marR="916940">
                        <a:spcBef>
                          <a:spcPts val="100"/>
                        </a:spcBef>
                        <a:tabLst>
                          <a:tab pos="2162175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Black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15">
                          <a:latin typeface="Arial"/>
                          <a:cs typeface="Arial"/>
                        </a:rPr>
                        <a:t>White</a:t>
                      </a:r>
                      <a:endParaRPr/>
                    </a:p>
                    <a:p>
                      <a:pPr marL="859790" marR="849630">
                        <a:spcBef>
                          <a:spcPts val="400"/>
                        </a:spcBef>
                      </a:pPr>
                      <a:r>
                        <a:rPr sz="600" spc="-2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No “X” must be visible when rendered correctly.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2554">
                <a:tc>
                  <a:txBody>
                    <a:bodyPr/>
                    <a:p>
                      <a:pPr marL="36195" marR="123190"/>
                      <a:r>
                        <a:rPr sz="600" spc="-30">
                          <a:latin typeface="Arial"/>
                          <a:cs typeface="Arial"/>
                        </a:rPr>
                        <a:t>03 July 2012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marL="26035" marR="34925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marL="146685" marR="40005" algn="r">
                        <a:tabLst>
                          <a:tab pos="212026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17.3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5734874" y="179998"/>
            <a:ext cx="1429124" cy="387643"/>
            <a:chOff x="0" y="0"/>
            <a:chExt cx="1429124" cy="387642"/>
          </a:xfrm>
        </p:grpSpPr>
        <p:sp>
          <p:nvSpPr>
            <p:cNvPr id="3" name="shape 3"/>
            <p:cNvSpPr/>
            <p:nvPr/>
          </p:nvSpPr>
          <p:spPr>
            <a:xfrm>
              <a:off x="94106" y="8478"/>
              <a:ext cx="168568" cy="61256"/>
            </a:xfrm>
            <a:custGeom>
              <a:pathLst>
                <a:path w="168567" h="61255">
                  <a:moveTo>
                    <a:pt x="84278" y="0"/>
                  </a:moveTo>
                  <a:lnTo>
                    <a:pt x="42184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2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5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4" name="shape 4"/>
            <p:cNvSpPr/>
            <p:nvPr/>
          </p:nvSpPr>
          <p:spPr>
            <a:xfrm>
              <a:off x="0" y="102548"/>
              <a:ext cx="61280" cy="168568"/>
            </a:xfrm>
            <a:custGeom>
              <a:pathLst>
                <a:path w="61279" h="168567">
                  <a:moveTo>
                    <a:pt x="37873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3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5" name="shape 5"/>
            <p:cNvSpPr/>
            <p:nvPr/>
          </p:nvSpPr>
          <p:spPr>
            <a:xfrm>
              <a:off x="295511" y="102549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6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94114" y="303951"/>
              <a:ext cx="168567" cy="61284"/>
            </a:xfrm>
            <a:custGeom>
              <a:pathLst>
                <a:path w="168566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5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6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85329" y="93783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477335" y="2912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617917" y="0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6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724642" y="39774"/>
              <a:ext cx="87668" cy="100838"/>
            </a:xfrm>
            <a:custGeom>
              <a:pathLst>
                <a:path w="87667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833859" y="39991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90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936525" y="19038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473018" y="214522"/>
              <a:ext cx="168924" cy="134354"/>
            </a:xfrm>
            <a:custGeom>
              <a:pathLst>
                <a:path w="168923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2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5" y="114414"/>
                  </a:lnTo>
                  <a:lnTo>
                    <a:pt x="35306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3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644236" y="250213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763475" y="250204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832000" y="207372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921289" y="250216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0" y="82105"/>
                  </a:lnTo>
                  <a:lnTo>
                    <a:pt x="74332" y="82105"/>
                  </a:lnTo>
                  <a:lnTo>
                    <a:pt x="74332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5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0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1042612" y="250204"/>
              <a:ext cx="49911" cy="98667"/>
            </a:xfrm>
            <a:custGeom>
              <a:pathLst>
                <a:path w="49910" h="98666">
                  <a:moveTo>
                    <a:pt x="44958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9" name="shape 19"/>
            <p:cNvSpPr/>
            <p:nvPr/>
          </p:nvSpPr>
          <p:spPr>
            <a:xfrm>
              <a:off x="1101973" y="250213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5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1221244" y="252397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1334115" y="250213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3" y="18719"/>
                  </a:lnTo>
                  <a:lnTo>
                    <a:pt x="17259" y="18719"/>
                  </a:lnTo>
                  <a:lnTo>
                    <a:pt x="16217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2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39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4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1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pic>
        <p:nvPicPr>
          <p:cNvPr id="22" name="shape 2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80340" y="166635"/>
            <a:ext cx="3441844" cy="352314"/>
          </a:xfrm>
          <a:prstGeom prst="rect"/>
        </p:spPr>
      </p:pic>
      <p:grpSp>
        <p:nvGrpSpPr>
          <p:cNvPr id="23" name="shape 23"/>
          <p:cNvGrpSpPr/>
          <p:nvPr/>
        </p:nvGrpSpPr>
        <p:grpSpPr>
          <a:xfrm>
            <a:off x="406873" y="179998"/>
            <a:ext cx="1429125" cy="387643"/>
            <a:chOff x="0" y="0"/>
            <a:chExt cx="1429125" cy="387642"/>
          </a:xfrm>
        </p:grpSpPr>
        <p:sp>
          <p:nvSpPr>
            <p:cNvPr id="24" name="shape 24"/>
            <p:cNvSpPr/>
            <p:nvPr/>
          </p:nvSpPr>
          <p:spPr>
            <a:xfrm>
              <a:off x="94106" y="8478"/>
              <a:ext cx="168568" cy="61256"/>
            </a:xfrm>
            <a:custGeom>
              <a:pathLst>
                <a:path w="168567" h="61255">
                  <a:moveTo>
                    <a:pt x="84283" y="0"/>
                  </a:moveTo>
                  <a:lnTo>
                    <a:pt x="42190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1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6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0" y="102548"/>
              <a:ext cx="61280" cy="168568"/>
            </a:xfrm>
            <a:custGeom>
              <a:pathLst>
                <a:path w="61279" h="168567">
                  <a:moveTo>
                    <a:pt x="37872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2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295512" y="102549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5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94115" y="303951"/>
              <a:ext cx="168568" cy="61284"/>
            </a:xfrm>
            <a:custGeom>
              <a:pathLst>
                <a:path w="168567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6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7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85329" y="93783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477336" y="2912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617918" y="0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7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724642" y="39774"/>
              <a:ext cx="87669" cy="100838"/>
            </a:xfrm>
            <a:custGeom>
              <a:pathLst>
                <a:path w="87668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833859" y="39991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77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33" name="shape 33"/>
            <p:cNvSpPr/>
            <p:nvPr/>
          </p:nvSpPr>
          <p:spPr>
            <a:xfrm>
              <a:off x="936525" y="19038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4" name="shape 34"/>
            <p:cNvSpPr/>
            <p:nvPr/>
          </p:nvSpPr>
          <p:spPr>
            <a:xfrm>
              <a:off x="473019" y="214522"/>
              <a:ext cx="168923" cy="134354"/>
            </a:xfrm>
            <a:custGeom>
              <a:pathLst>
                <a:path w="168922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1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4" y="114414"/>
                  </a:lnTo>
                  <a:lnTo>
                    <a:pt x="35305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2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644237" y="250213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25" y="3461"/>
                  </a:lnTo>
                  <a:lnTo>
                    <a:pt x="14376" y="13496"/>
                  </a:lnTo>
                  <a:lnTo>
                    <a:pt x="3852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763475" y="250204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832001" y="207372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921289" y="250216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1" y="82105"/>
                  </a:lnTo>
                  <a:lnTo>
                    <a:pt x="74333" y="82105"/>
                  </a:lnTo>
                  <a:lnTo>
                    <a:pt x="74333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6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1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1042612" y="250204"/>
              <a:ext cx="49911" cy="98667"/>
            </a:xfrm>
            <a:custGeom>
              <a:pathLst>
                <a:path w="49910" h="98666">
                  <a:moveTo>
                    <a:pt x="44957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09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0" y="16941"/>
                  </a:lnTo>
                  <a:lnTo>
                    <a:pt x="49910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1101974" y="250213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6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1221244" y="252397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42" name="shape 42"/>
            <p:cNvSpPr/>
            <p:nvPr/>
          </p:nvSpPr>
          <p:spPr>
            <a:xfrm>
              <a:off x="1334116" y="250213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2" y="18719"/>
                  </a:lnTo>
                  <a:lnTo>
                    <a:pt x="17259" y="18719"/>
                  </a:lnTo>
                  <a:lnTo>
                    <a:pt x="16218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1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40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5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0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grpSp>
        <p:nvGrpSpPr>
          <p:cNvPr id="43" name="shape 43"/>
          <p:cNvGrpSpPr/>
          <p:nvPr/>
        </p:nvGrpSpPr>
        <p:grpSpPr>
          <a:xfrm>
            <a:off x="418597" y="1517524"/>
            <a:ext cx="3204020" cy="1763980"/>
            <a:chOff x="0" y="0"/>
            <a:chExt cx="3204020" cy="1763979"/>
          </a:xfrm>
        </p:grpSpPr>
        <p:sp>
          <p:nvSpPr>
            <p:cNvPr id="44" name="shape 44"/>
            <p:cNvSpPr txBox="1"/>
            <p:nvPr/>
          </p:nvSpPr>
          <p:spPr>
            <a:xfrm>
              <a:off x="0" y="0"/>
              <a:ext cx="3204210" cy="17640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152400" rIns="0" bIns="0">
              <a:spAutoFit/>
            </a:bodyPr>
            <a:p>
              <a:pPr marL="852170">
                <a:spcBef>
                  <a:spcPts val="1200"/>
                </a:spcBef>
              </a:pPr>
              <a:r>
                <a:rPr sz="900">
                  <a:latin typeface="Arial"/>
                  <a:cs typeface="Arial"/>
                </a:rPr>
                <a:t>GWG 2.0 - Spot to CMYK Overprint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118110">
                <a:spcBef>
                  <a:spcPts val="100"/>
                </a:spcBef>
              </a:pPr>
              <a:r>
                <a:rPr sz="600">
                  <a:latin typeface="Arial"/>
                  <a:cs typeface="Arial"/>
                </a:rPr>
                <a:t>this row:</a:t>
              </a:r>
              <a:endParaRPr/>
            </a:p>
            <a:p>
              <a:pPr marL="220980">
                <a:lnSpc>
                  <a:spcPts val="710"/>
                </a:lnSpc>
              </a:pPr>
              <a:r>
                <a:rPr sz="600">
                  <a:latin typeface="Arial"/>
                  <a:cs typeface="Arial"/>
                </a:rPr>
                <a:t>cmyk</a:t>
              </a:r>
              <a:endParaRPr/>
            </a:p>
            <a:p>
              <a:pPr marL="92075">
                <a:lnSpc>
                  <a:spcPts val="725"/>
                </a:lnSpc>
              </a:pPr>
              <a:r>
                <a:rPr sz="600">
                  <a:latin typeface="Arial"/>
                  <a:cs typeface="Arial"/>
                </a:rPr>
                <a:t>over spot</a:t>
              </a:r>
              <a:endParaRPr/>
            </a:p>
            <a:p>
              <a:pPr marL="734060">
                <a:lnSpc>
                  <a:spcPts val="715"/>
                </a:lnSpc>
                <a:tabLst>
                  <a:tab pos="2354580" algn="l"/>
                </a:tabLst>
              </a:pPr>
              <a:r>
                <a:rPr sz="600">
                  <a:latin typeface="Arial"/>
                  <a:cs typeface="Arial"/>
                </a:rPr>
                <a:t>a</a:t>
              </a:r>
              <a:r>
                <a:rPr sz="600" spc="3834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b</a:t>
              </a:r>
              <a:r>
                <a:rPr sz="600" spc="3784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c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d</a:t>
              </a:r>
              <a:r>
                <a:rPr sz="600" spc="3784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e</a:t>
              </a:r>
              <a:endParaRPr/>
            </a:p>
            <a:p>
              <a:pPr marL="525145">
                <a:lnSpc>
                  <a:spcPts val="400"/>
                </a:lnSpc>
                <a:tabLst>
                  <a:tab pos="1038225" algn="l"/>
                  <a:tab pos="2129790" algn="l"/>
                </a:tabLst>
              </a:pPr>
              <a:r>
                <a:rPr sz="900" baseline="4629">
                  <a:latin typeface="Arial"/>
                  <a:cs typeface="Arial"/>
                </a:rPr>
                <a:t>font</a:t>
              </a:r>
              <a:r>
                <a:rPr sz="900" baseline="4629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vector</a:t>
              </a:r>
              <a:r>
                <a:rPr sz="600" spc="2470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mask</a:t>
              </a:r>
              <a:r>
                <a:rPr sz="600" spc="2445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shading</a:t>
              </a:r>
              <a:endParaRPr/>
            </a:p>
            <a:p>
              <a:pPr marL="116205">
                <a:spcBef>
                  <a:spcPts val="800"/>
                </a:spcBef>
              </a:pPr>
              <a:r>
                <a:rPr sz="600">
                  <a:latin typeface="Arial"/>
                  <a:cs typeface="Arial"/>
                </a:rPr>
                <a:t>this row:</a:t>
              </a:r>
              <a:endParaRPr/>
            </a:p>
            <a:p>
              <a:pPr marL="246380"/>
              <a:r>
                <a:rPr sz="600">
                  <a:latin typeface="Arial"/>
                  <a:cs typeface="Arial"/>
                </a:rPr>
                <a:t>spot</a:t>
              </a:r>
              <a:endParaRPr/>
            </a:p>
            <a:p>
              <a:pPr marL="62230"/>
              <a:r>
                <a:rPr sz="600">
                  <a:latin typeface="Arial"/>
                  <a:cs typeface="Arial"/>
                </a:rPr>
                <a:t>over cmyk</a:t>
              </a:r>
              <a:endParaRPr/>
            </a:p>
            <a:p>
              <a:pPr marL="735330">
                <a:lnSpc>
                  <a:spcPts val="685"/>
                </a:lnSpc>
                <a:tabLst>
                  <a:tab pos="1275715" algn="l"/>
                  <a:tab pos="2895600" algn="l"/>
                </a:tabLst>
              </a:pPr>
              <a:r>
                <a:rPr sz="600">
                  <a:latin typeface="Arial"/>
                  <a:cs typeface="Arial"/>
                </a:rPr>
                <a:t>f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</a:t>
              </a:r>
              <a:r>
                <a:rPr sz="600" spc="3790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h</a:t>
              </a:r>
              <a:r>
                <a:rPr sz="600" spc="3790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i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j</a:t>
              </a:r>
              <a:endParaRPr/>
            </a:p>
            <a:p>
              <a:pPr marL="523240">
                <a:lnSpc>
                  <a:spcPts val="415"/>
                </a:lnSpc>
                <a:tabLst>
                  <a:tab pos="1036320" algn="l"/>
                  <a:tab pos="2127885" algn="l"/>
                </a:tabLst>
              </a:pPr>
              <a:r>
                <a:rPr sz="900" baseline="4629">
                  <a:latin typeface="Arial"/>
                  <a:cs typeface="Arial"/>
                </a:rPr>
                <a:t>font</a:t>
              </a:r>
              <a:r>
                <a:rPr sz="900" baseline="4629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vector</a:t>
              </a:r>
              <a:r>
                <a:rPr sz="600" spc="2470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image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mask</a:t>
              </a:r>
              <a:r>
                <a:rPr sz="600" spc="2445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shading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41910">
                <a:spcBef>
                  <a:spcPts val="700"/>
                </a:spcBef>
                <a:tabLst>
                  <a:tab pos="1067435" algn="l"/>
                  <a:tab pos="3037840" algn="l"/>
                </a:tabLst>
              </a:pPr>
              <a:r>
                <a:rPr sz="600">
                  <a:latin typeface="Arial"/>
                  <a:cs typeface="Arial"/>
                </a:rPr>
                <a:t>15 Jun 2015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2.0</a:t>
              </a:r>
              <a:endParaRPr/>
            </a:p>
          </p:txBody>
        </p:sp>
        <p:grpSp>
          <p:nvGrpSpPr>
            <p:cNvPr id="45" name="shape 45"/>
            <p:cNvGrpSpPr/>
            <p:nvPr/>
          </p:nvGrpSpPr>
          <p:grpSpPr>
            <a:xfrm>
              <a:off x="0" y="0"/>
              <a:ext cx="3204020" cy="1763980"/>
              <a:chOff x="0" y="0"/>
              <a:chExt cx="3204020" cy="1763979"/>
            </a:xfrm>
          </p:grpSpPr>
          <p:sp>
            <p:nvSpPr>
              <p:cNvPr id="46" name="shape 46"/>
              <p:cNvSpPr/>
              <p:nvPr/>
            </p:nvSpPr>
            <p:spPr>
              <a:xfrm>
                <a:off x="2076882" y="980681"/>
                <a:ext cx="287998" cy="288011"/>
              </a:xfrm>
              <a:prstGeom prst="rect">
                <a:avLst/>
              </a:prstGeom>
              <a:solidFill>
                <a:srgbClr val="8CC63F"/>
              </a:solidFill>
            </p:spPr>
          </p:sp>
          <p:grpSp>
            <p:nvGrpSpPr>
              <p:cNvPr id="47" name="shape 47"/>
              <p:cNvGrpSpPr/>
              <p:nvPr/>
            </p:nvGrpSpPr>
            <p:grpSpPr>
              <a:xfrm>
                <a:off x="996683" y="981697"/>
                <a:ext cx="288011" cy="288011"/>
                <a:chOff x="0" y="0"/>
                <a:chExt cx="288011" cy="288011"/>
              </a:xfrm>
            </p:grpSpPr>
            <p:sp>
              <p:nvSpPr>
                <p:cNvPr id="48" name="shape 48"/>
                <p:cNvSpPr/>
                <p:nvPr/>
              </p:nvSpPr>
              <p:spPr>
                <a:xfrm>
                  <a:off x="0" y="0"/>
                  <a:ext cx="288011" cy="288011"/>
                </a:xfrm>
                <a:prstGeom prst="rect">
                  <a:avLst/>
                </a:prstGeom>
                <a:solidFill>
                  <a:srgbClr val="8CC63F"/>
                </a:solidFill>
              </p:spPr>
            </p:sp>
            <p:sp>
              <p:nvSpPr>
                <p:cNvPr id="49" name="shape 49"/>
                <p:cNvSpPr/>
                <p:nvPr/>
              </p:nvSpPr>
              <p:spPr>
                <a:xfrm>
                  <a:off x="17552" y="15278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88" y="126237"/>
                      </a:lnTo>
                      <a:close/>
                    </a:path>
                  </a:pathLst>
                </a:custGeom>
                <a:solidFill>
                  <a:srgbClr val="FDFEFB"/>
                </a:solidFill>
              </p:spPr>
            </p:sp>
          </p:grpSp>
          <p:sp>
            <p:nvSpPr>
              <p:cNvPr id="50" name="shape 50"/>
              <p:cNvSpPr/>
              <p:nvPr/>
            </p:nvSpPr>
            <p:spPr>
              <a:xfrm>
                <a:off x="452654" y="981151"/>
                <a:ext cx="287998" cy="287998"/>
              </a:xfrm>
              <a:prstGeom prst="rect">
                <a:avLst/>
              </a:prstGeom>
              <a:solidFill>
                <a:srgbClr val="8CC63F"/>
              </a:solidFill>
            </p:spPr>
          </p:sp>
          <p:sp>
            <p:nvSpPr>
              <p:cNvPr id="51" name="shape 51"/>
              <p:cNvSpPr/>
              <p:nvPr/>
            </p:nvSpPr>
            <p:spPr>
              <a:xfrm>
                <a:off x="2611984" y="981799"/>
                <a:ext cx="288011" cy="288036"/>
              </a:xfrm>
              <a:prstGeom prst="rect">
                <a:avLst/>
              </a:prstGeom>
              <a:solidFill>
                <a:srgbClr val="8CC63F"/>
              </a:solidFill>
            </p:spPr>
          </p:sp>
          <p:pic>
            <p:nvPicPr>
              <p:cNvPr id="52" name="shape 5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29403" y="997076"/>
                <a:ext cx="254000" cy="257175"/>
              </a:xfrm>
              <a:prstGeom prst="rect"/>
            </p:spPr>
          </p:pic>
          <p:pic>
            <p:nvPicPr>
              <p:cNvPr id="53" name="shape 5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093971" y="998600"/>
                <a:ext cx="252984" cy="252984"/>
              </a:xfrm>
              <a:prstGeom prst="rect"/>
            </p:spPr>
          </p:pic>
          <p:sp>
            <p:nvSpPr>
              <p:cNvPr id="54" name="shape 54"/>
              <p:cNvSpPr/>
              <p:nvPr/>
            </p:nvSpPr>
            <p:spPr>
              <a:xfrm>
                <a:off x="1530465" y="981430"/>
                <a:ext cx="288037" cy="288024"/>
              </a:xfrm>
              <a:prstGeom prst="rect">
                <a:avLst/>
              </a:prstGeom>
              <a:solidFill>
                <a:srgbClr val="8CC63F"/>
              </a:solidFill>
            </p:spPr>
          </p:sp>
          <p:pic>
            <p:nvPicPr>
              <p:cNvPr id="55" name="shape 5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546728" y="997076"/>
                <a:ext cx="257175" cy="257175"/>
              </a:xfrm>
              <a:prstGeom prst="rect"/>
            </p:spPr>
          </p:pic>
          <p:sp>
            <p:nvSpPr>
              <p:cNvPr id="56" name="shape 56"/>
              <p:cNvSpPr/>
              <p:nvPr/>
            </p:nvSpPr>
            <p:spPr>
              <a:xfrm>
                <a:off x="2077378" y="465404"/>
                <a:ext cx="287998" cy="287998"/>
              </a:xfrm>
              <a:prstGeom prst="rect">
                <a:avLst/>
              </a:prstGeom>
              <a:solidFill>
                <a:srgbClr val="8CC63F"/>
              </a:solidFill>
            </p:spPr>
          </p:sp>
          <p:grpSp>
            <p:nvGrpSpPr>
              <p:cNvPr id="57" name="shape 57"/>
              <p:cNvGrpSpPr/>
              <p:nvPr/>
            </p:nvGrpSpPr>
            <p:grpSpPr>
              <a:xfrm>
                <a:off x="997179" y="466407"/>
                <a:ext cx="288011" cy="288011"/>
                <a:chOff x="0" y="0"/>
                <a:chExt cx="288011" cy="288011"/>
              </a:xfrm>
            </p:grpSpPr>
            <p:sp>
              <p:nvSpPr>
                <p:cNvPr id="58" name="shape 58"/>
                <p:cNvSpPr/>
                <p:nvPr/>
              </p:nvSpPr>
              <p:spPr>
                <a:xfrm>
                  <a:off x="0" y="0"/>
                  <a:ext cx="288011" cy="288011"/>
                </a:xfrm>
                <a:prstGeom prst="rect">
                  <a:avLst/>
                </a:prstGeom>
                <a:solidFill>
                  <a:srgbClr val="8CC63F"/>
                </a:solidFill>
              </p:spPr>
            </p:sp>
            <p:sp>
              <p:nvSpPr>
                <p:cNvPr id="59" name="shape 59"/>
                <p:cNvSpPr/>
                <p:nvPr/>
              </p:nvSpPr>
              <p:spPr>
                <a:xfrm>
                  <a:off x="17552" y="15278"/>
                  <a:ext cx="252464" cy="252438"/>
                </a:xfrm>
                <a:custGeom>
                  <a:pathLst>
                    <a:path w="252463" h="252437">
                      <a:moveTo>
                        <a:pt x="252463" y="38150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0"/>
                      </a:lnTo>
                      <a:lnTo>
                        <a:pt x="88087" y="126237"/>
                      </a:lnTo>
                      <a:lnTo>
                        <a:pt x="0" y="214312"/>
                      </a:lnTo>
                      <a:lnTo>
                        <a:pt x="38150" y="252437"/>
                      </a:lnTo>
                      <a:lnTo>
                        <a:pt x="126237" y="164363"/>
                      </a:lnTo>
                      <a:lnTo>
                        <a:pt x="214312" y="252437"/>
                      </a:lnTo>
                      <a:lnTo>
                        <a:pt x="252463" y="214312"/>
                      </a:lnTo>
                      <a:lnTo>
                        <a:pt x="164388" y="126237"/>
                      </a:lnTo>
                      <a:close/>
                    </a:path>
                  </a:pathLst>
                </a:custGeom>
                <a:solidFill>
                  <a:srgbClr val="FDFEFB"/>
                </a:solidFill>
              </p:spPr>
            </p:sp>
          </p:grpSp>
          <p:sp>
            <p:nvSpPr>
              <p:cNvPr id="60" name="shape 60"/>
              <p:cNvSpPr/>
              <p:nvPr/>
            </p:nvSpPr>
            <p:spPr>
              <a:xfrm>
                <a:off x="2612479" y="466509"/>
                <a:ext cx="288011" cy="288037"/>
              </a:xfrm>
              <a:prstGeom prst="rect">
                <a:avLst/>
              </a:prstGeom>
              <a:solidFill>
                <a:srgbClr val="8CC63F"/>
              </a:solidFill>
            </p:spPr>
          </p:sp>
          <p:pic>
            <p:nvPicPr>
              <p:cNvPr id="61" name="shape 61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629403" y="485901"/>
                <a:ext cx="254000" cy="252413"/>
              </a:xfrm>
              <a:prstGeom prst="rect"/>
            </p:spPr>
          </p:pic>
          <p:sp>
            <p:nvSpPr>
              <p:cNvPr id="62" name="shape 62"/>
              <p:cNvSpPr/>
              <p:nvPr/>
            </p:nvSpPr>
            <p:spPr>
              <a:xfrm>
                <a:off x="1530973" y="466141"/>
                <a:ext cx="288036" cy="288011"/>
              </a:xfrm>
              <a:prstGeom prst="rect">
                <a:avLst/>
              </a:prstGeom>
              <a:solidFill>
                <a:srgbClr val="8CC63F"/>
              </a:solidFill>
            </p:spPr>
          </p:sp>
          <p:pic>
            <p:nvPicPr>
              <p:cNvPr id="63" name="shape 63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46728" y="481138"/>
                <a:ext cx="257175" cy="257175"/>
              </a:xfrm>
              <a:prstGeom prst="rect"/>
            </p:spPr>
          </p:pic>
          <p:sp>
            <p:nvSpPr>
              <p:cNvPr id="64" name="shape 64"/>
              <p:cNvSpPr/>
              <p:nvPr/>
            </p:nvSpPr>
            <p:spPr>
              <a:xfrm>
                <a:off x="452235" y="465874"/>
                <a:ext cx="287998" cy="287986"/>
              </a:xfrm>
              <a:prstGeom prst="rect">
                <a:avLst/>
              </a:prstGeom>
              <a:solidFill>
                <a:srgbClr val="8CC63F"/>
              </a:solidFill>
            </p:spPr>
          </p:sp>
          <p:pic>
            <p:nvPicPr>
              <p:cNvPr id="65" name="shape 65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093971" y="480948"/>
                <a:ext cx="252984" cy="252984"/>
              </a:xfrm>
              <a:prstGeom prst="rect"/>
            </p:spPr>
          </p:pic>
        </p:grpSp>
      </p:grpSp>
      <p:grpSp>
        <p:nvGrpSpPr>
          <p:cNvPr id="66" name="shape 66"/>
          <p:cNvGrpSpPr/>
          <p:nvPr/>
        </p:nvGrpSpPr>
        <p:grpSpPr>
          <a:xfrm>
            <a:off x="3946596" y="1517499"/>
            <a:ext cx="3203995" cy="1764005"/>
            <a:chOff x="0" y="0"/>
            <a:chExt cx="3203995" cy="1764005"/>
          </a:xfrm>
        </p:grpSpPr>
        <p:sp>
          <p:nvSpPr>
            <p:cNvPr id="67" name="shape 67"/>
            <p:cNvSpPr/>
            <p:nvPr/>
          </p:nvSpPr>
          <p:spPr>
            <a:xfrm>
              <a:off x="0" y="0"/>
              <a:ext cx="3203995" cy="1764005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68" name="shape 68"/>
            <p:cNvSpPr/>
            <p:nvPr/>
          </p:nvSpPr>
          <p:spPr>
            <a:xfrm>
              <a:off x="432003" y="341998"/>
              <a:ext cx="720001" cy="720002"/>
            </a:xfrm>
            <a:prstGeom prst="rect">
              <a:avLst/>
            </a:prstGeom>
            <a:solidFill>
              <a:srgbClr val="41AD49"/>
            </a:solidFill>
          </p:spPr>
        </p:sp>
        <p:sp>
          <p:nvSpPr>
            <p:cNvPr id="69" name="shape 69"/>
            <p:cNvSpPr/>
            <p:nvPr/>
          </p:nvSpPr>
          <p:spPr>
            <a:xfrm>
              <a:off x="425653" y="335648"/>
              <a:ext cx="732701" cy="732702"/>
            </a:xfrm>
            <a:prstGeom prst="rect">
              <a:avLst/>
            </a:prstGeom>
            <a:ln w="12700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70" name="shape 70"/>
            <p:cNvSpPr/>
            <p:nvPr/>
          </p:nvSpPr>
          <p:spPr>
            <a:xfrm>
              <a:off x="2052003" y="341998"/>
              <a:ext cx="720001" cy="720002"/>
            </a:xfrm>
            <a:prstGeom prst="rect">
              <a:avLst/>
            </a:prstGeom>
            <a:solidFill>
              <a:srgbClr val="E4E5E6"/>
            </a:solidFill>
          </p:spPr>
        </p:sp>
        <p:sp>
          <p:nvSpPr>
            <p:cNvPr id="71" name="shape 71"/>
            <p:cNvSpPr/>
            <p:nvPr/>
          </p:nvSpPr>
          <p:spPr>
            <a:xfrm>
              <a:off x="2045653" y="335648"/>
              <a:ext cx="732701" cy="732702"/>
            </a:xfrm>
            <a:prstGeom prst="rect">
              <a:avLst/>
            </a:prstGeom>
            <a:ln w="12700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72" name="shape 72"/>
            <p:cNvSpPr/>
            <p:nvPr/>
          </p:nvSpPr>
          <p:spPr>
            <a:xfrm>
              <a:off x="539552" y="449555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625" y="0"/>
                  </a:lnTo>
                  <a:lnTo>
                    <a:pt x="252438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8" y="328739"/>
                  </a:lnTo>
                  <a:lnTo>
                    <a:pt x="428625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41AD49"/>
            </a:solidFill>
          </p:spPr>
        </p:sp>
        <p:sp>
          <p:nvSpPr>
            <p:cNvPr id="73" name="shape 73"/>
            <p:cNvSpPr txBox="1"/>
            <p:nvPr/>
          </p:nvSpPr>
          <p:spPr>
            <a:xfrm>
              <a:off x="811459" y="10422"/>
              <a:ext cx="1581150" cy="13716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900" spc="-35">
                  <a:latin typeface="Arial"/>
                  <a:cs typeface="Arial"/>
                </a:rPr>
                <a:t>GWG 4.1 - White Overprint Mode</a:t>
              </a:r>
              <a:endParaRPr/>
            </a:p>
          </p:txBody>
        </p:sp>
        <p:sp>
          <p:nvSpPr>
            <p:cNvPr id="74" name="shape 74"/>
            <p:cNvSpPr txBox="1"/>
            <p:nvPr/>
          </p:nvSpPr>
          <p:spPr>
            <a:xfrm>
              <a:off x="22789" y="1650373"/>
              <a:ext cx="3158491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899795" algn="l"/>
                  <a:tab pos="3051175" algn="l"/>
                </a:tabLst>
              </a:pPr>
              <a:r>
                <a:rPr sz="600">
                  <a:latin typeface="Arial"/>
                  <a:cs typeface="Arial"/>
                </a:rPr>
                <a:t>8 Apr 2008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5">
                  <a:latin typeface="Arial"/>
                  <a:cs typeface="Arial"/>
                </a:rPr>
                <a:t>4.1</a:t>
              </a:r>
              <a:endParaRPr/>
            </a:p>
          </p:txBody>
        </p:sp>
        <p:sp>
          <p:nvSpPr>
            <p:cNvPr id="75" name="shape 75"/>
            <p:cNvSpPr txBox="1"/>
            <p:nvPr/>
          </p:nvSpPr>
          <p:spPr>
            <a:xfrm>
              <a:off x="604449" y="219489"/>
              <a:ext cx="2028825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1599565" algn="l"/>
                </a:tabLst>
              </a:pPr>
              <a:r>
                <a:rPr sz="600">
                  <a:latin typeface="Arial"/>
                  <a:cs typeface="Arial"/>
                </a:rPr>
                <a:t>Spot White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0">
                  <a:latin typeface="Arial"/>
                  <a:cs typeface="Arial"/>
                </a:rPr>
                <a:t>almost White</a:t>
              </a:r>
              <a:endParaRPr/>
            </a:p>
          </p:txBody>
        </p:sp>
        <p:sp>
          <p:nvSpPr>
            <p:cNvPr id="76" name="shape 76"/>
            <p:cNvSpPr txBox="1"/>
            <p:nvPr/>
          </p:nvSpPr>
          <p:spPr>
            <a:xfrm>
              <a:off x="619054" y="1446157"/>
              <a:ext cx="1957070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spc="-20">
                  <a:latin typeface="Arial"/>
                  <a:cs typeface="Arial"/>
                </a:rPr>
                <a:t>If a visible </a:t>
              </a:r>
              <a:r>
                <a:rPr sz="600" b="1" spc="-20">
                  <a:latin typeface="Arial"/>
                  <a:cs typeface="Arial"/>
                </a:rPr>
                <a:t>X </a:t>
              </a:r>
              <a:r>
                <a:rPr sz="600" spc="-20">
                  <a:latin typeface="Arial"/>
                  <a:cs typeface="Arial"/>
                </a:rPr>
                <a:t>appears, the “Overprinting White” is not handled.</a:t>
              </a:r>
              <a:endParaRPr/>
            </a:p>
          </p:txBody>
        </p:sp>
        <p:sp>
          <p:nvSpPr>
            <p:cNvPr id="77" name="shape 77"/>
            <p:cNvSpPr txBox="1"/>
            <p:nvPr/>
          </p:nvSpPr>
          <p:spPr>
            <a:xfrm>
              <a:off x="328859" y="1089769"/>
              <a:ext cx="165736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spc="-15">
                  <a:latin typeface="Arial"/>
                  <a:cs typeface="Arial"/>
                </a:rPr>
                <a:t>Rect</a:t>
              </a:r>
              <a:endParaRPr/>
            </a:p>
          </p:txBody>
        </p:sp>
        <p:sp>
          <p:nvSpPr>
            <p:cNvPr id="78" name="shape 78"/>
            <p:cNvSpPr txBox="1"/>
            <p:nvPr/>
          </p:nvSpPr>
          <p:spPr>
            <a:xfrm>
              <a:off x="824159" y="1089769"/>
              <a:ext cx="459105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spc="-15">
                  <a:latin typeface="Arial"/>
                  <a:cs typeface="Arial"/>
                </a:rPr>
                <a:t>75 / 5/ 100 / 0</a:t>
              </a:r>
              <a:endParaRPr/>
            </a:p>
          </p:txBody>
        </p:sp>
        <p:sp>
          <p:nvSpPr>
            <p:cNvPr id="79" name="shape 79"/>
            <p:cNvSpPr txBox="1"/>
            <p:nvPr/>
          </p:nvSpPr>
          <p:spPr>
            <a:xfrm>
              <a:off x="1948744" y="1089769"/>
              <a:ext cx="862330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470535" algn="l"/>
                </a:tabLst>
              </a:pPr>
              <a:r>
                <a:rPr sz="600">
                  <a:latin typeface="Arial"/>
                  <a:cs typeface="Arial"/>
                </a:rPr>
                <a:t>Cross (OP)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20">
                  <a:latin typeface="Arial"/>
                  <a:cs typeface="Arial"/>
                </a:rPr>
                <a:t>.2 / .2 / .2 / 0</a:t>
              </a:r>
              <a:endParaRPr/>
            </a:p>
          </p:txBody>
        </p:sp>
        <p:sp>
          <p:nvSpPr>
            <p:cNvPr id="80" name="shape 80"/>
            <p:cNvSpPr txBox="1"/>
            <p:nvPr/>
          </p:nvSpPr>
          <p:spPr>
            <a:xfrm>
              <a:off x="328859" y="1181209"/>
              <a:ext cx="2614295" cy="18288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1633220" algn="l"/>
                  <a:tab pos="2090420" algn="l"/>
                </a:tabLst>
              </a:pPr>
              <a:r>
                <a:rPr sz="600">
                  <a:latin typeface="Arial"/>
                  <a:cs typeface="Arial"/>
                </a:rPr>
                <a:t>Cross (overpr)</a:t>
              </a:r>
              <a:r>
                <a:rPr sz="600" spc="145">
                  <a:latin typeface="Arial"/>
                  <a:cs typeface="Arial"/>
                </a:rPr>
                <a:t> </a:t>
              </a:r>
              <a:r>
                <a:rPr sz="600">
                  <a:latin typeface="Arial"/>
                  <a:cs typeface="Arial"/>
                </a:rPr>
                <a:t>0% GWG Green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Cross (OP)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5">
                  <a:latin typeface="Arial"/>
                  <a:cs typeface="Arial"/>
                </a:rPr>
                <a:t>15 /100 / 100 / 0</a:t>
              </a:r>
              <a:endParaRPr/>
            </a:p>
            <a:p>
              <a:pPr marL="1632585">
                <a:tabLst>
                  <a:tab pos="2090420" algn="l"/>
                </a:tabLst>
              </a:pPr>
              <a:r>
                <a:rPr sz="600">
                  <a:latin typeface="Arial"/>
                  <a:cs typeface="Arial"/>
                </a:rPr>
                <a:t>Rect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.2 / .2 / .2 / 10</a:t>
              </a: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>
              <a:off x="561001" y="467998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599" y="0"/>
                  </a:lnTo>
                  <a:lnTo>
                    <a:pt x="252438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8" y="328739"/>
                  </a:lnTo>
                  <a:lnTo>
                    <a:pt x="428599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2" name="shape 82"/>
            <p:cNvSpPr/>
            <p:nvPr/>
          </p:nvSpPr>
          <p:spPr>
            <a:xfrm>
              <a:off x="2178002" y="449111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599" y="0"/>
                  </a:lnTo>
                  <a:lnTo>
                    <a:pt x="252438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8" y="328739"/>
                  </a:lnTo>
                  <a:lnTo>
                    <a:pt x="428599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83" name="shape 83"/>
            <p:cNvSpPr/>
            <p:nvPr/>
          </p:nvSpPr>
          <p:spPr>
            <a:xfrm>
              <a:off x="2178002" y="449111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599" y="0"/>
                  </a:lnTo>
                  <a:lnTo>
                    <a:pt x="252438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8" y="328739"/>
                  </a:lnTo>
                  <a:lnTo>
                    <a:pt x="428599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FDFDFC"/>
            </a:solidFill>
          </p:spPr>
        </p:sp>
        <p:sp>
          <p:nvSpPr>
            <p:cNvPr id="84" name="shape 84"/>
            <p:cNvSpPr txBox="1"/>
            <p:nvPr/>
          </p:nvSpPr>
          <p:spPr>
            <a:xfrm>
              <a:off x="328859" y="970876"/>
              <a:ext cx="165736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35560"/>
              <a:r>
                <a:rPr sz="600">
                  <a:latin typeface="Arial"/>
                  <a:cs typeface="Arial"/>
                </a:rPr>
                <a:t>a</a:t>
              </a:r>
              <a:endParaRPr/>
            </a:p>
          </p:txBody>
        </p:sp>
        <p:sp>
          <p:nvSpPr>
            <p:cNvPr id="85" name="shape 85"/>
            <p:cNvSpPr txBox="1"/>
            <p:nvPr/>
          </p:nvSpPr>
          <p:spPr>
            <a:xfrm>
              <a:off x="1948744" y="970876"/>
              <a:ext cx="862330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34290"/>
              <a:r>
                <a:rPr sz="600">
                  <a:latin typeface="Arial"/>
                  <a:cs typeface="Arial"/>
                </a:rPr>
                <a:t>b</a:t>
              </a:r>
              <a:endParaRPr/>
            </a:p>
          </p:txBody>
        </p:sp>
      </p:grpSp>
      <p:pic>
        <p:nvPicPr>
          <p:cNvPr id="86" name="shape 86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06400" y="3594100"/>
            <a:ext cx="3225800" cy="1778000"/>
          </a:xfrm>
          <a:prstGeom prst="rect"/>
        </p:spPr>
      </p:pic>
      <p:pic>
        <p:nvPicPr>
          <p:cNvPr id="87" name="shape 87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937000" y="3594100"/>
            <a:ext cx="3225800" cy="1778000"/>
          </a:xfrm>
          <a:prstGeom prst="rect"/>
        </p:spPr>
      </p:pic>
      <p:grpSp>
        <p:nvGrpSpPr>
          <p:cNvPr id="88" name="shape 88"/>
          <p:cNvGrpSpPr/>
          <p:nvPr/>
        </p:nvGrpSpPr>
        <p:grpSpPr>
          <a:xfrm>
            <a:off x="418597" y="5693493"/>
            <a:ext cx="3203995" cy="1764005"/>
            <a:chOff x="0" y="0"/>
            <a:chExt cx="3203994" cy="1764005"/>
          </a:xfrm>
        </p:grpSpPr>
        <p:sp>
          <p:nvSpPr>
            <p:cNvPr id="89" name="shape 89"/>
            <p:cNvSpPr/>
            <p:nvPr/>
          </p:nvSpPr>
          <p:spPr>
            <a:xfrm>
              <a:off x="0" y="0"/>
              <a:ext cx="3203995" cy="1764005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90" name="shape 90"/>
            <p:cNvSpPr txBox="1"/>
            <p:nvPr/>
          </p:nvSpPr>
          <p:spPr>
            <a:xfrm>
              <a:off x="399805" y="3208"/>
              <a:ext cx="2404745" cy="411481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7145">
                <a:spcBef>
                  <a:spcPts val="100"/>
                </a:spcBef>
              </a:pPr>
              <a:r>
                <a:rPr sz="900" spc="-45">
                  <a:latin typeface="Arial"/>
                  <a:cs typeface="Arial"/>
                </a:rPr>
                <a:t>GWG 3.1 - Gray Image Overprint (CMYK over Spot)</a:t>
              </a:r>
              <a:endParaRPr/>
            </a:p>
            <a:p>
              <a:pPr marL="12700" marR="12700" algn="ctr">
                <a:lnSpc>
                  <a:spcPct val="99833"/>
                </a:lnSpc>
                <a:spcBef>
                  <a:spcPts val="500"/>
                </a:spcBef>
              </a:pPr>
              <a:r>
                <a:rPr sz="600" spc="-20">
                  <a:latin typeface="Arial"/>
                  <a:cs typeface="Arial"/>
                </a:rPr>
                <a:t>During flattening (in InDesign or Acrobat) of drop shadows over spot colors </a:t>
              </a:r>
              <a:r>
                <a:rPr sz="600">
                  <a:latin typeface="Arial"/>
                  <a:cs typeface="Arial"/>
                </a:rPr>
                <a:t>overprinting grayscale images with a white background are created.</a:t>
              </a:r>
              <a:endParaRPr/>
            </a:p>
          </p:txBody>
        </p:sp>
        <p:sp>
          <p:nvSpPr>
            <p:cNvPr id="91" name="shape 91"/>
            <p:cNvSpPr txBox="1"/>
            <p:nvPr/>
          </p:nvSpPr>
          <p:spPr>
            <a:xfrm>
              <a:off x="22728" y="1650373"/>
              <a:ext cx="3158491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971550" algn="l"/>
                  <a:tab pos="3051175" algn="l"/>
                </a:tabLst>
              </a:pPr>
              <a:r>
                <a:rPr sz="600">
                  <a:latin typeface="Arial"/>
                  <a:cs typeface="Arial"/>
                </a:rPr>
                <a:t>21 Jan 2013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Workgroup 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5">
                  <a:latin typeface="Arial"/>
                  <a:cs typeface="Arial"/>
                </a:rPr>
                <a:t>3.1</a:t>
              </a:r>
              <a:endParaRPr/>
            </a:p>
          </p:txBody>
        </p:sp>
        <p:sp>
          <p:nvSpPr>
            <p:cNvPr id="92" name="shape 92"/>
            <p:cNvSpPr/>
            <p:nvPr/>
          </p:nvSpPr>
          <p:spPr>
            <a:xfrm>
              <a:off x="1003770" y="489458"/>
              <a:ext cx="1196480" cy="893649"/>
            </a:xfrm>
            <a:prstGeom prst="rect">
              <a:avLst/>
            </a:prstGeom>
            <a:solidFill>
              <a:srgbClr val="8CC63F"/>
            </a:solidFill>
          </p:spPr>
        </p:sp>
        <p:sp>
          <p:nvSpPr>
            <p:cNvPr id="93" name="shape 93"/>
            <p:cNvSpPr/>
            <p:nvPr/>
          </p:nvSpPr>
          <p:spPr>
            <a:xfrm>
              <a:off x="1000595" y="486283"/>
              <a:ext cx="1202830" cy="899999"/>
            </a:xfrm>
            <a:prstGeom prst="rect">
              <a:avLst/>
            </a:prstGeom>
            <a:ln w="6350" cap="flat">
              <a:solidFill>
                <a:srgbClr val="231F20"/>
              </a:solidFill>
              <a:prstDash val="solid"/>
              <a:miter lim="4"/>
            </a:ln>
          </p:spPr>
        </p:sp>
        <p:pic>
          <p:nvPicPr>
            <p:cNvPr id="94" name="shape 9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9618" y="673778"/>
              <a:ext cx="935736" cy="630936"/>
            </a:xfrm>
            <a:prstGeom prst="rect"/>
          </p:spPr>
        </p:pic>
        <p:pic>
          <p:nvPicPr>
            <p:cNvPr id="95" name="shape 9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89618" y="673778"/>
              <a:ext cx="935736" cy="630936"/>
            </a:xfrm>
            <a:prstGeom prst="rect"/>
          </p:spPr>
        </p:pic>
        <p:sp>
          <p:nvSpPr>
            <p:cNvPr id="96" name="shape 96"/>
            <p:cNvSpPr/>
            <p:nvPr/>
          </p:nvSpPr>
          <p:spPr>
            <a:xfrm>
              <a:off x="1111771" y="597446"/>
              <a:ext cx="785648" cy="479654"/>
            </a:xfrm>
            <a:prstGeom prst="rect">
              <a:avLst/>
            </a:prstGeom>
            <a:solidFill>
              <a:srgbClr val="00AEEF"/>
            </a:solidFill>
          </p:spPr>
        </p:sp>
        <p:sp>
          <p:nvSpPr>
            <p:cNvPr id="97" name="shape 97"/>
            <p:cNvSpPr/>
            <p:nvPr/>
          </p:nvSpPr>
          <p:spPr>
            <a:xfrm>
              <a:off x="1108596" y="594271"/>
              <a:ext cx="791998" cy="486004"/>
            </a:xfrm>
            <a:prstGeom prst="rect">
              <a:avLst/>
            </a:prstGeom>
            <a:ln w="6350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98" name="shape 98"/>
            <p:cNvSpPr txBox="1"/>
            <p:nvPr/>
          </p:nvSpPr>
          <p:spPr>
            <a:xfrm>
              <a:off x="313810" y="619844"/>
              <a:ext cx="340995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 spc="-25">
                  <a:latin typeface="Arial"/>
                  <a:cs typeface="Arial"/>
                </a:rPr>
                <a:t>Reference</a:t>
              </a:r>
              <a:endParaRPr/>
            </a:p>
          </p:txBody>
        </p:sp>
        <p:sp>
          <p:nvSpPr>
            <p:cNvPr id="99" name="shape 99"/>
            <p:cNvSpPr txBox="1"/>
            <p:nvPr/>
          </p:nvSpPr>
          <p:spPr>
            <a:xfrm>
              <a:off x="354833" y="1095078"/>
              <a:ext cx="259081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spc="-10">
                  <a:latin typeface="Arial"/>
                  <a:cs typeface="Arial"/>
                </a:rPr>
                <a:t>Correct</a:t>
              </a:r>
              <a:endParaRPr/>
            </a:p>
          </p:txBody>
        </p:sp>
        <p:pic>
          <p:nvPicPr>
            <p:cNvPr id="100" name="shape 10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5062" y="759195"/>
              <a:ext cx="432054" cy="324612"/>
            </a:xfrm>
            <a:prstGeom prst="rect"/>
          </p:spPr>
        </p:pic>
        <p:sp>
          <p:nvSpPr>
            <p:cNvPr id="101" name="shape 101"/>
            <p:cNvSpPr txBox="1"/>
            <p:nvPr/>
          </p:nvSpPr>
          <p:spPr>
            <a:xfrm>
              <a:off x="2599558" y="1095087"/>
              <a:ext cx="240030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>
                  <a:latin typeface="Arial"/>
                  <a:cs typeface="Arial"/>
                </a:rPr>
                <a:t>Wrong</a:t>
              </a:r>
              <a:endParaRPr/>
            </a:p>
          </p:txBody>
        </p:sp>
        <p:pic>
          <p:nvPicPr>
            <p:cNvPr id="102" name="shape 10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10662" y="755595"/>
              <a:ext cx="432055" cy="324612"/>
            </a:xfrm>
            <a:prstGeom prst="rect"/>
          </p:spPr>
        </p:pic>
        <p:sp>
          <p:nvSpPr>
            <p:cNvPr id="103" name="shape 103"/>
            <p:cNvSpPr txBox="1"/>
            <p:nvPr/>
          </p:nvSpPr>
          <p:spPr>
            <a:xfrm>
              <a:off x="2549410" y="619844"/>
              <a:ext cx="340995" cy="117475"/>
            </a:xfrm>
            <a:prstGeom prst="rect"/>
            <a:noFill/>
          </p:spPr>
          <p:txBody>
            <a:bodyPr vertOverflow="overflow" horzOverflow="overflow" numCol="1" wrap="square" lIns="0" tIns="12700" rIns="0" bIns="0">
              <a:spAutoFit/>
            </a:bodyPr>
            <a:p>
              <a:pPr marL="12700">
                <a:spcBef>
                  <a:spcPts val="100"/>
                </a:spcBef>
              </a:pPr>
              <a:r>
                <a:rPr sz="600" spc="-25">
                  <a:latin typeface="Arial"/>
                  <a:cs typeface="Arial"/>
                </a:rPr>
                <a:t>Reference</a:t>
              </a:r>
              <a:endParaRPr/>
            </a:p>
          </p:txBody>
        </p:sp>
        <p:sp>
          <p:nvSpPr>
            <p:cNvPr id="104" name="shape 104"/>
            <p:cNvSpPr txBox="1"/>
            <p:nvPr/>
          </p:nvSpPr>
          <p:spPr>
            <a:xfrm>
              <a:off x="863468" y="1449179"/>
              <a:ext cx="1477010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spc="-10">
                  <a:latin typeface="Arial"/>
                  <a:cs typeface="Arial"/>
                </a:rPr>
                <a:t>Overprinting must be honored for the output.</a:t>
              </a:r>
              <a:endParaRPr/>
            </a:p>
          </p:txBody>
        </p:sp>
      </p:grpSp>
      <p:pic>
        <p:nvPicPr>
          <p:cNvPr id="105" name="shape 10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937000" y="5689600"/>
            <a:ext cx="3225800" cy="1778000"/>
          </a:xfrm>
          <a:prstGeom prst="rect"/>
        </p:spPr>
      </p:pic>
      <p:sp>
        <p:nvSpPr>
          <p:cNvPr id="106" name="shape 106"/>
          <p:cNvSpPr txBox="1"/>
          <p:nvPr/>
        </p:nvSpPr>
        <p:spPr>
          <a:xfrm>
            <a:off x="4572665" y="5935401"/>
            <a:ext cx="332105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>
                <a:latin typeface="Arial"/>
                <a:cs typeface="Arial"/>
              </a:rPr>
              <a:t>Overprint</a:t>
            </a:r>
            <a:endParaRPr/>
          </a:p>
        </p:txBody>
      </p:sp>
      <p:sp>
        <p:nvSpPr>
          <p:cNvPr id="107" name="shape 107"/>
          <p:cNvSpPr txBox="1"/>
          <p:nvPr/>
        </p:nvSpPr>
        <p:spPr>
          <a:xfrm>
            <a:off x="5442183" y="6187395"/>
            <a:ext cx="213360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45">
                <a:latin typeface="Arial"/>
                <a:cs typeface="Arial"/>
              </a:rPr>
              <a:t>CMYK</a:t>
            </a:r>
            <a:endParaRPr/>
          </a:p>
        </p:txBody>
      </p:sp>
      <p:sp>
        <p:nvSpPr>
          <p:cNvPr id="108" name="shape 108"/>
          <p:cNvSpPr txBox="1"/>
          <p:nvPr/>
        </p:nvSpPr>
        <p:spPr>
          <a:xfrm>
            <a:off x="6193362" y="5935401"/>
            <a:ext cx="330835" cy="11747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5">
                <a:latin typeface="Arial"/>
                <a:cs typeface="Arial"/>
              </a:rPr>
              <a:t>Knockout</a:t>
            </a: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4631342" y="5696701"/>
            <a:ext cx="1835150" cy="16319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900" spc="-30">
                <a:latin typeface="Arial"/>
                <a:cs typeface="Arial"/>
              </a:rPr>
              <a:t>GWG 12.0 - White Overprint/Knockout</a:t>
            </a:r>
            <a:endParaRPr/>
          </a:p>
        </p:txBody>
      </p:sp>
      <p:sp>
        <p:nvSpPr>
          <p:cNvPr id="110" name="shape 110"/>
          <p:cNvSpPr txBox="1"/>
          <p:nvPr/>
        </p:nvSpPr>
        <p:spPr>
          <a:xfrm>
            <a:off x="4958050" y="6066992"/>
            <a:ext cx="290195" cy="27368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 b="1" spc="-215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r>
              <a:rPr sz="900" b="1" spc="-322" baseline="-27777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r>
              <a:rPr sz="900" b="1" spc="-322" baseline="-55555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r>
              <a:rPr sz="900" b="1" spc="-322" baseline="-111111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r>
              <a:rPr sz="900" b="1" spc="-322" baseline="-83333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r>
              <a:rPr sz="900" b="1" spc="-322" baseline="-55555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r>
              <a:rPr sz="900" b="1" spc="-322" baseline="-111111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r>
              <a:rPr sz="900" b="1" spc="-322" baseline="-27777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r>
              <a:rPr sz="600" b="1" spc="-215">
                <a:solidFill>
                  <a:srgbClr val="FFFFFF"/>
                </a:solidFill>
                <a:highlight>
                  <a:srgbClr val="1C0000"/>
                </a:highlight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11" name="shape 111"/>
          <p:cNvSpPr txBox="1"/>
          <p:nvPr/>
        </p:nvSpPr>
        <p:spPr>
          <a:xfrm>
            <a:off x="4958050" y="6257492"/>
            <a:ext cx="290195" cy="159385"/>
          </a:xfrm>
          <a:prstGeom prst="rect"/>
          <a:noFill/>
        </p:spPr>
        <p:txBody>
          <a:bodyPr vertOverflow="overflow" horzOverflow="overflow" numCol="1" wrap="square" lIns="0" tIns="50800" rIns="0" bIns="0">
            <a:spAutoFit/>
          </a:bodyPr>
          <a:p>
            <a:pPr marL="12700">
              <a:spcBef>
                <a:spcPts val="400"/>
              </a:spcBef>
              <a:tabLst>
                <a:tab pos="177800" algn="l"/>
              </a:tabLst>
            </a:pPr>
            <a:r>
              <a:rPr sz="600" b="1" spc="-4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67" baseline="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67" baseline="27777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900" b="1" spc="-180" baseline="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600" b="1" spc="-120">
                <a:solidFill>
                  <a:srgbClr val="FFFFFF"/>
                </a:solidFill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12" name="shape 112"/>
          <p:cNvSpPr txBox="1"/>
          <p:nvPr/>
        </p:nvSpPr>
        <p:spPr>
          <a:xfrm>
            <a:off x="6564720" y="6063991"/>
            <a:ext cx="290195" cy="27368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 b="1" spc="-21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5555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111111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83333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5555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111111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600" b="1" spc="-215">
                <a:solidFill>
                  <a:srgbClr val="FFFFFF"/>
                </a:solidFill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13" name="shape 113"/>
          <p:cNvSpPr txBox="1"/>
          <p:nvPr/>
        </p:nvSpPr>
        <p:spPr>
          <a:xfrm>
            <a:off x="6564720" y="6254491"/>
            <a:ext cx="290195" cy="159385"/>
          </a:xfrm>
          <a:prstGeom prst="rect"/>
          <a:noFill/>
        </p:spPr>
        <p:txBody>
          <a:bodyPr vertOverflow="overflow" horzOverflow="overflow" numCol="1" wrap="square" lIns="0" tIns="50800" rIns="0" bIns="0">
            <a:spAutoFit/>
          </a:bodyPr>
          <a:p>
            <a:pPr marL="12700">
              <a:spcBef>
                <a:spcPts val="400"/>
              </a:spcBef>
              <a:tabLst>
                <a:tab pos="177800" algn="l"/>
              </a:tabLst>
            </a:pPr>
            <a:r>
              <a:rPr sz="600" b="1" spc="-4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67" baseline="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67" baseline="27777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900" b="1" spc="-180" baseline="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600" b="1" spc="-120">
                <a:solidFill>
                  <a:srgbClr val="FFFFFF"/>
                </a:solidFill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14" name="shape 114"/>
          <p:cNvSpPr txBox="1"/>
          <p:nvPr/>
        </p:nvSpPr>
        <p:spPr>
          <a:xfrm>
            <a:off x="4954666" y="6422554"/>
            <a:ext cx="290195" cy="27368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 b="1" spc="-215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r>
              <a:rPr sz="900" b="1" spc="-322" baseline="-27777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r>
              <a:rPr sz="900" b="1" spc="-322" baseline="-55555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r>
              <a:rPr sz="900" b="1" spc="-322" baseline="-111111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r>
              <a:rPr sz="900" b="1" spc="-322" baseline="-83333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r>
              <a:rPr sz="900" b="1" spc="-322" baseline="-55555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r>
              <a:rPr sz="900" b="1" spc="-322" baseline="-111111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r>
              <a:rPr sz="900" b="1" spc="-322" baseline="-27777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r>
              <a:rPr sz="600" b="1" spc="-215">
                <a:solidFill>
                  <a:srgbClr val="FFFFFF"/>
                </a:solidFill>
                <a:highlight>
                  <a:srgbClr val="8CC63F"/>
                </a:highlight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6569690" y="6426992"/>
            <a:ext cx="290195" cy="273685"/>
          </a:xfrm>
          <a:prstGeom prst="rect"/>
          <a:noFill/>
        </p:spPr>
        <p:txBody>
          <a:bodyPr vertOverflow="overflow" horzOverflow="overflow" numCol="1" wrap="square" lIns="0" tIns="12700" rIns="0" bIns="0">
            <a:spAutoFit/>
          </a:bodyPr>
          <a:p>
            <a:pPr marL="12700">
              <a:spcBef>
                <a:spcPts val="100"/>
              </a:spcBef>
            </a:pPr>
            <a:r>
              <a:rPr sz="600" b="1" spc="-21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5555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111111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83333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5555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111111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322" baseline="-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600" b="1" spc="-215">
                <a:solidFill>
                  <a:srgbClr val="FFFFFF"/>
                </a:solidFill>
                <a:latin typeface="Arial"/>
                <a:cs typeface="Arial"/>
              </a:rPr>
              <a:t>xx</a:t>
            </a:r>
            <a:endParaRPr/>
          </a:p>
        </p:txBody>
      </p:sp>
      <p:grpSp>
        <p:nvGrpSpPr>
          <p:cNvPr id="116" name="shape 116"/>
          <p:cNvGrpSpPr/>
          <p:nvPr/>
        </p:nvGrpSpPr>
        <p:grpSpPr>
          <a:xfrm>
            <a:off x="424947" y="7787840"/>
            <a:ext cx="3191295" cy="1751305"/>
            <a:chOff x="0" y="0"/>
            <a:chExt cx="3191294" cy="1751305"/>
          </a:xfrm>
        </p:grpSpPr>
        <p:sp>
          <p:nvSpPr>
            <p:cNvPr id="117" name="shape 117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0" rIns="0" bIns="0">
              <a:spAutoFit/>
            </a:bodyPr>
            <a:p>
              <a:pPr marL="707390"/>
              <a:r>
                <a:rPr sz="900">
                  <a:latin typeface="Arial"/>
                  <a:cs typeface="Arial"/>
                </a:rPr>
                <a:t>GWG 8.1 - DeviceN Support (5 colors)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184785">
                <a:spcBef>
                  <a:spcPts val="700"/>
                </a:spcBef>
                <a:tabLst>
                  <a:tab pos="1814830" algn="l"/>
                </a:tabLst>
              </a:pPr>
              <a:r>
                <a:rPr sz="600">
                  <a:latin typeface="Arial"/>
                  <a:cs typeface="Arial"/>
                </a:rPr>
                <a:t>Duotone (should appear only in Black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Colorized TIFF (should appear only in</a:t>
              </a:r>
              <a:endParaRPr/>
            </a:p>
            <a:p>
              <a:pPr marL="321945">
                <a:tabLst>
                  <a:tab pos="2026285" algn="l"/>
                </a:tabLst>
              </a:pPr>
              <a:r>
                <a:rPr sz="600">
                  <a:latin typeface="Arial"/>
                  <a:cs typeface="Arial"/>
                </a:rPr>
                <a:t>and GWG Green separations)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GWG Green separation)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369570">
                <a:spcBef>
                  <a:spcPts val="500"/>
                </a:spcBef>
              </a:pPr>
              <a:r>
                <a:rPr sz="600">
                  <a:latin typeface="Arial"/>
                  <a:cs typeface="Arial"/>
                </a:rPr>
                <a:t>Spot color gradient (should appear only in GWG Green and Cyan separations)</a:t>
              </a:r>
              <a:endParaRPr/>
            </a:p>
            <a:p>
              <a:pPr marR="635" algn="ctr">
                <a:spcBef>
                  <a:spcPts val="300"/>
                </a:spcBef>
                <a:tabLst>
                  <a:tab pos="198120" algn="l"/>
                  <a:tab pos="1614805" algn="l"/>
                </a:tabLst>
              </a:pPr>
              <a:r>
                <a:rPr sz="600">
                  <a:latin typeface="Arial"/>
                  <a:cs typeface="Arial"/>
                </a:rPr>
                <a:t>If a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appears instead of the green checkmarks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then DeviceN is not supported!</a:t>
              </a:r>
              <a:endParaRPr/>
            </a:p>
            <a:p>
              <a:pPr marR="635" algn="ctr">
                <a:spcBef>
                  <a:spcPts val="200"/>
                </a:spcBef>
                <a:tabLst>
                  <a:tab pos="886460" algn="l"/>
                  <a:tab pos="3037840" algn="l"/>
                </a:tabLst>
              </a:pPr>
              <a:r>
                <a:rPr sz="600">
                  <a:latin typeface="Arial"/>
                  <a:cs typeface="Arial"/>
                </a:rPr>
                <a:t>20 Jan 2013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8.1</a:t>
              </a:r>
              <a:endParaRPr/>
            </a:p>
          </p:txBody>
        </p:sp>
        <p:grpSp>
          <p:nvGrpSpPr>
            <p:cNvPr id="118" name="shape 118"/>
            <p:cNvGrpSpPr/>
            <p:nvPr/>
          </p:nvGrpSpPr>
          <p:grpSpPr>
            <a:xfrm>
              <a:off x="0" y="0"/>
              <a:ext cx="3191295" cy="1751305"/>
              <a:chOff x="0" y="0"/>
              <a:chExt cx="3191294" cy="1751305"/>
            </a:xfrm>
          </p:grpSpPr>
          <p:grpSp>
            <p:nvGrpSpPr>
              <p:cNvPr id="119" name="shape 119"/>
              <p:cNvGrpSpPr/>
              <p:nvPr/>
            </p:nvGrpSpPr>
            <p:grpSpPr>
              <a:xfrm>
                <a:off x="1845906" y="677649"/>
                <a:ext cx="254217" cy="254075"/>
                <a:chOff x="0" y="0"/>
                <a:chExt cx="254217" cy="254074"/>
              </a:xfrm>
            </p:grpSpPr>
            <p:sp>
              <p:nvSpPr>
                <p:cNvPr id="120" name="shape 120"/>
                <p:cNvSpPr/>
                <p:nvPr/>
              </p:nvSpPr>
              <p:spPr>
                <a:xfrm>
                  <a:off x="0" y="19192"/>
                  <a:ext cx="238419" cy="234883"/>
                </a:xfrm>
                <a:custGeom>
                  <a:pathLst>
                    <a:path w="238418" h="234882">
                      <a:moveTo>
                        <a:pt x="70512" y="234882"/>
                      </a:moveTo>
                      <a:lnTo>
                        <a:pt x="70508" y="234882"/>
                      </a:lnTo>
                      <a:lnTo>
                        <a:pt x="68384" y="229997"/>
                      </a:lnTo>
                      <a:lnTo>
                        <a:pt x="60402" y="221615"/>
                      </a:lnTo>
                      <a:lnTo>
                        <a:pt x="48537" y="210566"/>
                      </a:lnTo>
                      <a:lnTo>
                        <a:pt x="34608" y="197675"/>
                      </a:lnTo>
                      <a:lnTo>
                        <a:pt x="20771" y="183616"/>
                      </a:lnTo>
                      <a:lnTo>
                        <a:pt x="9091" y="169227"/>
                      </a:lnTo>
                      <a:lnTo>
                        <a:pt x="1510" y="155321"/>
                      </a:lnTo>
                      <a:lnTo>
                        <a:pt x="0" y="142685"/>
                      </a:lnTo>
                      <a:lnTo>
                        <a:pt x="6641" y="132016"/>
                      </a:lnTo>
                      <a:lnTo>
                        <a:pt x="23390" y="124142"/>
                      </a:lnTo>
                      <a:lnTo>
                        <a:pt x="33098" y="124612"/>
                      </a:lnTo>
                      <a:lnTo>
                        <a:pt x="42143" y="129603"/>
                      </a:lnTo>
                      <a:lnTo>
                        <a:pt x="50124" y="137477"/>
                      </a:lnTo>
                      <a:lnTo>
                        <a:pt x="56781" y="146596"/>
                      </a:lnTo>
                      <a:lnTo>
                        <a:pt x="61989" y="155257"/>
                      </a:lnTo>
                      <a:lnTo>
                        <a:pt x="65225" y="161963"/>
                      </a:lnTo>
                      <a:lnTo>
                        <a:pt x="86921" y="133972"/>
                      </a:lnTo>
                      <a:lnTo>
                        <a:pt x="106752" y="105461"/>
                      </a:lnTo>
                      <a:lnTo>
                        <a:pt x="125751" y="77762"/>
                      </a:lnTo>
                      <a:lnTo>
                        <a:pt x="144688" y="52261"/>
                      </a:lnTo>
                      <a:lnTo>
                        <a:pt x="164535" y="30378"/>
                      </a:lnTo>
                      <a:lnTo>
                        <a:pt x="186215" y="13423"/>
                      </a:lnTo>
                      <a:lnTo>
                        <a:pt x="210591" y="2819"/>
                      </a:lnTo>
                      <a:lnTo>
                        <a:pt x="238418" y="0"/>
                      </a:lnTo>
                      <a:lnTo>
                        <a:pt x="238418" y="2"/>
                      </a:lnTo>
                      <a:lnTo>
                        <a:pt x="218419" y="20701"/>
                      </a:lnTo>
                      <a:lnTo>
                        <a:pt x="195845" y="47561"/>
                      </a:lnTo>
                      <a:lnTo>
                        <a:pt x="171931" y="78740"/>
                      </a:lnTo>
                      <a:lnTo>
                        <a:pt x="147693" y="112357"/>
                      </a:lnTo>
                      <a:lnTo>
                        <a:pt x="124271" y="146660"/>
                      </a:lnTo>
                      <a:lnTo>
                        <a:pt x="102946" y="179768"/>
                      </a:lnTo>
                      <a:lnTo>
                        <a:pt x="84563" y="209766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21" name="shape 121"/>
                <p:cNvSpPr/>
                <p:nvPr/>
              </p:nvSpPr>
              <p:spPr>
                <a:xfrm>
                  <a:off x="1754" y="0"/>
                  <a:ext cx="252464" cy="252439"/>
                </a:xfrm>
                <a:custGeom>
                  <a:pathLst>
                    <a:path w="252463" h="252438">
                      <a:moveTo>
                        <a:pt x="252463" y="38151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1"/>
                      </a:lnTo>
                      <a:lnTo>
                        <a:pt x="88087" y="126238"/>
                      </a:lnTo>
                      <a:lnTo>
                        <a:pt x="0" y="214312"/>
                      </a:lnTo>
                      <a:lnTo>
                        <a:pt x="38150" y="252438"/>
                      </a:lnTo>
                      <a:lnTo>
                        <a:pt x="126237" y="164363"/>
                      </a:lnTo>
                      <a:lnTo>
                        <a:pt x="214312" y="252438"/>
                      </a:lnTo>
                      <a:lnTo>
                        <a:pt x="252463" y="214312"/>
                      </a:lnTo>
                      <a:lnTo>
                        <a:pt x="164376" y="126238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</p:grpSp>
          <p:grpSp>
            <p:nvGrpSpPr>
              <p:cNvPr id="122" name="shape 122"/>
              <p:cNvGrpSpPr/>
              <p:nvPr/>
            </p:nvGrpSpPr>
            <p:grpSpPr>
              <a:xfrm>
                <a:off x="227814" y="677649"/>
                <a:ext cx="254217" cy="254075"/>
                <a:chOff x="0" y="0"/>
                <a:chExt cx="254217" cy="254074"/>
              </a:xfrm>
            </p:grpSpPr>
            <p:sp>
              <p:nvSpPr>
                <p:cNvPr id="123" name="shape 123"/>
                <p:cNvSpPr/>
                <p:nvPr/>
              </p:nvSpPr>
              <p:spPr>
                <a:xfrm>
                  <a:off x="0" y="19193"/>
                  <a:ext cx="238416" cy="234882"/>
                </a:xfrm>
                <a:custGeom>
                  <a:pathLst>
                    <a:path w="238415" h="234881">
                      <a:moveTo>
                        <a:pt x="70512" y="234881"/>
                      </a:moveTo>
                      <a:lnTo>
                        <a:pt x="70508" y="234881"/>
                      </a:lnTo>
                      <a:lnTo>
                        <a:pt x="68384" y="229996"/>
                      </a:lnTo>
                      <a:lnTo>
                        <a:pt x="60402" y="221614"/>
                      </a:lnTo>
                      <a:lnTo>
                        <a:pt x="48537" y="210565"/>
                      </a:lnTo>
                      <a:lnTo>
                        <a:pt x="34608" y="197674"/>
                      </a:lnTo>
                      <a:lnTo>
                        <a:pt x="20770" y="183615"/>
                      </a:lnTo>
                      <a:lnTo>
                        <a:pt x="9091" y="169226"/>
                      </a:lnTo>
                      <a:lnTo>
                        <a:pt x="1510" y="155320"/>
                      </a:lnTo>
                      <a:lnTo>
                        <a:pt x="0" y="142684"/>
                      </a:lnTo>
                      <a:lnTo>
                        <a:pt x="6641" y="132015"/>
                      </a:lnTo>
                      <a:lnTo>
                        <a:pt x="23390" y="124142"/>
                      </a:lnTo>
                      <a:lnTo>
                        <a:pt x="33098" y="124611"/>
                      </a:lnTo>
                      <a:lnTo>
                        <a:pt x="42142" y="129602"/>
                      </a:lnTo>
                      <a:lnTo>
                        <a:pt x="50124" y="137476"/>
                      </a:lnTo>
                      <a:lnTo>
                        <a:pt x="56781" y="146595"/>
                      </a:lnTo>
                      <a:lnTo>
                        <a:pt x="61989" y="155257"/>
                      </a:lnTo>
                      <a:lnTo>
                        <a:pt x="65225" y="161962"/>
                      </a:lnTo>
                      <a:lnTo>
                        <a:pt x="86920" y="133971"/>
                      </a:lnTo>
                      <a:lnTo>
                        <a:pt x="106751" y="105460"/>
                      </a:lnTo>
                      <a:lnTo>
                        <a:pt x="125750" y="77761"/>
                      </a:lnTo>
                      <a:lnTo>
                        <a:pt x="144688" y="52260"/>
                      </a:lnTo>
                      <a:lnTo>
                        <a:pt x="164534" y="30377"/>
                      </a:lnTo>
                      <a:lnTo>
                        <a:pt x="186215" y="13423"/>
                      </a:lnTo>
                      <a:lnTo>
                        <a:pt x="210591" y="2819"/>
                      </a:lnTo>
                      <a:lnTo>
                        <a:pt x="238415" y="0"/>
                      </a:lnTo>
                      <a:lnTo>
                        <a:pt x="238415" y="3"/>
                      </a:lnTo>
                      <a:lnTo>
                        <a:pt x="218419" y="20700"/>
                      </a:lnTo>
                      <a:lnTo>
                        <a:pt x="195845" y="47560"/>
                      </a:lnTo>
                      <a:lnTo>
                        <a:pt x="171931" y="78739"/>
                      </a:lnTo>
                      <a:lnTo>
                        <a:pt x="147693" y="112356"/>
                      </a:lnTo>
                      <a:lnTo>
                        <a:pt x="124271" y="146659"/>
                      </a:lnTo>
                      <a:lnTo>
                        <a:pt x="102946" y="179768"/>
                      </a:lnTo>
                      <a:lnTo>
                        <a:pt x="84563" y="209765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24" name="shape 124"/>
                <p:cNvSpPr/>
                <p:nvPr/>
              </p:nvSpPr>
              <p:spPr>
                <a:xfrm>
                  <a:off x="1754" y="0"/>
                  <a:ext cx="252464" cy="252439"/>
                </a:xfrm>
                <a:custGeom>
                  <a:pathLst>
                    <a:path w="252463" h="252438">
                      <a:moveTo>
                        <a:pt x="252463" y="38151"/>
                      </a:moveTo>
                      <a:lnTo>
                        <a:pt x="214312" y="0"/>
                      </a:lnTo>
                      <a:lnTo>
                        <a:pt x="126237" y="88087"/>
                      </a:lnTo>
                      <a:lnTo>
                        <a:pt x="38150" y="0"/>
                      </a:lnTo>
                      <a:lnTo>
                        <a:pt x="0" y="38151"/>
                      </a:lnTo>
                      <a:lnTo>
                        <a:pt x="88087" y="126238"/>
                      </a:lnTo>
                      <a:lnTo>
                        <a:pt x="0" y="214312"/>
                      </a:lnTo>
                      <a:lnTo>
                        <a:pt x="38150" y="252438"/>
                      </a:lnTo>
                      <a:lnTo>
                        <a:pt x="126237" y="164363"/>
                      </a:lnTo>
                      <a:lnTo>
                        <a:pt x="214312" y="252438"/>
                      </a:lnTo>
                      <a:lnTo>
                        <a:pt x="252463" y="214312"/>
                      </a:lnTo>
                      <a:lnTo>
                        <a:pt x="164376" y="126238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</p:grpSp>
          <p:grpSp>
            <p:nvGrpSpPr>
              <p:cNvPr id="125" name="shape 125"/>
              <p:cNvGrpSpPr/>
              <p:nvPr/>
            </p:nvGrpSpPr>
            <p:grpSpPr>
              <a:xfrm>
                <a:off x="190480" y="1233129"/>
                <a:ext cx="2827109" cy="127040"/>
                <a:chOff x="0" y="0"/>
                <a:chExt cx="2827109" cy="127040"/>
              </a:xfrm>
            </p:grpSpPr>
            <p:sp>
              <p:nvSpPr>
                <p:cNvPr id="126" name="shape 126"/>
                <p:cNvSpPr/>
                <p:nvPr/>
              </p:nvSpPr>
              <p:spPr>
                <a:xfrm>
                  <a:off x="0" y="9596"/>
                  <a:ext cx="119209" cy="117444"/>
                </a:xfrm>
                <a:custGeom>
                  <a:pathLst>
                    <a:path w="119209" h="117443">
                      <a:moveTo>
                        <a:pt x="35254" y="117443"/>
                      </a:move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5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27" name="shape 127"/>
                <p:cNvSpPr/>
                <p:nvPr/>
              </p:nvSpPr>
              <p:spPr>
                <a:xfrm>
                  <a:off x="871" y="0"/>
                  <a:ext cx="126238" cy="126226"/>
                </a:xfrm>
                <a:custGeom>
                  <a:pathLst>
                    <a:path w="126237" h="126225">
                      <a:moveTo>
                        <a:pt x="126237" y="19075"/>
                      </a:moveTo>
                      <a:lnTo>
                        <a:pt x="107162" y="0"/>
                      </a:lnTo>
                      <a:lnTo>
                        <a:pt x="63118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8" y="82181"/>
                      </a:lnTo>
                      <a:lnTo>
                        <a:pt x="107162" y="126225"/>
                      </a:lnTo>
                      <a:lnTo>
                        <a:pt x="126237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28" name="shape 128"/>
                <p:cNvSpPr/>
                <p:nvPr/>
              </p:nvSpPr>
              <p:spPr>
                <a:xfrm>
                  <a:off x="180000" y="9596"/>
                  <a:ext cx="119207" cy="117444"/>
                </a:xfrm>
                <a:custGeom>
                  <a:pathLst>
                    <a:path w="119206" h="117443">
                      <a:moveTo>
                        <a:pt x="35254" y="117443"/>
                      </a:move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6" y="0"/>
                      </a:lnTo>
                      <a:lnTo>
                        <a:pt x="119206" y="2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4" y="39370"/>
                      </a:lnTo>
                      <a:lnTo>
                        <a:pt x="73846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29" name="shape 129"/>
                <p:cNvSpPr/>
                <p:nvPr/>
              </p:nvSpPr>
              <p:spPr>
                <a:xfrm>
                  <a:off x="180871" y="0"/>
                  <a:ext cx="126238" cy="126226"/>
                </a:xfrm>
                <a:custGeom>
                  <a:pathLst>
                    <a:path w="126237" h="126225">
                      <a:moveTo>
                        <a:pt x="126237" y="19075"/>
                      </a:moveTo>
                      <a:lnTo>
                        <a:pt x="107162" y="0"/>
                      </a:lnTo>
                      <a:lnTo>
                        <a:pt x="63118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8" y="82181"/>
                      </a:lnTo>
                      <a:lnTo>
                        <a:pt x="107162" y="126225"/>
                      </a:lnTo>
                      <a:lnTo>
                        <a:pt x="126237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30" name="shape 130"/>
                <p:cNvSpPr/>
                <p:nvPr/>
              </p:nvSpPr>
              <p:spPr>
                <a:xfrm>
                  <a:off x="360000" y="9597"/>
                  <a:ext cx="119204" cy="117443"/>
                </a:xfrm>
                <a:custGeom>
                  <a:pathLst>
                    <a:path w="119203" h="117442">
                      <a:moveTo>
                        <a:pt x="35255" y="117442"/>
                      </a:moveTo>
                      <a:lnTo>
                        <a:pt x="34191" y="114997"/>
                      </a:lnTo>
                      <a:lnTo>
                        <a:pt x="30200" y="110807"/>
                      </a:lnTo>
                      <a:lnTo>
                        <a:pt x="24268" y="105282"/>
                      </a:lnTo>
                      <a:lnTo>
                        <a:pt x="17303" y="98837"/>
                      </a:lnTo>
                      <a:lnTo>
                        <a:pt x="10385" y="91807"/>
                      </a:lnTo>
                      <a:lnTo>
                        <a:pt x="4545" y="84613"/>
                      </a:lnTo>
                      <a:lnTo>
                        <a:pt x="755" y="77659"/>
                      </a:lnTo>
                      <a:lnTo>
                        <a:pt x="0" y="71341"/>
                      </a:lnTo>
                      <a:lnTo>
                        <a:pt x="3320" y="66007"/>
                      </a:lnTo>
                      <a:lnTo>
                        <a:pt x="11695" y="62070"/>
                      </a:lnTo>
                      <a:lnTo>
                        <a:pt x="16548" y="62305"/>
                      </a:lnTo>
                      <a:lnTo>
                        <a:pt x="21071" y="64801"/>
                      </a:lnTo>
                      <a:lnTo>
                        <a:pt x="25062" y="68738"/>
                      </a:lnTo>
                      <a:lnTo>
                        <a:pt x="28390" y="73297"/>
                      </a:lnTo>
                      <a:lnTo>
                        <a:pt x="30994" y="77627"/>
                      </a:lnTo>
                      <a:lnTo>
                        <a:pt x="32612" y="80981"/>
                      </a:lnTo>
                      <a:lnTo>
                        <a:pt x="43460" y="66985"/>
                      </a:lnTo>
                      <a:lnTo>
                        <a:pt x="53375" y="52730"/>
                      </a:lnTo>
                      <a:lnTo>
                        <a:pt x="62874" y="38880"/>
                      </a:lnTo>
                      <a:lnTo>
                        <a:pt x="72343" y="26129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3" y="0"/>
                      </a:lnTo>
                      <a:lnTo>
                        <a:pt x="119203" y="4"/>
                      </a:lnTo>
                      <a:lnTo>
                        <a:pt x="109208" y="10349"/>
                      </a:lnTo>
                      <a:lnTo>
                        <a:pt x="97922" y="23779"/>
                      </a:lnTo>
                      <a:lnTo>
                        <a:pt x="85964" y="39369"/>
                      </a:lnTo>
                      <a:lnTo>
                        <a:pt x="73846" y="56177"/>
                      </a:lnTo>
                      <a:lnTo>
                        <a:pt x="62135" y="73328"/>
                      </a:lnTo>
                      <a:lnTo>
                        <a:pt x="51472" y="89883"/>
                      </a:lnTo>
                      <a:lnTo>
                        <a:pt x="42281" y="104881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31" name="shape 131"/>
                <p:cNvSpPr/>
                <p:nvPr/>
              </p:nvSpPr>
              <p:spPr>
                <a:xfrm>
                  <a:off x="360870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32" name="shape 132"/>
                <p:cNvSpPr/>
                <p:nvPr/>
              </p:nvSpPr>
              <p:spPr>
                <a:xfrm>
                  <a:off x="540000" y="9596"/>
                  <a:ext cx="119210" cy="117444"/>
                </a:xfrm>
                <a:custGeom>
                  <a:pathLst>
                    <a:path w="119209" h="117443">
                      <a:moveTo>
                        <a:pt x="35255" y="117443"/>
                      </a:move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8" y="105283"/>
                      </a:lnTo>
                      <a:lnTo>
                        <a:pt x="17304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9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5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4" y="39370"/>
                      </a:lnTo>
                      <a:lnTo>
                        <a:pt x="73846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33" name="shape 133"/>
                <p:cNvSpPr/>
                <p:nvPr/>
              </p:nvSpPr>
              <p:spPr>
                <a:xfrm>
                  <a:off x="540870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34" name="shape 134"/>
                <p:cNvSpPr/>
                <p:nvPr/>
              </p:nvSpPr>
              <p:spPr>
                <a:xfrm>
                  <a:off x="720000" y="9596"/>
                  <a:ext cx="119210" cy="117444"/>
                </a:xfrm>
                <a:custGeom>
                  <a:pathLst>
                    <a:path w="119209" h="117443">
                      <a:moveTo>
                        <a:pt x="35255" y="117443"/>
                      </a:move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4" y="39370"/>
                      </a:lnTo>
                      <a:lnTo>
                        <a:pt x="73846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35" name="shape 135"/>
                <p:cNvSpPr/>
                <p:nvPr/>
              </p:nvSpPr>
              <p:spPr>
                <a:xfrm>
                  <a:off x="720871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36" name="shape 136"/>
                <p:cNvSpPr/>
                <p:nvPr/>
              </p:nvSpPr>
              <p:spPr>
                <a:xfrm>
                  <a:off x="900000" y="9596"/>
                  <a:ext cx="119208" cy="117444"/>
                </a:xfrm>
                <a:custGeom>
                  <a:pathLst>
                    <a:path w="119207" h="117443">
                      <a:moveTo>
                        <a:pt x="35255" y="117443"/>
                      </a:move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4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5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7" y="0"/>
                      </a:lnTo>
                      <a:lnTo>
                        <a:pt x="119207" y="1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4" y="39370"/>
                      </a:lnTo>
                      <a:lnTo>
                        <a:pt x="73846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37" name="shape 137"/>
                <p:cNvSpPr/>
                <p:nvPr/>
              </p:nvSpPr>
              <p:spPr>
                <a:xfrm>
                  <a:off x="900870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38" name="shape 138"/>
                <p:cNvSpPr/>
                <p:nvPr/>
              </p:nvSpPr>
              <p:spPr>
                <a:xfrm>
                  <a:off x="1080000" y="9597"/>
                  <a:ext cx="119205" cy="117443"/>
                </a:xfrm>
                <a:custGeom>
                  <a:pathLst>
                    <a:path w="119204" h="117442">
                      <a:moveTo>
                        <a:pt x="35255" y="117442"/>
                      </a:moveTo>
                      <a:lnTo>
                        <a:pt x="34191" y="114997"/>
                      </a:lnTo>
                      <a:lnTo>
                        <a:pt x="30201" y="110807"/>
                      </a:lnTo>
                      <a:lnTo>
                        <a:pt x="24268" y="105282"/>
                      </a:lnTo>
                      <a:lnTo>
                        <a:pt x="17303" y="98837"/>
                      </a:lnTo>
                      <a:lnTo>
                        <a:pt x="10385" y="91807"/>
                      </a:lnTo>
                      <a:lnTo>
                        <a:pt x="4545" y="84613"/>
                      </a:lnTo>
                      <a:lnTo>
                        <a:pt x="754" y="77659"/>
                      </a:lnTo>
                      <a:lnTo>
                        <a:pt x="0" y="71341"/>
                      </a:lnTo>
                      <a:lnTo>
                        <a:pt x="3320" y="66007"/>
                      </a:lnTo>
                      <a:lnTo>
                        <a:pt x="11695" y="62070"/>
                      </a:lnTo>
                      <a:lnTo>
                        <a:pt x="16548" y="62305"/>
                      </a:lnTo>
                      <a:lnTo>
                        <a:pt x="21071" y="64801"/>
                      </a:lnTo>
                      <a:lnTo>
                        <a:pt x="25062" y="68738"/>
                      </a:lnTo>
                      <a:lnTo>
                        <a:pt x="28390" y="73297"/>
                      </a:lnTo>
                      <a:lnTo>
                        <a:pt x="30994" y="77627"/>
                      </a:lnTo>
                      <a:lnTo>
                        <a:pt x="32612" y="80981"/>
                      </a:lnTo>
                      <a:lnTo>
                        <a:pt x="43460" y="66985"/>
                      </a:lnTo>
                      <a:lnTo>
                        <a:pt x="53375" y="52730"/>
                      </a:lnTo>
                      <a:lnTo>
                        <a:pt x="62874" y="38880"/>
                      </a:lnTo>
                      <a:lnTo>
                        <a:pt x="72343" y="26129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4" y="0"/>
                      </a:lnTo>
                      <a:lnTo>
                        <a:pt x="119204" y="3"/>
                      </a:lnTo>
                      <a:lnTo>
                        <a:pt x="109208" y="10349"/>
                      </a:lnTo>
                      <a:lnTo>
                        <a:pt x="97922" y="23779"/>
                      </a:lnTo>
                      <a:lnTo>
                        <a:pt x="85964" y="39369"/>
                      </a:lnTo>
                      <a:lnTo>
                        <a:pt x="73846" y="56177"/>
                      </a:lnTo>
                      <a:lnTo>
                        <a:pt x="62135" y="73328"/>
                      </a:lnTo>
                      <a:lnTo>
                        <a:pt x="51472" y="89883"/>
                      </a:lnTo>
                      <a:lnTo>
                        <a:pt x="42281" y="104881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39" name="shape 139"/>
                <p:cNvSpPr/>
                <p:nvPr/>
              </p:nvSpPr>
              <p:spPr>
                <a:xfrm>
                  <a:off x="1080870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40" name="shape 140"/>
                <p:cNvSpPr/>
                <p:nvPr/>
              </p:nvSpPr>
              <p:spPr>
                <a:xfrm>
                  <a:off x="1260000" y="9597"/>
                  <a:ext cx="119203" cy="117443"/>
                </a:xfrm>
                <a:custGeom>
                  <a:pathLst>
                    <a:path w="119202" h="117442">
                      <a:moveTo>
                        <a:pt x="35255" y="117442"/>
                      </a:moveTo>
                      <a:lnTo>
                        <a:pt x="34191" y="114997"/>
                      </a:lnTo>
                      <a:lnTo>
                        <a:pt x="30201" y="110807"/>
                      </a:lnTo>
                      <a:lnTo>
                        <a:pt x="24268" y="105282"/>
                      </a:lnTo>
                      <a:lnTo>
                        <a:pt x="17304" y="98837"/>
                      </a:lnTo>
                      <a:lnTo>
                        <a:pt x="10385" y="91807"/>
                      </a:lnTo>
                      <a:lnTo>
                        <a:pt x="4545" y="84613"/>
                      </a:lnTo>
                      <a:lnTo>
                        <a:pt x="755" y="77659"/>
                      </a:lnTo>
                      <a:lnTo>
                        <a:pt x="0" y="71341"/>
                      </a:lnTo>
                      <a:lnTo>
                        <a:pt x="3320" y="66007"/>
                      </a:lnTo>
                      <a:lnTo>
                        <a:pt x="11695" y="62070"/>
                      </a:lnTo>
                      <a:lnTo>
                        <a:pt x="16548" y="62305"/>
                      </a:lnTo>
                      <a:lnTo>
                        <a:pt x="21071" y="64801"/>
                      </a:lnTo>
                      <a:lnTo>
                        <a:pt x="25062" y="68738"/>
                      </a:lnTo>
                      <a:lnTo>
                        <a:pt x="28390" y="73297"/>
                      </a:lnTo>
                      <a:lnTo>
                        <a:pt x="30994" y="77627"/>
                      </a:lnTo>
                      <a:lnTo>
                        <a:pt x="32612" y="80981"/>
                      </a:lnTo>
                      <a:lnTo>
                        <a:pt x="43460" y="66985"/>
                      </a:lnTo>
                      <a:lnTo>
                        <a:pt x="53375" y="52730"/>
                      </a:lnTo>
                      <a:lnTo>
                        <a:pt x="62875" y="38880"/>
                      </a:lnTo>
                      <a:lnTo>
                        <a:pt x="72343" y="26129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2" y="0"/>
                      </a:lnTo>
                      <a:lnTo>
                        <a:pt x="119202" y="6"/>
                      </a:lnTo>
                      <a:lnTo>
                        <a:pt x="109208" y="10349"/>
                      </a:lnTo>
                      <a:lnTo>
                        <a:pt x="97922" y="23779"/>
                      </a:lnTo>
                      <a:lnTo>
                        <a:pt x="85964" y="39369"/>
                      </a:lnTo>
                      <a:lnTo>
                        <a:pt x="73846" y="56177"/>
                      </a:lnTo>
                      <a:lnTo>
                        <a:pt x="62135" y="73328"/>
                      </a:lnTo>
                      <a:lnTo>
                        <a:pt x="51472" y="89883"/>
                      </a:lnTo>
                      <a:lnTo>
                        <a:pt x="42281" y="104881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41" name="shape 141"/>
                <p:cNvSpPr/>
                <p:nvPr/>
              </p:nvSpPr>
              <p:spPr>
                <a:xfrm>
                  <a:off x="1260871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42" name="shape 142"/>
                <p:cNvSpPr/>
                <p:nvPr/>
              </p:nvSpPr>
              <p:spPr>
                <a:xfrm>
                  <a:off x="1440000" y="9596"/>
                  <a:ext cx="119210" cy="117444"/>
                </a:xfrm>
                <a:custGeom>
                  <a:pathLst>
                    <a:path w="119209" h="117443">
                      <a:moveTo>
                        <a:pt x="35254" y="117443"/>
                      </a:move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5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43" name="shape 143"/>
                <p:cNvSpPr/>
                <p:nvPr/>
              </p:nvSpPr>
              <p:spPr>
                <a:xfrm>
                  <a:off x="1440871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44" name="shape 144"/>
                <p:cNvSpPr/>
                <p:nvPr/>
              </p:nvSpPr>
              <p:spPr>
                <a:xfrm>
                  <a:off x="1620000" y="9596"/>
                  <a:ext cx="119209" cy="117444"/>
                </a:xfrm>
                <a:custGeom>
                  <a:pathLst>
                    <a:path w="119208" h="117443">
                      <a:moveTo>
                        <a:pt x="35254" y="117443"/>
                      </a:move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5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45" name="shape 145"/>
                <p:cNvSpPr/>
                <p:nvPr/>
              </p:nvSpPr>
              <p:spPr>
                <a:xfrm>
                  <a:off x="1620870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46" name="shape 146"/>
                <p:cNvSpPr/>
                <p:nvPr/>
              </p:nvSpPr>
              <p:spPr>
                <a:xfrm>
                  <a:off x="1800000" y="9596"/>
                  <a:ext cx="119206" cy="117444"/>
                </a:xfrm>
                <a:custGeom>
                  <a:pathLst>
                    <a:path w="119205" h="117443">
                      <a:moveTo>
                        <a:pt x="35255" y="117443"/>
                      </a:move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5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5" y="0"/>
                      </a:lnTo>
                      <a:lnTo>
                        <a:pt x="119205" y="3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5" y="39370"/>
                      </a:lnTo>
                      <a:lnTo>
                        <a:pt x="73846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47" name="shape 147"/>
                <p:cNvSpPr/>
                <p:nvPr/>
              </p:nvSpPr>
              <p:spPr>
                <a:xfrm>
                  <a:off x="1800870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48" name="shape 148"/>
                <p:cNvSpPr/>
                <p:nvPr/>
              </p:nvSpPr>
              <p:spPr>
                <a:xfrm>
                  <a:off x="1980000" y="9596"/>
                  <a:ext cx="119210" cy="117444"/>
                </a:xfrm>
                <a:custGeom>
                  <a:pathLst>
                    <a:path w="119209" h="117443">
                      <a:moveTo>
                        <a:pt x="35255" y="117443"/>
                      </a:move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8" y="105283"/>
                      </a:lnTo>
                      <a:lnTo>
                        <a:pt x="17304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9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5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5" y="39370"/>
                      </a:lnTo>
                      <a:lnTo>
                        <a:pt x="73846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49" name="shape 149"/>
                <p:cNvSpPr/>
                <p:nvPr/>
              </p:nvSpPr>
              <p:spPr>
                <a:xfrm>
                  <a:off x="1980871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50" name="shape 150"/>
                <p:cNvSpPr/>
                <p:nvPr/>
              </p:nvSpPr>
              <p:spPr>
                <a:xfrm>
                  <a:off x="2160000" y="9597"/>
                  <a:ext cx="119201" cy="117443"/>
                </a:xfrm>
                <a:custGeom>
                  <a:pathLst>
                    <a:path w="119200" h="117442">
                      <a:moveTo>
                        <a:pt x="35255" y="117442"/>
                      </a:moveTo>
                      <a:lnTo>
                        <a:pt x="34191" y="114997"/>
                      </a:lnTo>
                      <a:lnTo>
                        <a:pt x="30201" y="110807"/>
                      </a:lnTo>
                      <a:lnTo>
                        <a:pt x="24268" y="105282"/>
                      </a:lnTo>
                      <a:lnTo>
                        <a:pt x="17304" y="98837"/>
                      </a:lnTo>
                      <a:lnTo>
                        <a:pt x="10385" y="91807"/>
                      </a:lnTo>
                      <a:lnTo>
                        <a:pt x="4545" y="84613"/>
                      </a:lnTo>
                      <a:lnTo>
                        <a:pt x="755" y="77659"/>
                      </a:lnTo>
                      <a:lnTo>
                        <a:pt x="0" y="71341"/>
                      </a:lnTo>
                      <a:lnTo>
                        <a:pt x="3320" y="66007"/>
                      </a:lnTo>
                      <a:lnTo>
                        <a:pt x="11695" y="62070"/>
                      </a:lnTo>
                      <a:lnTo>
                        <a:pt x="16549" y="62305"/>
                      </a:lnTo>
                      <a:lnTo>
                        <a:pt x="21071" y="64801"/>
                      </a:lnTo>
                      <a:lnTo>
                        <a:pt x="25062" y="68738"/>
                      </a:lnTo>
                      <a:lnTo>
                        <a:pt x="28390" y="73297"/>
                      </a:lnTo>
                      <a:lnTo>
                        <a:pt x="30994" y="77627"/>
                      </a:lnTo>
                      <a:lnTo>
                        <a:pt x="32612" y="80981"/>
                      </a:lnTo>
                      <a:lnTo>
                        <a:pt x="43460" y="66985"/>
                      </a:lnTo>
                      <a:lnTo>
                        <a:pt x="53375" y="52730"/>
                      </a:lnTo>
                      <a:lnTo>
                        <a:pt x="62875" y="38880"/>
                      </a:lnTo>
                      <a:lnTo>
                        <a:pt x="72343" y="26129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0" y="0"/>
                      </a:lnTo>
                      <a:lnTo>
                        <a:pt x="119200" y="8"/>
                      </a:lnTo>
                      <a:lnTo>
                        <a:pt x="109208" y="10349"/>
                      </a:lnTo>
                      <a:lnTo>
                        <a:pt x="97922" y="23779"/>
                      </a:lnTo>
                      <a:lnTo>
                        <a:pt x="85965" y="39369"/>
                      </a:lnTo>
                      <a:lnTo>
                        <a:pt x="73846" y="56177"/>
                      </a:lnTo>
                      <a:lnTo>
                        <a:pt x="62135" y="73328"/>
                      </a:lnTo>
                      <a:lnTo>
                        <a:pt x="51472" y="89883"/>
                      </a:lnTo>
                      <a:lnTo>
                        <a:pt x="42281" y="104881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51" name="shape 151"/>
                <p:cNvSpPr/>
                <p:nvPr/>
              </p:nvSpPr>
              <p:spPr>
                <a:xfrm>
                  <a:off x="2160871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52" name="shape 152"/>
                <p:cNvSpPr/>
                <p:nvPr/>
              </p:nvSpPr>
              <p:spPr>
                <a:xfrm>
                  <a:off x="2340000" y="9596"/>
                  <a:ext cx="119210" cy="117444"/>
                </a:xfrm>
                <a:custGeom>
                  <a:pathLst>
                    <a:path w="119209" h="117443">
                      <a:moveTo>
                        <a:pt x="35254" y="117443"/>
                      </a:move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53" name="shape 153"/>
                <p:cNvSpPr/>
                <p:nvPr/>
              </p:nvSpPr>
              <p:spPr>
                <a:xfrm>
                  <a:off x="2340870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54" name="shape 154"/>
                <p:cNvSpPr/>
                <p:nvPr/>
              </p:nvSpPr>
              <p:spPr>
                <a:xfrm>
                  <a:off x="2520000" y="9596"/>
                  <a:ext cx="119210" cy="117444"/>
                </a:xfrm>
                <a:custGeom>
                  <a:pathLst>
                    <a:path w="119209" h="117443">
                      <a:moveTo>
                        <a:pt x="35255" y="117443"/>
                      </a:move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5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5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2" y="23780"/>
                      </a:lnTo>
                      <a:lnTo>
                        <a:pt x="85965" y="39370"/>
                      </a:lnTo>
                      <a:lnTo>
                        <a:pt x="73846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55" name="shape 155"/>
                <p:cNvSpPr/>
                <p:nvPr/>
              </p:nvSpPr>
              <p:spPr>
                <a:xfrm>
                  <a:off x="2520871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56" name="shape 156"/>
                <p:cNvSpPr/>
                <p:nvPr/>
              </p:nvSpPr>
              <p:spPr>
                <a:xfrm>
                  <a:off x="2700000" y="9596"/>
                  <a:ext cx="119209" cy="117444"/>
                </a:xfrm>
                <a:custGeom>
                  <a:pathLst>
                    <a:path w="119209" h="117443">
                      <a:moveTo>
                        <a:pt x="35254" y="117443"/>
                      </a:move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57" name="shape 157"/>
                <p:cNvSpPr/>
                <p:nvPr/>
              </p:nvSpPr>
              <p:spPr>
                <a:xfrm>
                  <a:off x="2700871" y="0"/>
                  <a:ext cx="126239" cy="126226"/>
                </a:xfrm>
                <a:custGeom>
                  <a:pathLst>
                    <a:path w="126238" h="126225">
                      <a:moveTo>
                        <a:pt x="126238" y="19075"/>
                      </a:moveTo>
                      <a:lnTo>
                        <a:pt x="107162" y="0"/>
                      </a:lnTo>
                      <a:lnTo>
                        <a:pt x="63119" y="44043"/>
                      </a:lnTo>
                      <a:lnTo>
                        <a:pt x="19075" y="0"/>
                      </a:lnTo>
                      <a:lnTo>
                        <a:pt x="0" y="19075"/>
                      </a:lnTo>
                      <a:lnTo>
                        <a:pt x="44043" y="63119"/>
                      </a:lnTo>
                      <a:lnTo>
                        <a:pt x="0" y="107162"/>
                      </a:lnTo>
                      <a:lnTo>
                        <a:pt x="19075" y="126225"/>
                      </a:lnTo>
                      <a:lnTo>
                        <a:pt x="63119" y="82181"/>
                      </a:lnTo>
                      <a:lnTo>
                        <a:pt x="107162" y="126225"/>
                      </a:lnTo>
                      <a:lnTo>
                        <a:pt x="126238" y="107162"/>
                      </a:lnTo>
                      <a:lnTo>
                        <a:pt x="82194" y="63119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</p:grpSp>
          <p:pic>
            <p:nvPicPr>
              <p:cNvPr id="158" name="shape 158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66454" y="159251"/>
                <a:ext cx="1258825" cy="826008"/>
              </a:xfrm>
              <a:prstGeom prst="rect"/>
            </p:spPr>
          </p:pic>
          <p:pic>
            <p:nvPicPr>
              <p:cNvPr id="159" name="shape 159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164015" y="1208523"/>
                <a:ext cx="2881313" cy="180975"/>
              </a:xfrm>
              <a:prstGeom prst="rect"/>
            </p:spPr>
          </p:pic>
          <p:pic>
            <p:nvPicPr>
              <p:cNvPr id="160" name="shape 160"/>
              <p:cNvPicPr>
                <a:picLocks noChangeAspect="1"/>
              </p:cNvPicPr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1775217" y="152971"/>
                <a:ext cx="1258854" cy="829075"/>
              </a:xfrm>
              <a:prstGeom prst="rect"/>
            </p:spPr>
          </p:pic>
          <p:sp>
            <p:nvSpPr>
              <p:cNvPr id="161" name="shape 161"/>
              <p:cNvSpPr/>
              <p:nvPr/>
            </p:nvSpPr>
            <p:spPr>
              <a:xfrm>
                <a:off x="405369" y="1528397"/>
                <a:ext cx="71997" cy="71997"/>
              </a:xfrm>
              <a:custGeom>
                <a:pathLst>
                  <a:path w="71996" h="71996">
                    <a:moveTo>
                      <a:pt x="71996" y="10883"/>
                    </a:moveTo>
                    <a:lnTo>
                      <a:pt x="61112" y="0"/>
                    </a:lnTo>
                    <a:lnTo>
                      <a:pt x="35991" y="25120"/>
                    </a:lnTo>
                    <a:lnTo>
                      <a:pt x="10871" y="0"/>
                    </a:lnTo>
                    <a:lnTo>
                      <a:pt x="0" y="10883"/>
                    </a:lnTo>
                    <a:lnTo>
                      <a:pt x="25120" y="36004"/>
                    </a:lnTo>
                    <a:lnTo>
                      <a:pt x="0" y="61125"/>
                    </a:lnTo>
                    <a:lnTo>
                      <a:pt x="10871" y="71996"/>
                    </a:lnTo>
                    <a:lnTo>
                      <a:pt x="35991" y="46875"/>
                    </a:lnTo>
                    <a:lnTo>
                      <a:pt x="61112" y="71996"/>
                    </a:lnTo>
                    <a:lnTo>
                      <a:pt x="71996" y="61125"/>
                    </a:lnTo>
                    <a:lnTo>
                      <a:pt x="46875" y="3600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2" name="shape 162"/>
              <p:cNvSpPr/>
              <p:nvPr/>
            </p:nvSpPr>
            <p:spPr>
              <a:xfrm>
                <a:off x="1815688" y="1524846"/>
                <a:ext cx="70930" cy="69879"/>
              </a:xfrm>
              <a:custGeom>
                <a:pathLst>
                  <a:path w="70929" h="69878">
                    <a:moveTo>
                      <a:pt x="20976" y="69878"/>
                    </a:moveTo>
                    <a:lnTo>
                      <a:pt x="20343" y="68424"/>
                    </a:lnTo>
                    <a:lnTo>
                      <a:pt x="17969" y="65930"/>
                    </a:lnTo>
                    <a:lnTo>
                      <a:pt x="14439" y="62643"/>
                    </a:lnTo>
                    <a:lnTo>
                      <a:pt x="10295" y="58808"/>
                    </a:lnTo>
                    <a:lnTo>
                      <a:pt x="6179" y="54625"/>
                    </a:lnTo>
                    <a:lnTo>
                      <a:pt x="2704" y="50345"/>
                    </a:lnTo>
                    <a:lnTo>
                      <a:pt x="449" y="46207"/>
                    </a:lnTo>
                    <a:lnTo>
                      <a:pt x="0" y="42448"/>
                    </a:lnTo>
                    <a:lnTo>
                      <a:pt x="1975" y="39274"/>
                    </a:lnTo>
                    <a:lnTo>
                      <a:pt x="6958" y="36932"/>
                    </a:lnTo>
                    <a:lnTo>
                      <a:pt x="9846" y="37071"/>
                    </a:lnTo>
                    <a:lnTo>
                      <a:pt x="12537" y="38557"/>
                    </a:lnTo>
                    <a:lnTo>
                      <a:pt x="14911" y="40899"/>
                    </a:lnTo>
                    <a:lnTo>
                      <a:pt x="16892" y="43612"/>
                    </a:lnTo>
                    <a:lnTo>
                      <a:pt x="18441" y="46189"/>
                    </a:lnTo>
                    <a:lnTo>
                      <a:pt x="19404" y="48183"/>
                    </a:lnTo>
                    <a:lnTo>
                      <a:pt x="25858" y="39856"/>
                    </a:lnTo>
                    <a:lnTo>
                      <a:pt x="31758" y="31375"/>
                    </a:lnTo>
                    <a:lnTo>
                      <a:pt x="37410" y="23134"/>
                    </a:lnTo>
                    <a:lnTo>
                      <a:pt x="43044" y="15548"/>
                    </a:lnTo>
                    <a:lnTo>
                      <a:pt x="48948" y="9037"/>
                    </a:lnTo>
                    <a:lnTo>
                      <a:pt x="55398" y="3993"/>
                    </a:lnTo>
                    <a:lnTo>
                      <a:pt x="62650" y="838"/>
                    </a:lnTo>
                    <a:lnTo>
                      <a:pt x="70929" y="0"/>
                    </a:lnTo>
                    <a:lnTo>
                      <a:pt x="64979" y="6158"/>
                    </a:lnTo>
                    <a:lnTo>
                      <a:pt x="58263" y="14149"/>
                    </a:lnTo>
                    <a:lnTo>
                      <a:pt x="51148" y="23425"/>
                    </a:lnTo>
                    <a:lnTo>
                      <a:pt x="43938" y="33426"/>
                    </a:lnTo>
                    <a:lnTo>
                      <a:pt x="36970" y="43631"/>
                    </a:lnTo>
                    <a:lnTo>
                      <a:pt x="30626" y="53480"/>
                    </a:lnTo>
                    <a:lnTo>
                      <a:pt x="25157" y="62405"/>
                    </a:lnTo>
                    <a:close/>
                  </a:path>
                </a:pathLst>
              </a:custGeom>
              <a:solidFill>
                <a:srgbClr val="00652E"/>
              </a:solidFill>
            </p:spPr>
          </p:sp>
        </p:grpSp>
      </p:grpSp>
      <p:grpSp>
        <p:nvGrpSpPr>
          <p:cNvPr id="163" name="shape 163"/>
          <p:cNvGrpSpPr/>
          <p:nvPr/>
        </p:nvGrpSpPr>
        <p:grpSpPr>
          <a:xfrm>
            <a:off x="3952947" y="7787840"/>
            <a:ext cx="3191294" cy="1751305"/>
            <a:chOff x="0" y="0"/>
            <a:chExt cx="3191294" cy="1751305"/>
          </a:xfrm>
        </p:grpSpPr>
        <p:grpSp>
          <p:nvGrpSpPr>
            <p:cNvPr id="164" name="shape 164"/>
            <p:cNvGrpSpPr/>
            <p:nvPr/>
          </p:nvGrpSpPr>
          <p:grpSpPr>
            <a:xfrm>
              <a:off x="0" y="0"/>
              <a:ext cx="3191294" cy="1751305"/>
              <a:chOff x="0" y="0"/>
              <a:chExt cx="3191294" cy="1751305"/>
            </a:xfrm>
          </p:grpSpPr>
          <p:grpSp>
            <p:nvGrpSpPr>
              <p:cNvPr id="165" name="shape 165"/>
              <p:cNvGrpSpPr/>
              <p:nvPr/>
            </p:nvGrpSpPr>
            <p:grpSpPr>
              <a:xfrm>
                <a:off x="1845906" y="677649"/>
                <a:ext cx="254216" cy="254077"/>
                <a:chOff x="0" y="0"/>
                <a:chExt cx="254215" cy="254077"/>
              </a:xfrm>
            </p:grpSpPr>
            <p:sp>
              <p:nvSpPr>
                <p:cNvPr id="166" name="shape 166"/>
                <p:cNvSpPr/>
                <p:nvPr/>
              </p:nvSpPr>
              <p:spPr>
                <a:xfrm>
                  <a:off x="0" y="19193"/>
                  <a:ext cx="238420" cy="234885"/>
                </a:xfrm>
                <a:custGeom>
                  <a:pathLst>
                    <a:path w="238419" h="234884">
                      <a:moveTo>
                        <a:pt x="70511" y="234884"/>
                      </a:moveTo>
                      <a:lnTo>
                        <a:pt x="70508" y="234884"/>
                      </a:lnTo>
                      <a:lnTo>
                        <a:pt x="68383" y="229997"/>
                      </a:lnTo>
                      <a:lnTo>
                        <a:pt x="60402" y="221615"/>
                      </a:lnTo>
                      <a:lnTo>
                        <a:pt x="48537" y="210566"/>
                      </a:lnTo>
                      <a:lnTo>
                        <a:pt x="34607" y="197675"/>
                      </a:lnTo>
                      <a:lnTo>
                        <a:pt x="20770" y="183616"/>
                      </a:lnTo>
                      <a:lnTo>
                        <a:pt x="9090" y="169227"/>
                      </a:lnTo>
                      <a:lnTo>
                        <a:pt x="1509" y="155321"/>
                      </a:lnTo>
                      <a:lnTo>
                        <a:pt x="0" y="142685"/>
                      </a:lnTo>
                      <a:lnTo>
                        <a:pt x="6640" y="132016"/>
                      </a:lnTo>
                      <a:lnTo>
                        <a:pt x="23390" y="124142"/>
                      </a:lnTo>
                      <a:lnTo>
                        <a:pt x="33097" y="124612"/>
                      </a:lnTo>
                      <a:lnTo>
                        <a:pt x="42142" y="129603"/>
                      </a:lnTo>
                      <a:lnTo>
                        <a:pt x="50124" y="137477"/>
                      </a:lnTo>
                      <a:lnTo>
                        <a:pt x="56781" y="146596"/>
                      </a:lnTo>
                      <a:lnTo>
                        <a:pt x="61989" y="155257"/>
                      </a:lnTo>
                      <a:lnTo>
                        <a:pt x="65224" y="161963"/>
                      </a:lnTo>
                      <a:lnTo>
                        <a:pt x="86920" y="133972"/>
                      </a:lnTo>
                      <a:lnTo>
                        <a:pt x="106751" y="105461"/>
                      </a:lnTo>
                      <a:lnTo>
                        <a:pt x="125750" y="77762"/>
                      </a:lnTo>
                      <a:lnTo>
                        <a:pt x="144688" y="52261"/>
                      </a:lnTo>
                      <a:lnTo>
                        <a:pt x="164534" y="30378"/>
                      </a:lnTo>
                      <a:lnTo>
                        <a:pt x="186214" y="13423"/>
                      </a:lnTo>
                      <a:lnTo>
                        <a:pt x="210591" y="2819"/>
                      </a:lnTo>
                      <a:lnTo>
                        <a:pt x="238419" y="0"/>
                      </a:lnTo>
                      <a:lnTo>
                        <a:pt x="218418" y="20701"/>
                      </a:lnTo>
                      <a:lnTo>
                        <a:pt x="195844" y="47561"/>
                      </a:lnTo>
                      <a:lnTo>
                        <a:pt x="171930" y="78740"/>
                      </a:lnTo>
                      <a:lnTo>
                        <a:pt x="147692" y="112357"/>
                      </a:lnTo>
                      <a:lnTo>
                        <a:pt x="124271" y="146660"/>
                      </a:lnTo>
                      <a:lnTo>
                        <a:pt x="102945" y="179768"/>
                      </a:lnTo>
                      <a:lnTo>
                        <a:pt x="84563" y="209766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67" name="shape 167"/>
                <p:cNvSpPr/>
                <p:nvPr/>
              </p:nvSpPr>
              <p:spPr>
                <a:xfrm>
                  <a:off x="1752" y="0"/>
                  <a:ext cx="252464" cy="252439"/>
                </a:xfrm>
                <a:custGeom>
                  <a:pathLst>
                    <a:path w="252463" h="252438">
                      <a:moveTo>
                        <a:pt x="214312" y="252438"/>
                      </a:moveTo>
                      <a:lnTo>
                        <a:pt x="126237" y="164363"/>
                      </a:lnTo>
                      <a:lnTo>
                        <a:pt x="38150" y="252438"/>
                      </a:lnTo>
                      <a:lnTo>
                        <a:pt x="0" y="214312"/>
                      </a:lnTo>
                      <a:lnTo>
                        <a:pt x="88087" y="126238"/>
                      </a:lnTo>
                      <a:lnTo>
                        <a:pt x="0" y="38151"/>
                      </a:lnTo>
                      <a:lnTo>
                        <a:pt x="38150" y="0"/>
                      </a:lnTo>
                      <a:lnTo>
                        <a:pt x="126237" y="88087"/>
                      </a:lnTo>
                      <a:lnTo>
                        <a:pt x="214312" y="0"/>
                      </a:lnTo>
                      <a:lnTo>
                        <a:pt x="252463" y="38151"/>
                      </a:lnTo>
                      <a:lnTo>
                        <a:pt x="164376" y="126238"/>
                      </a:lnTo>
                      <a:lnTo>
                        <a:pt x="252463" y="21431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</p:grpSp>
          <p:sp>
            <p:nvSpPr>
              <p:cNvPr id="168" name="shape 168"/>
              <p:cNvSpPr/>
              <p:nvPr/>
            </p:nvSpPr>
            <p:spPr>
              <a:xfrm>
                <a:off x="405372" y="1528396"/>
                <a:ext cx="71997" cy="71997"/>
              </a:xfrm>
              <a:custGeom>
                <a:pathLst>
                  <a:path w="71996" h="71996">
                    <a:moveTo>
                      <a:pt x="61112" y="71996"/>
                    </a:moveTo>
                    <a:lnTo>
                      <a:pt x="35991" y="46875"/>
                    </a:lnTo>
                    <a:lnTo>
                      <a:pt x="10871" y="71996"/>
                    </a:lnTo>
                    <a:lnTo>
                      <a:pt x="0" y="61125"/>
                    </a:lnTo>
                    <a:lnTo>
                      <a:pt x="25120" y="36004"/>
                    </a:lnTo>
                    <a:lnTo>
                      <a:pt x="0" y="10883"/>
                    </a:lnTo>
                    <a:lnTo>
                      <a:pt x="10871" y="0"/>
                    </a:lnTo>
                    <a:lnTo>
                      <a:pt x="35991" y="25120"/>
                    </a:lnTo>
                    <a:lnTo>
                      <a:pt x="61112" y="0"/>
                    </a:lnTo>
                    <a:lnTo>
                      <a:pt x="71996" y="10883"/>
                    </a:lnTo>
                    <a:lnTo>
                      <a:pt x="46875" y="36004"/>
                    </a:lnTo>
                    <a:lnTo>
                      <a:pt x="71996" y="611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9" name="shape 169"/>
              <p:cNvSpPr/>
              <p:nvPr/>
            </p:nvSpPr>
            <p:spPr>
              <a:xfrm>
                <a:off x="1815690" y="1524847"/>
                <a:ext cx="70930" cy="69879"/>
              </a:xfrm>
              <a:custGeom>
                <a:pathLst>
                  <a:path w="70929" h="69878">
                    <a:moveTo>
                      <a:pt x="70929" y="0"/>
                    </a:moveTo>
                    <a:lnTo>
                      <a:pt x="62650" y="838"/>
                    </a:lnTo>
                    <a:lnTo>
                      <a:pt x="55398" y="3992"/>
                    </a:lnTo>
                    <a:lnTo>
                      <a:pt x="48948" y="9037"/>
                    </a:lnTo>
                    <a:lnTo>
                      <a:pt x="43044" y="15548"/>
                    </a:lnTo>
                    <a:lnTo>
                      <a:pt x="37410" y="23134"/>
                    </a:lnTo>
                    <a:lnTo>
                      <a:pt x="31758" y="31375"/>
                    </a:lnTo>
                    <a:lnTo>
                      <a:pt x="25858" y="39856"/>
                    </a:lnTo>
                    <a:lnTo>
                      <a:pt x="19404" y="48183"/>
                    </a:lnTo>
                    <a:lnTo>
                      <a:pt x="18441" y="46189"/>
                    </a:lnTo>
                    <a:lnTo>
                      <a:pt x="16891" y="43612"/>
                    </a:lnTo>
                    <a:lnTo>
                      <a:pt x="14912" y="40899"/>
                    </a:lnTo>
                    <a:lnTo>
                      <a:pt x="12537" y="38557"/>
                    </a:lnTo>
                    <a:lnTo>
                      <a:pt x="9846" y="37071"/>
                    </a:lnTo>
                    <a:lnTo>
                      <a:pt x="6958" y="36932"/>
                    </a:lnTo>
                    <a:lnTo>
                      <a:pt x="1975" y="39274"/>
                    </a:lnTo>
                    <a:lnTo>
                      <a:pt x="0" y="42448"/>
                    </a:lnTo>
                    <a:lnTo>
                      <a:pt x="449" y="46207"/>
                    </a:lnTo>
                    <a:lnTo>
                      <a:pt x="2704" y="50345"/>
                    </a:lnTo>
                    <a:lnTo>
                      <a:pt x="6179" y="54625"/>
                    </a:lnTo>
                    <a:lnTo>
                      <a:pt x="10295" y="58808"/>
                    </a:lnTo>
                    <a:lnTo>
                      <a:pt x="14439" y="62643"/>
                    </a:lnTo>
                    <a:lnTo>
                      <a:pt x="17969" y="65930"/>
                    </a:lnTo>
                    <a:lnTo>
                      <a:pt x="20344" y="68424"/>
                    </a:lnTo>
                    <a:lnTo>
                      <a:pt x="20976" y="69878"/>
                    </a:lnTo>
                    <a:lnTo>
                      <a:pt x="25157" y="62405"/>
                    </a:lnTo>
                    <a:lnTo>
                      <a:pt x="30626" y="53480"/>
                    </a:lnTo>
                    <a:lnTo>
                      <a:pt x="36970" y="43631"/>
                    </a:lnTo>
                    <a:lnTo>
                      <a:pt x="43938" y="33426"/>
                    </a:lnTo>
                    <a:lnTo>
                      <a:pt x="51148" y="23425"/>
                    </a:lnTo>
                    <a:lnTo>
                      <a:pt x="58263" y="14149"/>
                    </a:lnTo>
                    <a:lnTo>
                      <a:pt x="64979" y="6158"/>
                    </a:lnTo>
                    <a:close/>
                  </a:path>
                </a:pathLst>
              </a:custGeom>
              <a:solidFill>
                <a:srgbClr val="00652E"/>
              </a:solidFill>
            </p:spPr>
          </p:sp>
          <p:pic>
            <p:nvPicPr>
              <p:cNvPr id="170" name="shape 170"/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1782416" y="152971"/>
                <a:ext cx="1258854" cy="829075"/>
              </a:xfrm>
              <a:prstGeom prst="rect"/>
            </p:spPr>
          </p:pic>
          <p:grpSp>
            <p:nvGrpSpPr>
              <p:cNvPr id="171" name="shape 171"/>
              <p:cNvGrpSpPr/>
              <p:nvPr/>
            </p:nvGrpSpPr>
            <p:grpSpPr>
              <a:xfrm>
                <a:off x="227814" y="677649"/>
                <a:ext cx="254216" cy="254077"/>
                <a:chOff x="0" y="0"/>
                <a:chExt cx="254216" cy="254077"/>
              </a:xfrm>
            </p:grpSpPr>
            <p:sp>
              <p:nvSpPr>
                <p:cNvPr id="172" name="shape 172"/>
                <p:cNvSpPr/>
                <p:nvPr/>
              </p:nvSpPr>
              <p:spPr>
                <a:xfrm>
                  <a:off x="0" y="19193"/>
                  <a:ext cx="238420" cy="234885"/>
                </a:xfrm>
                <a:custGeom>
                  <a:pathLst>
                    <a:path w="238419" h="234884">
                      <a:moveTo>
                        <a:pt x="70511" y="234884"/>
                      </a:moveTo>
                      <a:lnTo>
                        <a:pt x="70508" y="234884"/>
                      </a:lnTo>
                      <a:lnTo>
                        <a:pt x="68383" y="229997"/>
                      </a:lnTo>
                      <a:lnTo>
                        <a:pt x="60402" y="221615"/>
                      </a:lnTo>
                      <a:lnTo>
                        <a:pt x="48537" y="210566"/>
                      </a:lnTo>
                      <a:lnTo>
                        <a:pt x="34607" y="197675"/>
                      </a:lnTo>
                      <a:lnTo>
                        <a:pt x="20770" y="183616"/>
                      </a:lnTo>
                      <a:lnTo>
                        <a:pt x="9090" y="169227"/>
                      </a:lnTo>
                      <a:lnTo>
                        <a:pt x="1509" y="155321"/>
                      </a:lnTo>
                      <a:lnTo>
                        <a:pt x="0" y="142685"/>
                      </a:lnTo>
                      <a:lnTo>
                        <a:pt x="6641" y="132016"/>
                      </a:lnTo>
                      <a:lnTo>
                        <a:pt x="23390" y="124142"/>
                      </a:lnTo>
                      <a:lnTo>
                        <a:pt x="33097" y="124612"/>
                      </a:lnTo>
                      <a:lnTo>
                        <a:pt x="42142" y="129603"/>
                      </a:lnTo>
                      <a:lnTo>
                        <a:pt x="50124" y="137477"/>
                      </a:lnTo>
                      <a:lnTo>
                        <a:pt x="56781" y="146596"/>
                      </a:lnTo>
                      <a:lnTo>
                        <a:pt x="61989" y="155257"/>
                      </a:lnTo>
                      <a:lnTo>
                        <a:pt x="65224" y="161963"/>
                      </a:lnTo>
                      <a:lnTo>
                        <a:pt x="86920" y="133972"/>
                      </a:lnTo>
                      <a:lnTo>
                        <a:pt x="106751" y="105461"/>
                      </a:lnTo>
                      <a:lnTo>
                        <a:pt x="125750" y="77762"/>
                      </a:lnTo>
                      <a:lnTo>
                        <a:pt x="144688" y="52261"/>
                      </a:lnTo>
                      <a:lnTo>
                        <a:pt x="164534" y="30378"/>
                      </a:lnTo>
                      <a:lnTo>
                        <a:pt x="186214" y="13423"/>
                      </a:lnTo>
                      <a:lnTo>
                        <a:pt x="210591" y="2819"/>
                      </a:lnTo>
                      <a:lnTo>
                        <a:pt x="238419" y="0"/>
                      </a:lnTo>
                      <a:lnTo>
                        <a:pt x="218419" y="20701"/>
                      </a:lnTo>
                      <a:lnTo>
                        <a:pt x="195845" y="47561"/>
                      </a:lnTo>
                      <a:lnTo>
                        <a:pt x="171930" y="78740"/>
                      </a:lnTo>
                      <a:lnTo>
                        <a:pt x="147692" y="112357"/>
                      </a:lnTo>
                      <a:lnTo>
                        <a:pt x="124271" y="146660"/>
                      </a:lnTo>
                      <a:lnTo>
                        <a:pt x="102945" y="179768"/>
                      </a:lnTo>
                      <a:lnTo>
                        <a:pt x="84563" y="209766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73" name="shape 173"/>
                <p:cNvSpPr/>
                <p:nvPr/>
              </p:nvSpPr>
              <p:spPr>
                <a:xfrm>
                  <a:off x="1753" y="0"/>
                  <a:ext cx="252464" cy="252439"/>
                </a:xfrm>
                <a:custGeom>
                  <a:pathLst>
                    <a:path w="252463" h="252438">
                      <a:moveTo>
                        <a:pt x="214312" y="252438"/>
                      </a:moveTo>
                      <a:lnTo>
                        <a:pt x="126237" y="164363"/>
                      </a:lnTo>
                      <a:lnTo>
                        <a:pt x="38150" y="252438"/>
                      </a:lnTo>
                      <a:lnTo>
                        <a:pt x="0" y="214312"/>
                      </a:lnTo>
                      <a:lnTo>
                        <a:pt x="88087" y="126238"/>
                      </a:lnTo>
                      <a:lnTo>
                        <a:pt x="0" y="38151"/>
                      </a:lnTo>
                      <a:lnTo>
                        <a:pt x="38150" y="0"/>
                      </a:lnTo>
                      <a:lnTo>
                        <a:pt x="126237" y="88087"/>
                      </a:lnTo>
                      <a:lnTo>
                        <a:pt x="214312" y="0"/>
                      </a:lnTo>
                      <a:lnTo>
                        <a:pt x="252463" y="38151"/>
                      </a:lnTo>
                      <a:lnTo>
                        <a:pt x="164376" y="126238"/>
                      </a:lnTo>
                      <a:lnTo>
                        <a:pt x="252463" y="21431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</p:grpSp>
          <p:pic>
            <p:nvPicPr>
              <p:cNvPr id="174" name="shape 174"/>
              <p:cNvPicPr>
                <a:picLocks noChangeAspect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166453" y="159251"/>
                <a:ext cx="1258825" cy="826008"/>
              </a:xfrm>
              <a:prstGeom prst="rect"/>
            </p:spPr>
          </p:pic>
          <p:grpSp>
            <p:nvGrpSpPr>
              <p:cNvPr id="175" name="shape 175"/>
              <p:cNvGrpSpPr/>
              <p:nvPr/>
            </p:nvGrpSpPr>
            <p:grpSpPr>
              <a:xfrm>
                <a:off x="190479" y="1233129"/>
                <a:ext cx="2827108" cy="127040"/>
                <a:chOff x="0" y="0"/>
                <a:chExt cx="2827108" cy="127040"/>
              </a:xfrm>
            </p:grpSpPr>
            <p:sp>
              <p:nvSpPr>
                <p:cNvPr id="176" name="shape 176"/>
                <p:cNvSpPr/>
                <p:nvPr/>
              </p:nvSpPr>
              <p:spPr>
                <a:xfrm>
                  <a:off x="0" y="9597"/>
                  <a:ext cx="119209" cy="117443"/>
                </a:xfrm>
                <a:custGeom>
                  <a:pathLst>
                    <a:path w="119209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9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77" name="shape 177"/>
                <p:cNvSpPr/>
                <p:nvPr/>
              </p:nvSpPr>
              <p:spPr>
                <a:xfrm>
                  <a:off x="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78" name="shape 178"/>
                <p:cNvSpPr/>
                <p:nvPr/>
              </p:nvSpPr>
              <p:spPr>
                <a:xfrm>
                  <a:off x="180000" y="9597"/>
                  <a:ext cx="119209" cy="117443"/>
                </a:xfrm>
                <a:custGeom>
                  <a:pathLst>
                    <a:path w="119208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19208" y="0"/>
                      </a:lnTo>
                      <a:lnTo>
                        <a:pt x="109209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79" name="shape 179"/>
                <p:cNvSpPr/>
                <p:nvPr/>
              </p:nvSpPr>
              <p:spPr>
                <a:xfrm>
                  <a:off x="18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80" name="shape 180"/>
                <p:cNvSpPr/>
                <p:nvPr/>
              </p:nvSpPr>
              <p:spPr>
                <a:xfrm>
                  <a:off x="360001" y="9597"/>
                  <a:ext cx="119209" cy="117443"/>
                </a:xfrm>
                <a:custGeom>
                  <a:pathLst>
                    <a:path w="119208" h="117442">
                      <a:moveTo>
                        <a:pt x="35254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4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89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4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81" name="shape 181"/>
                <p:cNvSpPr/>
                <p:nvPr/>
              </p:nvSpPr>
              <p:spPr>
                <a:xfrm>
                  <a:off x="36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82" name="shape 182"/>
                <p:cNvSpPr/>
                <p:nvPr/>
              </p:nvSpPr>
              <p:spPr>
                <a:xfrm>
                  <a:off x="540000" y="9597"/>
                  <a:ext cx="119209" cy="117443"/>
                </a:xfrm>
                <a:custGeom>
                  <a:pathLst>
                    <a:path w="119208" h="117442">
                      <a:moveTo>
                        <a:pt x="35254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4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89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83" name="shape 183"/>
                <p:cNvSpPr/>
                <p:nvPr/>
              </p:nvSpPr>
              <p:spPr>
                <a:xfrm>
                  <a:off x="540871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84" name="shape 184"/>
                <p:cNvSpPr/>
                <p:nvPr/>
              </p:nvSpPr>
              <p:spPr>
                <a:xfrm>
                  <a:off x="720000" y="9597"/>
                  <a:ext cx="119209" cy="117443"/>
                </a:xfrm>
                <a:custGeom>
                  <a:pathLst>
                    <a:path w="119208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89" y="73297"/>
                      </a:lnTo>
                      <a:lnTo>
                        <a:pt x="30993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85" name="shape 185"/>
                <p:cNvSpPr/>
                <p:nvPr/>
              </p:nvSpPr>
              <p:spPr>
                <a:xfrm>
                  <a:off x="720871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86" name="shape 186"/>
                <p:cNvSpPr/>
                <p:nvPr/>
              </p:nvSpPr>
              <p:spPr>
                <a:xfrm>
                  <a:off x="900000" y="9597"/>
                  <a:ext cx="119209" cy="117443"/>
                </a:xfrm>
                <a:custGeom>
                  <a:pathLst>
                    <a:path w="119209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89" y="73297"/>
                      </a:lnTo>
                      <a:lnTo>
                        <a:pt x="30993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87" name="shape 187"/>
                <p:cNvSpPr/>
                <p:nvPr/>
              </p:nvSpPr>
              <p:spPr>
                <a:xfrm>
                  <a:off x="900871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88" name="shape 188"/>
                <p:cNvSpPr/>
                <p:nvPr/>
              </p:nvSpPr>
              <p:spPr>
                <a:xfrm>
                  <a:off x="1080000" y="9597"/>
                  <a:ext cx="119209" cy="117443"/>
                </a:xfrm>
                <a:custGeom>
                  <a:pathLst>
                    <a:path w="119209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89" y="73297"/>
                      </a:lnTo>
                      <a:lnTo>
                        <a:pt x="30993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89" name="shape 189"/>
                <p:cNvSpPr/>
                <p:nvPr/>
              </p:nvSpPr>
              <p:spPr>
                <a:xfrm>
                  <a:off x="1080871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90" name="shape 190"/>
                <p:cNvSpPr/>
                <p:nvPr/>
              </p:nvSpPr>
              <p:spPr>
                <a:xfrm>
                  <a:off x="1260000" y="9597"/>
                  <a:ext cx="119209" cy="117443"/>
                </a:xfrm>
                <a:custGeom>
                  <a:pathLst>
                    <a:path w="119209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90" y="73297"/>
                      </a:lnTo>
                      <a:lnTo>
                        <a:pt x="30993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91" name="shape 191"/>
                <p:cNvSpPr/>
                <p:nvPr/>
              </p:nvSpPr>
              <p:spPr>
                <a:xfrm>
                  <a:off x="126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CC63F"/>
                </a:solidFill>
              </p:spPr>
            </p:sp>
            <p:sp>
              <p:nvSpPr>
                <p:cNvPr id="192" name="shape 192"/>
                <p:cNvSpPr/>
                <p:nvPr/>
              </p:nvSpPr>
              <p:spPr>
                <a:xfrm>
                  <a:off x="1440000" y="9597"/>
                  <a:ext cx="119209" cy="117443"/>
                </a:xfrm>
                <a:custGeom>
                  <a:pathLst>
                    <a:path w="119209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90" y="73297"/>
                      </a:lnTo>
                      <a:lnTo>
                        <a:pt x="30993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93" name="shape 193"/>
                <p:cNvSpPr/>
                <p:nvPr/>
              </p:nvSpPr>
              <p:spPr>
                <a:xfrm>
                  <a:off x="144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  <p:sp>
              <p:nvSpPr>
                <p:cNvPr id="194" name="shape 194"/>
                <p:cNvSpPr/>
                <p:nvPr/>
              </p:nvSpPr>
              <p:spPr>
                <a:xfrm>
                  <a:off x="1620000" y="9597"/>
                  <a:ext cx="119209" cy="117443"/>
                </a:xfrm>
                <a:custGeom>
                  <a:pathLst>
                    <a:path w="119209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5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60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9" y="0"/>
                      </a:lnTo>
                      <a:lnTo>
                        <a:pt x="109209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95" name="shape 195"/>
                <p:cNvSpPr/>
                <p:nvPr/>
              </p:nvSpPr>
              <p:spPr>
                <a:xfrm>
                  <a:off x="162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  <p:sp>
              <p:nvSpPr>
                <p:cNvPr id="196" name="shape 196"/>
                <p:cNvSpPr/>
                <p:nvPr/>
              </p:nvSpPr>
              <p:spPr>
                <a:xfrm>
                  <a:off x="1800000" y="9597"/>
                  <a:ext cx="119209" cy="117443"/>
                </a:xfrm>
                <a:custGeom>
                  <a:pathLst>
                    <a:path w="119208" h="117442">
                      <a:moveTo>
                        <a:pt x="35254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4" y="62071"/>
                      </a:lnTo>
                      <a:lnTo>
                        <a:pt x="16548" y="62306"/>
                      </a:lnTo>
                      <a:lnTo>
                        <a:pt x="21070" y="64802"/>
                      </a:lnTo>
                      <a:lnTo>
                        <a:pt x="25061" y="68739"/>
                      </a:lnTo>
                      <a:lnTo>
                        <a:pt x="28389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4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97" name="shape 197"/>
                <p:cNvSpPr/>
                <p:nvPr/>
              </p:nvSpPr>
              <p:spPr>
                <a:xfrm>
                  <a:off x="180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  <p:sp>
              <p:nvSpPr>
                <p:cNvPr id="198" name="shape 198"/>
                <p:cNvSpPr/>
                <p:nvPr/>
              </p:nvSpPr>
              <p:spPr>
                <a:xfrm>
                  <a:off x="1980001" y="9597"/>
                  <a:ext cx="119209" cy="117443"/>
                </a:xfrm>
                <a:custGeom>
                  <a:pathLst>
                    <a:path w="119208" h="117442">
                      <a:moveTo>
                        <a:pt x="35254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4" y="62071"/>
                      </a:lnTo>
                      <a:lnTo>
                        <a:pt x="16548" y="62306"/>
                      </a:lnTo>
                      <a:lnTo>
                        <a:pt x="21070" y="64802"/>
                      </a:lnTo>
                      <a:lnTo>
                        <a:pt x="25061" y="68739"/>
                      </a:lnTo>
                      <a:lnTo>
                        <a:pt x="28389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4" y="73329"/>
                      </a:lnTo>
                      <a:lnTo>
                        <a:pt x="51472" y="89884"/>
                      </a:lnTo>
                      <a:lnTo>
                        <a:pt x="42280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199" name="shape 199"/>
                <p:cNvSpPr/>
                <p:nvPr/>
              </p:nvSpPr>
              <p:spPr>
                <a:xfrm>
                  <a:off x="1980871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  <p:sp>
              <p:nvSpPr>
                <p:cNvPr id="200" name="shape 200"/>
                <p:cNvSpPr/>
                <p:nvPr/>
              </p:nvSpPr>
              <p:spPr>
                <a:xfrm>
                  <a:off x="2160000" y="9597"/>
                  <a:ext cx="119209" cy="117443"/>
                </a:xfrm>
                <a:custGeom>
                  <a:pathLst>
                    <a:path w="119208" h="117442">
                      <a:moveTo>
                        <a:pt x="35254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4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2" y="68739"/>
                      </a:lnTo>
                      <a:lnTo>
                        <a:pt x="28389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201" name="shape 201"/>
                <p:cNvSpPr/>
                <p:nvPr/>
              </p:nvSpPr>
              <p:spPr>
                <a:xfrm>
                  <a:off x="2160871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  <p:sp>
              <p:nvSpPr>
                <p:cNvPr id="202" name="shape 202"/>
                <p:cNvSpPr/>
                <p:nvPr/>
              </p:nvSpPr>
              <p:spPr>
                <a:xfrm>
                  <a:off x="2340001" y="9597"/>
                  <a:ext cx="119209" cy="117443"/>
                </a:xfrm>
                <a:custGeom>
                  <a:pathLst>
                    <a:path w="119208" h="117442">
                      <a:moveTo>
                        <a:pt x="35255" y="117442"/>
                      </a:moveTo>
                      <a:lnTo>
                        <a:pt x="35254" y="117442"/>
                      </a:lnTo>
                      <a:lnTo>
                        <a:pt x="34191" y="114998"/>
                      </a:lnTo>
                      <a:lnTo>
                        <a:pt x="30200" y="110807"/>
                      </a:lnTo>
                      <a:lnTo>
                        <a:pt x="24268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4" y="62071"/>
                      </a:lnTo>
                      <a:lnTo>
                        <a:pt x="16548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89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5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4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203" name="shape 203"/>
                <p:cNvSpPr/>
                <p:nvPr/>
              </p:nvSpPr>
              <p:spPr>
                <a:xfrm>
                  <a:off x="234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  <p:sp>
              <p:nvSpPr>
                <p:cNvPr id="204" name="shape 204"/>
                <p:cNvSpPr/>
                <p:nvPr/>
              </p:nvSpPr>
              <p:spPr>
                <a:xfrm>
                  <a:off x="2520000" y="9597"/>
                  <a:ext cx="119209" cy="117443"/>
                </a:xfrm>
                <a:custGeom>
                  <a:pathLst>
                    <a:path w="119209" h="117442">
                      <a:moveTo>
                        <a:pt x="35255" y="117442"/>
                      </a:moveTo>
                      <a:lnTo>
                        <a:pt x="35255" y="117442"/>
                      </a:ln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9" y="105283"/>
                      </a:lnTo>
                      <a:lnTo>
                        <a:pt x="17303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4" y="62071"/>
                      </a:lnTo>
                      <a:lnTo>
                        <a:pt x="16549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5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205" name="shape 205"/>
                <p:cNvSpPr/>
                <p:nvPr/>
              </p:nvSpPr>
              <p:spPr>
                <a:xfrm>
                  <a:off x="252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  <p:sp>
              <p:nvSpPr>
                <p:cNvPr id="206" name="shape 206"/>
                <p:cNvSpPr/>
                <p:nvPr/>
              </p:nvSpPr>
              <p:spPr>
                <a:xfrm>
                  <a:off x="2700000" y="9597"/>
                  <a:ext cx="119209" cy="117443"/>
                </a:xfrm>
                <a:custGeom>
                  <a:pathLst>
                    <a:path w="119209" h="117442">
                      <a:moveTo>
                        <a:pt x="35255" y="117442"/>
                      </a:moveTo>
                      <a:lnTo>
                        <a:pt x="35255" y="117442"/>
                      </a:lnTo>
                      <a:lnTo>
                        <a:pt x="34191" y="114998"/>
                      </a:lnTo>
                      <a:lnTo>
                        <a:pt x="30201" y="110807"/>
                      </a:lnTo>
                      <a:lnTo>
                        <a:pt x="24269" y="105283"/>
                      </a:lnTo>
                      <a:lnTo>
                        <a:pt x="17304" y="98838"/>
                      </a:lnTo>
                      <a:lnTo>
                        <a:pt x="10385" y="91808"/>
                      </a:lnTo>
                      <a:lnTo>
                        <a:pt x="4545" y="84614"/>
                      </a:lnTo>
                      <a:lnTo>
                        <a:pt x="754" y="77660"/>
                      </a:lnTo>
                      <a:lnTo>
                        <a:pt x="0" y="71342"/>
                      </a:lnTo>
                      <a:lnTo>
                        <a:pt x="3320" y="66008"/>
                      </a:lnTo>
                      <a:lnTo>
                        <a:pt x="11695" y="62071"/>
                      </a:lnTo>
                      <a:lnTo>
                        <a:pt x="16549" y="62306"/>
                      </a:lnTo>
                      <a:lnTo>
                        <a:pt x="21071" y="64802"/>
                      </a:lnTo>
                      <a:lnTo>
                        <a:pt x="25061" y="68739"/>
                      </a:lnTo>
                      <a:lnTo>
                        <a:pt x="28390" y="73297"/>
                      </a:lnTo>
                      <a:lnTo>
                        <a:pt x="30994" y="77628"/>
                      </a:lnTo>
                      <a:lnTo>
                        <a:pt x="32612" y="80981"/>
                      </a:lnTo>
                      <a:lnTo>
                        <a:pt x="43459" y="66986"/>
                      </a:lnTo>
                      <a:lnTo>
                        <a:pt x="53375" y="52730"/>
                      </a:lnTo>
                      <a:lnTo>
                        <a:pt x="62874" y="38881"/>
                      </a:lnTo>
                      <a:lnTo>
                        <a:pt x="72343" y="26130"/>
                      </a:lnTo>
                      <a:lnTo>
                        <a:pt x="82266" y="15188"/>
                      </a:lnTo>
                      <a:lnTo>
                        <a:pt x="93106" y="6711"/>
                      </a:lnTo>
                      <a:lnTo>
                        <a:pt x="105294" y="1409"/>
                      </a:lnTo>
                      <a:lnTo>
                        <a:pt x="119208" y="0"/>
                      </a:lnTo>
                      <a:lnTo>
                        <a:pt x="109208" y="10350"/>
                      </a:lnTo>
                      <a:lnTo>
                        <a:pt x="97921" y="23780"/>
                      </a:lnTo>
                      <a:lnTo>
                        <a:pt x="85965" y="39370"/>
                      </a:lnTo>
                      <a:lnTo>
                        <a:pt x="73845" y="56178"/>
                      </a:lnTo>
                      <a:lnTo>
                        <a:pt x="62135" y="73329"/>
                      </a:lnTo>
                      <a:lnTo>
                        <a:pt x="51472" y="89884"/>
                      </a:lnTo>
                      <a:lnTo>
                        <a:pt x="42281" y="104882"/>
                      </a:lnTo>
                      <a:close/>
                    </a:path>
                  </a:pathLst>
                </a:custGeom>
                <a:solidFill>
                  <a:srgbClr val="00652E"/>
                </a:solidFill>
              </p:spPr>
            </p:sp>
            <p:sp>
              <p:nvSpPr>
                <p:cNvPr id="207" name="shape 207"/>
                <p:cNvSpPr/>
                <p:nvPr/>
              </p:nvSpPr>
              <p:spPr>
                <a:xfrm>
                  <a:off x="2700870" y="0"/>
                  <a:ext cx="126239" cy="126226"/>
                </a:xfrm>
                <a:custGeom>
                  <a:pathLst>
                    <a:path w="126238" h="126225">
                      <a:moveTo>
                        <a:pt x="107162" y="126225"/>
                      </a:moveTo>
                      <a:lnTo>
                        <a:pt x="63119" y="82181"/>
                      </a:lnTo>
                      <a:lnTo>
                        <a:pt x="19075" y="126225"/>
                      </a:lnTo>
                      <a:lnTo>
                        <a:pt x="0" y="107162"/>
                      </a:lnTo>
                      <a:lnTo>
                        <a:pt x="44043" y="63119"/>
                      </a:lnTo>
                      <a:lnTo>
                        <a:pt x="0" y="19075"/>
                      </a:lnTo>
                      <a:lnTo>
                        <a:pt x="19075" y="0"/>
                      </a:lnTo>
                      <a:lnTo>
                        <a:pt x="63119" y="44043"/>
                      </a:lnTo>
                      <a:lnTo>
                        <a:pt x="107162" y="0"/>
                      </a:lnTo>
                      <a:lnTo>
                        <a:pt x="126238" y="19075"/>
                      </a:lnTo>
                      <a:lnTo>
                        <a:pt x="82194" y="63119"/>
                      </a:lnTo>
                      <a:lnTo>
                        <a:pt x="126238" y="107162"/>
                      </a:lnTo>
                      <a:close/>
                    </a:path>
                  </a:pathLst>
                </a:custGeom>
                <a:solidFill>
                  <a:srgbClr val="8177B7"/>
                </a:solidFill>
              </p:spPr>
            </p:sp>
          </p:grpSp>
          <p:pic>
            <p:nvPicPr>
              <p:cNvPr id="208" name="shape 208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61853" y="1208523"/>
                <a:ext cx="2878143" cy="180975"/>
              </a:xfrm>
              <a:prstGeom prst="rect"/>
            </p:spPr>
          </p:pic>
        </p:grpSp>
        <p:sp>
          <p:nvSpPr>
            <p:cNvPr id="209" name="shape 209"/>
            <p:cNvSpPr txBox="1"/>
            <p:nvPr/>
          </p:nvSpPr>
          <p:spPr>
            <a:xfrm>
              <a:off x="0" y="0"/>
              <a:ext cx="3191510" cy="1751330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0" rIns="0" bIns="0">
              <a:spAutoFit/>
            </a:bodyPr>
            <a:p>
              <a:pPr marL="677545"/>
              <a:r>
                <a:rPr sz="900">
                  <a:latin typeface="Arial"/>
                  <a:cs typeface="Arial"/>
                </a:rPr>
                <a:t>GWG 8.01 - DeviceN Support (6 colors)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184785">
                <a:spcBef>
                  <a:spcPts val="600"/>
                </a:spcBef>
                <a:tabLst>
                  <a:tab pos="1814830" algn="l"/>
                </a:tabLst>
              </a:pPr>
              <a:r>
                <a:rPr sz="600">
                  <a:latin typeface="Arial"/>
                  <a:cs typeface="Arial"/>
                </a:rPr>
                <a:t>Duotone (should appear only in Black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Colorized TIFF (should appear only in</a:t>
              </a:r>
              <a:endParaRPr/>
            </a:p>
            <a:p>
              <a:pPr marL="286385">
                <a:lnSpc>
                  <a:spcPts val="725"/>
                </a:lnSpc>
                <a:tabLst>
                  <a:tab pos="1991360" algn="l"/>
                </a:tabLst>
              </a:pPr>
              <a:r>
                <a:rPr sz="600">
                  <a:latin typeface="Arial"/>
                  <a:cs typeface="Arial"/>
                </a:rPr>
                <a:t>and Pantone 265C separations)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Pantone 265C separation)</a:t>
              </a:r>
              <a:endParaRPr/>
            </a:p>
            <a:p>
              <a:pPr/>
              <a:r>
                <a:rPr sz="1000">
                  <a:latin typeface="Arial"/>
                  <a:cs typeface="Arial"/>
                </a:rPr>
                <a:t/>
              </a:r>
              <a:endParaRPr sz="1000"/>
            </a:p>
            <a:p>
              <a:pPr marL="227330">
                <a:spcBef>
                  <a:spcPts val="500"/>
                </a:spcBef>
              </a:pPr>
              <a:r>
                <a:rPr sz="600" spc="-5">
                  <a:latin typeface="Arial"/>
                  <a:cs typeface="Arial"/>
                </a:rPr>
                <a:t>Spot color gradient (should appear only in Pantone 265C and GWG Green separations)</a:t>
              </a:r>
              <a:endParaRPr/>
            </a:p>
            <a:p>
              <a:pPr marR="635" algn="ctr">
                <a:spcBef>
                  <a:spcPts val="400"/>
                </a:spcBef>
                <a:tabLst>
                  <a:tab pos="198120" algn="l"/>
                  <a:tab pos="1614805" algn="l"/>
                </a:tabLst>
              </a:pPr>
              <a:r>
                <a:rPr sz="600">
                  <a:latin typeface="Arial"/>
                  <a:cs typeface="Arial"/>
                </a:rPr>
                <a:t>If a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appears instead of the green checkmarks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then DeviceN is not supported!</a:t>
              </a:r>
              <a:endParaRPr/>
            </a:p>
            <a:p>
              <a:pPr marR="635" algn="ctr">
                <a:spcBef>
                  <a:spcPts val="200"/>
                </a:spcBef>
                <a:tabLst>
                  <a:tab pos="886460" algn="l"/>
                  <a:tab pos="2999105" algn="l"/>
                </a:tabLst>
              </a:pPr>
              <a:r>
                <a:rPr sz="600">
                  <a:latin typeface="Arial"/>
                  <a:cs typeface="Arial"/>
                </a:rPr>
                <a:t>11 Jan 2007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8.01</a:t>
              </a:r>
              <a:endParaRPr/>
            </a:p>
          </p:txBody>
        </p:sp>
      </p:grpSp>
      <p:sp>
        <p:nvSpPr>
          <p:cNvPr id="210" name="shape 210"/>
          <p:cNvSpPr txBox="1"/>
          <p:nvPr/>
        </p:nvSpPr>
        <p:spPr>
          <a:xfrm>
            <a:off x="1405255" y="4299736"/>
            <a:ext cx="1148715" cy="8483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5415">
              <a:tabLst>
                <a:tab pos="288290" algn="l"/>
              </a:tabLst>
            </a:pPr>
            <a:r>
              <a:rPr sz="600">
                <a:latin typeface="Arial"/>
                <a:cs typeface="Arial"/>
              </a:rPr>
              <a:t>e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50% gray over CMYK</a:t>
            </a:r>
            <a:endParaRPr/>
          </a:p>
          <a:p>
            <a:pPr marL="145415">
              <a:tabLst>
                <a:tab pos="288290" algn="l"/>
              </a:tabLst>
            </a:pPr>
            <a:r>
              <a:rPr sz="600">
                <a:latin typeface="Arial"/>
                <a:cs typeface="Arial"/>
              </a:rPr>
              <a:t>f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25">
                <a:latin typeface="Arial"/>
                <a:cs typeface="Arial"/>
              </a:rPr>
              <a:t>50% sep. black over CMYK</a:t>
            </a:r>
            <a:endParaRPr/>
          </a:p>
          <a:p>
            <a:pPr marR="65405" algn="r">
              <a:spcBef>
                <a:spcPts val="200"/>
              </a:spcBef>
            </a:pPr>
            <a:r>
              <a:rPr sz="600">
                <a:latin typeface="Arial"/>
                <a:cs typeface="Arial"/>
              </a:rPr>
              <a:t>OPM1</a:t>
            </a:r>
            <a:endParaRPr/>
          </a:p>
          <a:p>
            <a:pPr marR="65405" algn="r">
              <a:tabLst>
                <a:tab pos="605790" algn="l"/>
              </a:tabLst>
            </a:pPr>
            <a:r>
              <a:rPr sz="600">
                <a:latin typeface="Arial"/>
                <a:cs typeface="Arial"/>
              </a:rPr>
              <a:t>50% K over spot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g</a:t>
            </a:r>
            <a:endParaRPr/>
          </a:p>
          <a:p>
            <a:pPr marR="65405" algn="r">
              <a:tabLst>
                <a:tab pos="703580" algn="l"/>
              </a:tabLst>
            </a:pPr>
            <a:r>
              <a:rPr sz="600">
                <a:latin typeface="Arial"/>
                <a:cs typeface="Arial"/>
              </a:rPr>
              <a:t>50% gray over spot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h</a:t>
            </a:r>
            <a:endParaRPr/>
          </a:p>
          <a:p>
            <a:pPr marL="157480" marR="81280" algn="r">
              <a:lnSpc>
                <a:spcPct val="99833"/>
              </a:lnSpc>
              <a:tabLst>
                <a:tab pos="810260" algn="l"/>
                <a:tab pos="1048385" algn="l"/>
              </a:tabLst>
            </a:pPr>
            <a:r>
              <a:rPr sz="600">
                <a:latin typeface="Arial"/>
                <a:cs typeface="Arial"/>
              </a:rPr>
              <a:t>50% sep. black over spot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100">
                <a:latin typeface="Arial"/>
                <a:cs typeface="Arial"/>
              </a:rPr>
              <a:t>I </a:t>
            </a:r>
            <a:r>
              <a:rPr sz="600">
                <a:latin typeface="Arial"/>
                <a:cs typeface="Arial"/>
              </a:rPr>
              <a:t>50% K over CMYK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j</a:t>
            </a:r>
            <a:endParaRPr/>
          </a:p>
          <a:p>
            <a:pPr marR="65405" algn="r">
              <a:tabLst>
                <a:tab pos="734060" algn="l"/>
              </a:tabLst>
            </a:pPr>
            <a:r>
              <a:rPr sz="600">
                <a:latin typeface="Arial"/>
                <a:cs typeface="Arial"/>
              </a:rPr>
              <a:t>50% gray over CMYK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k</a:t>
            </a:r>
            <a:endParaRPr/>
          </a:p>
          <a:p>
            <a:pPr marR="81280" algn="r">
              <a:tabLst>
                <a:tab pos="905510" algn="l"/>
              </a:tabLst>
            </a:pPr>
            <a:r>
              <a:rPr sz="600" spc="-10">
                <a:latin typeface="Arial"/>
                <a:cs typeface="Arial"/>
              </a:rPr>
              <a:t>50% sep. black over CMYK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l</a:t>
            </a:r>
            <a:endParaRPr/>
          </a:p>
        </p:txBody>
      </p:sp>
      <p:sp>
        <p:nvSpPr>
          <p:cNvPr id="211" name="shape 211"/>
          <p:cNvSpPr txBox="1"/>
          <p:nvPr/>
        </p:nvSpPr>
        <p:spPr>
          <a:xfrm>
            <a:off x="1405255" y="5253131"/>
            <a:ext cx="1148715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15">
                <a:latin typeface="Arial"/>
                <a:cs typeface="Arial"/>
              </a:rPr>
              <a:t>Ghent  Workgroup © </a:t>
            </a:r>
            <a:r>
              <a:rPr sz="600" spc="-15"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endParaRPr/>
          </a:p>
        </p:txBody>
      </p:sp>
      <p:sp>
        <p:nvSpPr>
          <p:cNvPr id="212" name="shape 212"/>
          <p:cNvSpPr txBox="1"/>
          <p:nvPr/>
        </p:nvSpPr>
        <p:spPr>
          <a:xfrm>
            <a:off x="2657475" y="4309495"/>
            <a:ext cx="6667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g</a:t>
            </a:r>
            <a:endParaRPr/>
          </a:p>
        </p:txBody>
      </p:sp>
      <p:sp>
        <p:nvSpPr>
          <p:cNvPr id="213" name="shape 213"/>
          <p:cNvSpPr txBox="1"/>
          <p:nvPr/>
        </p:nvSpPr>
        <p:spPr>
          <a:xfrm>
            <a:off x="2657475" y="4729449"/>
            <a:ext cx="6667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h</a:t>
            </a:r>
            <a:endParaRPr/>
          </a:p>
        </p:txBody>
      </p:sp>
      <p:sp>
        <p:nvSpPr>
          <p:cNvPr id="214" name="shape 214"/>
          <p:cNvSpPr txBox="1"/>
          <p:nvPr/>
        </p:nvSpPr>
        <p:spPr>
          <a:xfrm>
            <a:off x="2657475" y="5139222"/>
            <a:ext cx="6667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>
                <a:latin typeface="Arial"/>
                <a:cs typeface="Arial"/>
              </a:rPr>
              <a:t>i</a:t>
            </a:r>
            <a:endParaRPr/>
          </a:p>
        </p:txBody>
      </p:sp>
      <p:sp>
        <p:nvSpPr>
          <p:cNvPr id="215" name="shape 215"/>
          <p:cNvSpPr txBox="1"/>
          <p:nvPr/>
        </p:nvSpPr>
        <p:spPr>
          <a:xfrm>
            <a:off x="3477895" y="4306082"/>
            <a:ext cx="12001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2385"/>
            <a:r>
              <a:rPr sz="500">
                <a:latin typeface="Arial"/>
                <a:cs typeface="Arial"/>
              </a:rPr>
              <a:t>j</a:t>
            </a:r>
            <a:endParaRPr/>
          </a:p>
        </p:txBody>
      </p:sp>
      <p:sp>
        <p:nvSpPr>
          <p:cNvPr id="216" name="shape 216"/>
          <p:cNvSpPr txBox="1"/>
          <p:nvPr/>
        </p:nvSpPr>
        <p:spPr>
          <a:xfrm>
            <a:off x="3477895" y="4722621"/>
            <a:ext cx="12001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2385"/>
            <a:r>
              <a:rPr sz="500">
                <a:latin typeface="Arial"/>
                <a:cs typeface="Arial"/>
              </a:rPr>
              <a:t>k</a:t>
            </a:r>
            <a:endParaRPr/>
          </a:p>
        </p:txBody>
      </p:sp>
      <p:sp>
        <p:nvSpPr>
          <p:cNvPr id="217" name="shape 217"/>
          <p:cNvSpPr txBox="1"/>
          <p:nvPr/>
        </p:nvSpPr>
        <p:spPr>
          <a:xfrm>
            <a:off x="3477895" y="5142575"/>
            <a:ext cx="12001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5400"/>
            <a:r>
              <a:rPr sz="500">
                <a:latin typeface="Arial"/>
                <a:cs typeface="Arial"/>
              </a:rPr>
              <a:t>l</a:t>
            </a:r>
            <a:endParaRPr/>
          </a:p>
        </p:txBody>
      </p:sp>
      <p:sp>
        <p:nvSpPr>
          <p:cNvPr id="218" name="shape 218"/>
          <p:cNvSpPr txBox="1"/>
          <p:nvPr/>
        </p:nvSpPr>
        <p:spPr>
          <a:xfrm>
            <a:off x="3477895" y="5251146"/>
            <a:ext cx="120015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5">
                <a:latin typeface="Arial"/>
                <a:cs typeface="Arial"/>
              </a:rPr>
              <a:t>3.0</a:t>
            </a:r>
            <a:endParaRPr/>
          </a:p>
        </p:txBody>
      </p:sp>
      <p:sp>
        <p:nvSpPr>
          <p:cNvPr id="219" name="shape 219"/>
          <p:cNvSpPr txBox="1"/>
          <p:nvPr/>
        </p:nvSpPr>
        <p:spPr>
          <a:xfrm>
            <a:off x="3975735" y="4350672"/>
            <a:ext cx="42672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a</a:t>
            </a:r>
            <a:endParaRPr/>
          </a:p>
        </p:txBody>
      </p:sp>
      <p:sp>
        <p:nvSpPr>
          <p:cNvPr id="220" name="shape 220"/>
          <p:cNvSpPr txBox="1"/>
          <p:nvPr/>
        </p:nvSpPr>
        <p:spPr>
          <a:xfrm>
            <a:off x="3975735" y="4770626"/>
            <a:ext cx="42672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b</a:t>
            </a:r>
            <a:endParaRPr/>
          </a:p>
        </p:txBody>
      </p:sp>
      <p:sp>
        <p:nvSpPr>
          <p:cNvPr id="221" name="shape 221"/>
          <p:cNvSpPr txBox="1"/>
          <p:nvPr/>
        </p:nvSpPr>
        <p:spPr>
          <a:xfrm>
            <a:off x="3975735" y="5180399"/>
            <a:ext cx="42672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>
                <a:latin typeface="Arial"/>
                <a:cs typeface="Arial"/>
              </a:rPr>
              <a:t>c</a:t>
            </a:r>
            <a:endParaRPr/>
          </a:p>
        </p:txBody>
      </p:sp>
      <p:sp>
        <p:nvSpPr>
          <p:cNvPr id="222" name="shape 222"/>
          <p:cNvSpPr txBox="1"/>
          <p:nvPr/>
        </p:nvSpPr>
        <p:spPr>
          <a:xfrm>
            <a:off x="3975735" y="5256417"/>
            <a:ext cx="426721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"/>
            <a:r>
              <a:rPr sz="600" spc="-20">
                <a:latin typeface="Arial"/>
                <a:cs typeface="Arial"/>
              </a:rPr>
              <a:t>10 Nov 2006</a:t>
            </a:r>
            <a:endParaRPr/>
          </a:p>
        </p:txBody>
      </p:sp>
      <p:sp>
        <p:nvSpPr>
          <p:cNvPr id="223" name="shape 223"/>
          <p:cNvSpPr txBox="1"/>
          <p:nvPr/>
        </p:nvSpPr>
        <p:spPr>
          <a:xfrm>
            <a:off x="4808855" y="4347259"/>
            <a:ext cx="6731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d</a:t>
            </a:r>
            <a:endParaRPr/>
          </a:p>
        </p:txBody>
      </p:sp>
      <p:sp>
        <p:nvSpPr>
          <p:cNvPr id="224" name="shape 224"/>
          <p:cNvSpPr txBox="1"/>
          <p:nvPr/>
        </p:nvSpPr>
        <p:spPr>
          <a:xfrm>
            <a:off x="4808855" y="4763798"/>
            <a:ext cx="6731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e</a:t>
            </a:r>
            <a:endParaRPr/>
          </a:p>
        </p:txBody>
      </p:sp>
      <p:sp>
        <p:nvSpPr>
          <p:cNvPr id="225" name="shape 225"/>
          <p:cNvSpPr txBox="1"/>
          <p:nvPr/>
        </p:nvSpPr>
        <p:spPr>
          <a:xfrm>
            <a:off x="4808855" y="5183752"/>
            <a:ext cx="6731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>
                <a:latin typeface="Arial"/>
                <a:cs typeface="Arial"/>
              </a:rPr>
              <a:t>f</a:t>
            </a:r>
            <a:endParaRPr/>
          </a:p>
        </p:txBody>
      </p:sp>
      <p:sp>
        <p:nvSpPr>
          <p:cNvPr id="226" name="shape 226"/>
          <p:cNvSpPr txBox="1"/>
          <p:nvPr/>
        </p:nvSpPr>
        <p:spPr>
          <a:xfrm>
            <a:off x="4933315" y="4299749"/>
            <a:ext cx="1302385" cy="8483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5415">
              <a:tabLst>
                <a:tab pos="288925" algn="l"/>
              </a:tabLst>
            </a:pPr>
            <a:r>
              <a:rPr sz="600">
                <a:latin typeface="Arial"/>
                <a:cs typeface="Arial"/>
              </a:rPr>
              <a:t>e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Gray over CMYK</a:t>
            </a:r>
            <a:endParaRPr/>
          </a:p>
          <a:p>
            <a:pPr marL="145415">
              <a:tabLst>
                <a:tab pos="291465" algn="l"/>
              </a:tabLst>
            </a:pPr>
            <a:r>
              <a:rPr sz="600">
                <a:latin typeface="Arial"/>
                <a:cs typeface="Arial"/>
              </a:rPr>
              <a:t>f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Sep. black over CMYK</a:t>
            </a:r>
            <a:endParaRPr/>
          </a:p>
          <a:p>
            <a:pPr marR="219075" algn="r">
              <a:spcBef>
                <a:spcPts val="200"/>
              </a:spcBef>
            </a:pPr>
            <a:r>
              <a:rPr sz="600">
                <a:latin typeface="Arial"/>
                <a:cs typeface="Arial"/>
              </a:rPr>
              <a:t>OPM1</a:t>
            </a:r>
            <a:endParaRPr/>
          </a:p>
          <a:p>
            <a:pPr marR="221615" algn="r">
              <a:tabLst>
                <a:tab pos="597535" algn="l"/>
              </a:tabLst>
            </a:pPr>
            <a:r>
              <a:rPr sz="600">
                <a:latin typeface="Arial"/>
                <a:cs typeface="Arial"/>
              </a:rPr>
              <a:t>CMYK over spot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g</a:t>
            </a:r>
            <a:endParaRPr/>
          </a:p>
          <a:p>
            <a:pPr marR="220345" algn="r">
              <a:tabLst>
                <a:tab pos="549910" algn="l"/>
              </a:tabLst>
            </a:pPr>
            <a:r>
              <a:rPr sz="600">
                <a:latin typeface="Arial"/>
                <a:cs typeface="Arial"/>
              </a:rPr>
              <a:t>Gray over spot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h</a:t>
            </a:r>
            <a:endParaRPr/>
          </a:p>
          <a:p>
            <a:pPr marL="312420" marR="231140" algn="r">
              <a:lnSpc>
                <a:spcPct val="99833"/>
              </a:lnSpc>
              <a:tabLst>
                <a:tab pos="903605" algn="l"/>
                <a:tab pos="1050290" algn="l"/>
              </a:tabLst>
            </a:pPr>
            <a:r>
              <a:rPr sz="600">
                <a:latin typeface="Arial"/>
                <a:cs typeface="Arial"/>
              </a:rPr>
              <a:t>Sep. black over spot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95">
                <a:latin typeface="Arial"/>
                <a:cs typeface="Arial"/>
              </a:rPr>
              <a:t>I </a:t>
            </a:r>
            <a:r>
              <a:rPr sz="600" spc="-15">
                <a:latin typeface="Arial"/>
                <a:cs typeface="Arial"/>
              </a:rPr>
              <a:t>CMYK over CMYK      j </a:t>
            </a:r>
            <a:r>
              <a:rPr sz="600">
                <a:latin typeface="Arial"/>
                <a:cs typeface="Arial"/>
              </a:rPr>
              <a:t>Gray over CMYK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k</a:t>
            </a:r>
            <a:endParaRPr/>
          </a:p>
          <a:p>
            <a:pPr marR="237490" algn="r">
              <a:tabLst>
                <a:tab pos="761365" algn="l"/>
              </a:tabLst>
            </a:pPr>
            <a:r>
              <a:rPr sz="600">
                <a:latin typeface="Arial"/>
                <a:cs typeface="Arial"/>
              </a:rPr>
              <a:t>sep. black over CMYK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l</a:t>
            </a:r>
            <a:endParaRPr/>
          </a:p>
        </p:txBody>
      </p:sp>
      <p:sp>
        <p:nvSpPr>
          <p:cNvPr id="227" name="shape 227"/>
          <p:cNvSpPr txBox="1"/>
          <p:nvPr/>
        </p:nvSpPr>
        <p:spPr>
          <a:xfrm>
            <a:off x="4933315" y="5253127"/>
            <a:ext cx="1302385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842645" algn="l"/>
              </a:tabLst>
            </a:pPr>
            <a:r>
              <a:rPr sz="600" spc="-10">
                <a:latin typeface="Arial"/>
                <a:cs typeface="Arial"/>
              </a:rPr>
              <a:t>Ghent PDF Workgroup ©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5"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endParaRPr/>
          </a:p>
        </p:txBody>
      </p:sp>
      <p:sp>
        <p:nvSpPr>
          <p:cNvPr id="228" name="shape 228"/>
          <p:cNvSpPr txBox="1"/>
          <p:nvPr/>
        </p:nvSpPr>
        <p:spPr>
          <a:xfrm>
            <a:off x="6226810" y="4327630"/>
            <a:ext cx="6667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g</a:t>
            </a:r>
            <a:endParaRPr/>
          </a:p>
        </p:txBody>
      </p:sp>
      <p:sp>
        <p:nvSpPr>
          <p:cNvPr id="229" name="shape 229"/>
          <p:cNvSpPr txBox="1"/>
          <p:nvPr/>
        </p:nvSpPr>
        <p:spPr>
          <a:xfrm>
            <a:off x="6226810" y="4747583"/>
            <a:ext cx="6667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h</a:t>
            </a:r>
            <a:endParaRPr/>
          </a:p>
        </p:txBody>
      </p:sp>
      <p:sp>
        <p:nvSpPr>
          <p:cNvPr id="230" name="shape 230"/>
          <p:cNvSpPr txBox="1"/>
          <p:nvPr/>
        </p:nvSpPr>
        <p:spPr>
          <a:xfrm>
            <a:off x="6226810" y="5157356"/>
            <a:ext cx="6667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>
                <a:latin typeface="Arial"/>
                <a:cs typeface="Arial"/>
              </a:rPr>
              <a:t>i</a:t>
            </a:r>
            <a:endParaRPr/>
          </a:p>
        </p:txBody>
      </p:sp>
      <p:sp>
        <p:nvSpPr>
          <p:cNvPr id="231" name="shape 231"/>
          <p:cNvSpPr txBox="1"/>
          <p:nvPr/>
        </p:nvSpPr>
        <p:spPr>
          <a:xfrm>
            <a:off x="6917690" y="4324216"/>
            <a:ext cx="20383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1925"/>
            <a:r>
              <a:rPr sz="500">
                <a:latin typeface="Arial"/>
                <a:cs typeface="Arial"/>
              </a:rPr>
              <a:t>j</a:t>
            </a:r>
            <a:endParaRPr/>
          </a:p>
        </p:txBody>
      </p:sp>
      <p:sp>
        <p:nvSpPr>
          <p:cNvPr id="232" name="shape 232"/>
          <p:cNvSpPr txBox="1"/>
          <p:nvPr/>
        </p:nvSpPr>
        <p:spPr>
          <a:xfrm>
            <a:off x="6917690" y="4740755"/>
            <a:ext cx="20383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1925"/>
            <a:r>
              <a:rPr sz="500">
                <a:latin typeface="Arial"/>
                <a:cs typeface="Arial"/>
              </a:rPr>
              <a:t>k</a:t>
            </a:r>
            <a:endParaRPr/>
          </a:p>
        </p:txBody>
      </p:sp>
      <p:sp>
        <p:nvSpPr>
          <p:cNvPr id="233" name="shape 233"/>
          <p:cNvSpPr txBox="1"/>
          <p:nvPr/>
        </p:nvSpPr>
        <p:spPr>
          <a:xfrm>
            <a:off x="6917690" y="5160709"/>
            <a:ext cx="203835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54940"/>
            <a:r>
              <a:rPr sz="500">
                <a:latin typeface="Arial"/>
                <a:cs typeface="Arial"/>
              </a:rPr>
              <a:t>l</a:t>
            </a:r>
            <a:endParaRPr/>
          </a:p>
        </p:txBody>
      </p:sp>
      <p:sp>
        <p:nvSpPr>
          <p:cNvPr id="234" name="shape 234"/>
          <p:cNvSpPr txBox="1"/>
          <p:nvPr/>
        </p:nvSpPr>
        <p:spPr>
          <a:xfrm>
            <a:off x="6917690" y="5251146"/>
            <a:ext cx="203835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7945" indent="-54610">
              <a:tabLst>
                <a:tab pos="67945" algn="l"/>
              </a:tabLst>
            </a:pPr>
            <a:r>
              <a:rPr sz="600">
                <a:latin typeface="Arial"/>
                <a:cs typeface="Arial"/>
              </a:rPr>
              <a:t>4.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0.1</a:t>
            </a:r>
            <a:endParaRPr/>
          </a:p>
        </p:txBody>
      </p:sp>
      <p:sp>
        <p:nvSpPr>
          <p:cNvPr id="235" name="shape 235"/>
          <p:cNvSpPr txBox="1"/>
          <p:nvPr/>
        </p:nvSpPr>
        <p:spPr>
          <a:xfrm>
            <a:off x="4582160" y="5494769"/>
            <a:ext cx="396875" cy="883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80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236" name="shape 236"/>
          <p:cNvSpPr txBox="1"/>
          <p:nvPr/>
        </p:nvSpPr>
        <p:spPr>
          <a:xfrm>
            <a:off x="6187440" y="5480058"/>
            <a:ext cx="402591" cy="899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90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237" name="shape 237"/>
          <p:cNvSpPr txBox="1"/>
          <p:nvPr/>
        </p:nvSpPr>
        <p:spPr>
          <a:xfrm>
            <a:off x="4268470" y="6664242"/>
            <a:ext cx="976630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98500">
              <a:tabLst>
                <a:tab pos="864235" algn="l"/>
              </a:tabLst>
            </a:pPr>
            <a:r>
              <a:rPr sz="600" b="1" u="sng" spc="-45">
                <a:solidFill>
                  <a:srgbClr val="FFFFFF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xx</a:t>
            </a:r>
            <a:r>
              <a:rPr sz="900" b="1" u="sng" spc="-67" baseline="27777">
                <a:solidFill>
                  <a:srgbClr val="FFFFFF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xx</a:t>
            </a:r>
            <a:r>
              <a:rPr sz="900" b="1" spc="-67" baseline="27777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900" b="1" u="sng" spc="-180" baseline="27777">
                <a:solidFill>
                  <a:srgbClr val="FFFFFF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xx</a:t>
            </a:r>
            <a:r>
              <a:rPr sz="600" b="1" u="sng" spc="-120">
                <a:solidFill>
                  <a:srgbClr val="FFFFFF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238" name="shape 238"/>
          <p:cNvSpPr txBox="1"/>
          <p:nvPr/>
        </p:nvSpPr>
        <p:spPr>
          <a:xfrm>
            <a:off x="4268470" y="6804666"/>
            <a:ext cx="976630" cy="2717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349250" algn="l"/>
                <a:tab pos="707390" algn="l"/>
              </a:tabLst>
            </a:pPr>
            <a:r>
              <a:rPr sz="600">
                <a:latin typeface="Arial"/>
                <a:cs typeface="Arial"/>
              </a:rPr>
              <a:t>Vector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Text big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10">
                <a:latin typeface="Arial"/>
                <a:cs typeface="Arial"/>
              </a:rPr>
              <a:t>Text 6pt</a:t>
            </a:r>
            <a:endParaRPr/>
          </a:p>
          <a:p>
            <a:pPr marR="36195" algn="ctr">
              <a:spcBef>
                <a:spcPts val="700"/>
              </a:spcBef>
            </a:pPr>
            <a:r>
              <a:rPr sz="600">
                <a:latin typeface="Arial"/>
                <a:cs typeface="Arial"/>
              </a:rPr>
              <a:t>If filled </a:t>
            </a:r>
            <a:r>
              <a:rPr sz="600" b="1">
                <a:latin typeface="Arial"/>
                <a:cs typeface="Arial"/>
              </a:rPr>
              <a:t>X </a:t>
            </a:r>
            <a:r>
              <a:rPr sz="600">
                <a:latin typeface="Arial"/>
                <a:cs typeface="Arial"/>
              </a:rPr>
              <a:t>appear</a:t>
            </a:r>
            <a:endParaRPr/>
          </a:p>
        </p:txBody>
      </p:sp>
      <p:sp>
        <p:nvSpPr>
          <p:cNvPr id="239" name="shape 239"/>
          <p:cNvSpPr txBox="1"/>
          <p:nvPr/>
        </p:nvSpPr>
        <p:spPr>
          <a:xfrm>
            <a:off x="4268470" y="7073924"/>
            <a:ext cx="976630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1920" marR="158115" algn="just">
              <a:lnSpc>
                <a:spcPct val="99834"/>
              </a:lnSpc>
            </a:pPr>
            <a:r>
              <a:rPr sz="600" spc="-20">
                <a:latin typeface="Arial"/>
                <a:cs typeface="Arial"/>
              </a:rPr>
              <a:t>the Overprint settings </a:t>
            </a:r>
            <a:r>
              <a:rPr sz="600">
                <a:latin typeface="Arial"/>
                <a:cs typeface="Arial"/>
              </a:rPr>
              <a:t>were not respected.</a:t>
            </a:r>
            <a:endParaRPr/>
          </a:p>
        </p:txBody>
      </p:sp>
      <p:sp>
        <p:nvSpPr>
          <p:cNvPr id="240" name="shape 240"/>
          <p:cNvSpPr txBox="1"/>
          <p:nvPr/>
        </p:nvSpPr>
        <p:spPr>
          <a:xfrm>
            <a:off x="5461635" y="6556482"/>
            <a:ext cx="173991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>
                <a:latin typeface="Arial"/>
                <a:cs typeface="Arial"/>
              </a:rPr>
              <a:t>Spot</a:t>
            </a:r>
            <a:endParaRPr/>
          </a:p>
        </p:txBody>
      </p:sp>
      <p:sp>
        <p:nvSpPr>
          <p:cNvPr id="241" name="shape 241"/>
          <p:cNvSpPr txBox="1"/>
          <p:nvPr/>
        </p:nvSpPr>
        <p:spPr>
          <a:xfrm>
            <a:off x="5883275" y="6668673"/>
            <a:ext cx="976631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98500">
              <a:tabLst>
                <a:tab pos="864235" algn="l"/>
              </a:tabLst>
            </a:pPr>
            <a:r>
              <a:rPr sz="600" b="1" spc="-45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67" baseline="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900" b="1" spc="-67" baseline="27777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900" b="1" spc="-180" baseline="27777">
                <a:solidFill>
                  <a:srgbClr val="FFFFFF"/>
                </a:solidFill>
                <a:latin typeface="Arial"/>
                <a:cs typeface="Arial"/>
              </a:rPr>
              <a:t>xx</a:t>
            </a:r>
            <a:r>
              <a:rPr sz="600" b="1" spc="-120">
                <a:solidFill>
                  <a:srgbClr val="FFFFFF"/>
                </a:solidFill>
                <a:latin typeface="Arial"/>
                <a:cs typeface="Arial"/>
              </a:rPr>
              <a:t>xx</a:t>
            </a:r>
            <a:endParaRPr/>
          </a:p>
        </p:txBody>
      </p:sp>
      <p:sp>
        <p:nvSpPr>
          <p:cNvPr id="242" name="shape 242"/>
          <p:cNvSpPr txBox="1"/>
          <p:nvPr/>
        </p:nvSpPr>
        <p:spPr>
          <a:xfrm>
            <a:off x="5883275" y="6808444"/>
            <a:ext cx="976631" cy="2717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349250" algn="l"/>
                <a:tab pos="707390" algn="l"/>
              </a:tabLst>
            </a:pPr>
            <a:r>
              <a:rPr sz="600">
                <a:latin typeface="Arial"/>
                <a:cs typeface="Arial"/>
              </a:rPr>
              <a:t>Vector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Text big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10">
                <a:latin typeface="Arial"/>
                <a:cs typeface="Arial"/>
              </a:rPr>
              <a:t>Text 6pt</a:t>
            </a:r>
            <a:endParaRPr/>
          </a:p>
          <a:p>
            <a:pPr marR="26035" algn="ctr">
              <a:spcBef>
                <a:spcPts val="700"/>
              </a:spcBef>
            </a:pPr>
            <a:r>
              <a:rPr sz="600">
                <a:latin typeface="Arial"/>
                <a:cs typeface="Arial"/>
              </a:rPr>
              <a:t>If filled </a:t>
            </a:r>
            <a:r>
              <a:rPr sz="600" b="1">
                <a:latin typeface="Arial"/>
                <a:cs typeface="Arial"/>
              </a:rPr>
              <a:t>X </a:t>
            </a:r>
            <a:r>
              <a:rPr sz="600">
                <a:latin typeface="Arial"/>
                <a:cs typeface="Arial"/>
              </a:rPr>
              <a:t>appear</a:t>
            </a:r>
            <a:endParaRPr/>
          </a:p>
        </p:txBody>
      </p:sp>
      <p:sp>
        <p:nvSpPr>
          <p:cNvPr id="243" name="shape 243"/>
          <p:cNvSpPr txBox="1"/>
          <p:nvPr/>
        </p:nvSpPr>
        <p:spPr>
          <a:xfrm>
            <a:off x="544830" y="110149"/>
            <a:ext cx="6470015" cy="11963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560195"/>
            <a:r>
              <a:rPr sz="2200" b="1">
                <a:solidFill>
                  <a:srgbClr val="AD208E"/>
                </a:solidFill>
                <a:latin typeface="Arial"/>
                <a:cs typeface="Arial"/>
              </a:rPr>
              <a:t>Ghent PDF Output Suite 5.0 – SPOT</a:t>
            </a:r>
            <a:endParaRPr/>
          </a:p>
          <a:p>
            <a:pPr marL="2509520">
              <a:lnSpc>
                <a:spcPts val="1720"/>
              </a:lnSpc>
            </a:pPr>
            <a:r>
              <a:rPr sz="1600" b="1">
                <a:solidFill>
                  <a:srgbClr val="231F20"/>
                </a:solidFill>
                <a:latin typeface="Arial"/>
                <a:cs typeface="Arial"/>
              </a:rPr>
              <a:t>Conformance Level 1</a:t>
            </a:r>
            <a:endParaRPr/>
          </a:p>
          <a:p>
            <a:pPr marL="635" algn="ctr">
              <a:spcBef>
                <a:spcPts val="100"/>
              </a:spcBef>
            </a:pPr>
            <a:r>
              <a:rPr sz="1200" i="1">
                <a:solidFill>
                  <a:srgbClr val="231F20"/>
                </a:solidFill>
                <a:latin typeface="Arial"/>
                <a:cs typeface="Arial"/>
              </a:rPr>
              <a:t>De pagina’s bevatten test patches met essentiële PDF/X-4 (ISO 15930-7) features.</a:t>
            </a:r>
            <a:endParaRPr/>
          </a:p>
          <a:p>
            <a:pPr algn="ctr"/>
            <a:r>
              <a:rPr sz="1200" i="1" spc="-60">
                <a:solidFill>
                  <a:srgbClr val="231F20"/>
                </a:solidFill>
                <a:latin typeface="Arial"/>
                <a:cs typeface="Arial"/>
              </a:rPr>
              <a:t>Fouten worden aangeduid met ofwel een kruis of door een afwijking met het geïntegreerde referentiebeeld.</a:t>
            </a:r>
            <a:endParaRPr/>
          </a:p>
          <a:p>
            <a:pPr marL="26670">
              <a:spcBef>
                <a:spcPts val="400"/>
              </a:spcBef>
            </a:pPr>
            <a:r>
              <a:rPr sz="1400" b="1" spc="-190">
                <a:latin typeface="Arial"/>
                <a:cs typeface="Arial"/>
              </a:rPr>
              <a:t>Gepersonaliseerde testpagina's zijn vereist voor Ghent PDF Output Suite 5.0 Conformance Certification!!!</a:t>
            </a:r>
            <a:endParaRPr/>
          </a:p>
        </p:txBody>
      </p:sp>
      <p:sp>
        <p:nvSpPr>
          <p:cNvPr id="244" name="shape 244"/>
          <p:cNvSpPr txBox="1"/>
          <p:nvPr/>
        </p:nvSpPr>
        <p:spPr>
          <a:xfrm>
            <a:off x="3969385" y="7343866"/>
            <a:ext cx="3158491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971550" algn="l"/>
                <a:tab pos="3012440" algn="l"/>
              </a:tabLst>
            </a:pPr>
            <a:r>
              <a:rPr sz="600">
                <a:latin typeface="Arial"/>
                <a:cs typeface="Arial"/>
              </a:rPr>
              <a:t>29 Aug 2013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Ghent Workgroup © </a:t>
            </a:r>
            <a:r>
              <a:rPr sz="600"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10">
                <a:latin typeface="Arial"/>
                <a:cs typeface="Arial"/>
              </a:rPr>
              <a:t>12.0</a:t>
            </a:r>
            <a:endParaRPr/>
          </a:p>
        </p:txBody>
      </p:sp>
      <p:sp>
        <p:nvSpPr>
          <p:cNvPr id="245" name="shape 245"/>
          <p:cNvSpPr txBox="1"/>
          <p:nvPr/>
        </p:nvSpPr>
        <p:spPr>
          <a:xfrm>
            <a:off x="382905" y="9660513"/>
            <a:ext cx="6794500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877695" algn="l"/>
                <a:tab pos="6163310" algn="l"/>
              </a:tabLst>
            </a:pP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02.07.2021</a:t>
            </a: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© 2021 Ghent Workgroup, 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https://www.gwg.org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 spc="-55">
                <a:solidFill>
                  <a:srgbClr val="231F20"/>
                </a:solidFill>
                <a:latin typeface="Arial"/>
                <a:cs typeface="Arial"/>
              </a:rPr>
              <a:t>Page 4 / 6</a:t>
            </a:r>
            <a:endParaRPr/>
          </a:p>
        </p:txBody>
      </p:sp>
      <p:sp>
        <p:nvSpPr>
          <p:cNvPr id="246" name="shape 246"/>
          <p:cNvSpPr txBox="1"/>
          <p:nvPr/>
        </p:nvSpPr>
        <p:spPr>
          <a:xfrm>
            <a:off x="817245" y="3835026"/>
            <a:ext cx="218441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25">
                <a:latin typeface="Arial"/>
                <a:cs typeface="Arial"/>
              </a:rPr>
              <a:t>OPM0</a:t>
            </a:r>
            <a:endParaRPr/>
          </a:p>
        </p:txBody>
      </p:sp>
      <p:sp>
        <p:nvSpPr>
          <p:cNvPr id="247" name="shape 247"/>
          <p:cNvSpPr txBox="1"/>
          <p:nvPr/>
        </p:nvSpPr>
        <p:spPr>
          <a:xfrm>
            <a:off x="1312545" y="3661307"/>
            <a:ext cx="1510665" cy="6324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45">
                <a:latin typeface="Arial"/>
                <a:cs typeface="Arial"/>
              </a:rPr>
              <a:t>GWG 3.0 - Gray Overprint Patch</a:t>
            </a:r>
            <a:endParaRPr/>
          </a:p>
          <a:p>
            <a:pPr marL="238125">
              <a:spcBef>
                <a:spcPts val="300"/>
              </a:spcBef>
            </a:pPr>
            <a:r>
              <a:rPr sz="600">
                <a:latin typeface="Arial"/>
                <a:cs typeface="Arial"/>
              </a:rPr>
              <a:t>OPM0</a:t>
            </a:r>
            <a:endParaRPr/>
          </a:p>
          <a:p>
            <a:pPr marL="238125">
              <a:tabLst>
                <a:tab pos="381000" algn="l"/>
              </a:tabLst>
            </a:pPr>
            <a:r>
              <a:rPr sz="600">
                <a:latin typeface="Arial"/>
                <a:cs typeface="Arial"/>
              </a:rPr>
              <a:t>a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50% K over spot</a:t>
            </a:r>
            <a:endParaRPr/>
          </a:p>
          <a:p>
            <a:pPr marL="238125">
              <a:tabLst>
                <a:tab pos="381000" algn="l"/>
              </a:tabLst>
            </a:pPr>
            <a:r>
              <a:rPr sz="600">
                <a:latin typeface="Arial"/>
                <a:cs typeface="Arial"/>
              </a:rPr>
              <a:t>b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50% gray over spot</a:t>
            </a:r>
            <a:endParaRPr/>
          </a:p>
          <a:p>
            <a:pPr marL="238125" marR="351790" algn="just">
              <a:lnSpc>
                <a:spcPct val="99833"/>
              </a:lnSpc>
              <a:tabLst>
                <a:tab pos="381000" algn="l"/>
              </a:tabLst>
            </a:pPr>
            <a:r>
              <a:rPr sz="600">
                <a:latin typeface="Arial"/>
                <a:cs typeface="Arial"/>
              </a:rPr>
              <a:t>c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35">
                <a:latin typeface="Arial"/>
                <a:cs typeface="Arial"/>
              </a:rPr>
              <a:t>50% sep. black over spot </a:t>
            </a:r>
            <a:r>
              <a:rPr sz="600">
                <a:latin typeface="Arial"/>
                <a:cs typeface="Arial"/>
              </a:rPr>
              <a:t>d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50% K over CMYK</a:t>
            </a:r>
            <a:endParaRPr/>
          </a:p>
        </p:txBody>
      </p:sp>
      <p:sp>
        <p:nvSpPr>
          <p:cNvPr id="248" name="shape 248"/>
          <p:cNvSpPr txBox="1"/>
          <p:nvPr/>
        </p:nvSpPr>
        <p:spPr>
          <a:xfrm>
            <a:off x="2999740" y="3838912"/>
            <a:ext cx="218440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30">
                <a:latin typeface="Arial"/>
                <a:cs typeface="Arial"/>
              </a:rPr>
              <a:t>OPM1</a:t>
            </a:r>
            <a:endParaRPr/>
          </a:p>
        </p:txBody>
      </p:sp>
      <p:sp>
        <p:nvSpPr>
          <p:cNvPr id="249" name="shape 249"/>
          <p:cNvSpPr txBox="1"/>
          <p:nvPr/>
        </p:nvSpPr>
        <p:spPr>
          <a:xfrm>
            <a:off x="4318000" y="3865081"/>
            <a:ext cx="218441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25">
                <a:latin typeface="Arial"/>
                <a:cs typeface="Arial"/>
              </a:rPr>
              <a:t>OPM0</a:t>
            </a:r>
            <a:endParaRPr/>
          </a:p>
        </p:txBody>
      </p:sp>
      <p:sp>
        <p:nvSpPr>
          <p:cNvPr id="250" name="shape 250"/>
          <p:cNvSpPr txBox="1"/>
          <p:nvPr/>
        </p:nvSpPr>
        <p:spPr>
          <a:xfrm>
            <a:off x="4747260" y="3661307"/>
            <a:ext cx="1650366" cy="6324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 spc="-40">
                <a:latin typeface="Arial"/>
                <a:cs typeface="Arial"/>
              </a:rPr>
              <a:t>GWG 4.0.1 - White Overprint Patch</a:t>
            </a:r>
            <a:endParaRPr/>
          </a:p>
          <a:p>
            <a:pPr marL="331470">
              <a:spcBef>
                <a:spcPts val="300"/>
              </a:spcBef>
            </a:pPr>
            <a:r>
              <a:rPr sz="600">
                <a:latin typeface="Arial"/>
                <a:cs typeface="Arial"/>
              </a:rPr>
              <a:t>OPM0</a:t>
            </a:r>
            <a:endParaRPr/>
          </a:p>
          <a:p>
            <a:pPr marL="331470">
              <a:tabLst>
                <a:tab pos="476250" algn="l"/>
              </a:tabLst>
            </a:pPr>
            <a:r>
              <a:rPr sz="600">
                <a:latin typeface="Arial"/>
                <a:cs typeface="Arial"/>
              </a:rPr>
              <a:t>a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CMYK over spot</a:t>
            </a:r>
            <a:endParaRPr/>
          </a:p>
          <a:p>
            <a:pPr marL="331470">
              <a:tabLst>
                <a:tab pos="474345" algn="l"/>
              </a:tabLst>
            </a:pPr>
            <a:r>
              <a:rPr sz="600">
                <a:latin typeface="Arial"/>
                <a:cs typeface="Arial"/>
              </a:rPr>
              <a:t>b</a:t>
            </a:r>
            <a:r>
              <a:rPr sz="600">
                <a:latin typeface="Arial"/>
                <a:cs typeface="Arial"/>
              </a:rPr>
              <a:t>	</a:t>
            </a:r>
            <a:r>
              <a:rPr sz="600">
                <a:latin typeface="Arial"/>
                <a:cs typeface="Arial"/>
              </a:rPr>
              <a:t>Gray over spot</a:t>
            </a:r>
            <a:endParaRPr/>
          </a:p>
          <a:p>
            <a:pPr marL="331470" marR="541020" algn="just">
              <a:lnSpc>
                <a:spcPct val="99833"/>
              </a:lnSpc>
              <a:tabLst>
                <a:tab pos="478790" algn="l"/>
              </a:tabLst>
            </a:pPr>
            <a:r>
              <a:rPr sz="600">
                <a:latin typeface="Arial"/>
                <a:cs typeface="Arial"/>
              </a:rPr>
              <a:t>c</a:t>
            </a:r>
            <a:r>
              <a:rPr sz="600">
                <a:latin typeface="Arial"/>
                <a:cs typeface="Arial"/>
              </a:rPr>
              <a:t>	</a:t>
            </a:r>
            <a:r>
              <a:rPr sz="600" spc="-35">
                <a:latin typeface="Arial"/>
                <a:cs typeface="Arial"/>
              </a:rPr>
              <a:t>Sep. black over spot </a:t>
            </a:r>
            <a:r>
              <a:rPr sz="600" spc="-20">
                <a:latin typeface="Arial"/>
                <a:cs typeface="Arial"/>
              </a:rPr>
              <a:t>d       CMYK over CMYK</a:t>
            </a:r>
            <a:endParaRPr/>
          </a:p>
        </p:txBody>
      </p:sp>
      <p:sp>
        <p:nvSpPr>
          <p:cNvPr id="251" name="shape 251"/>
          <p:cNvSpPr txBox="1"/>
          <p:nvPr/>
        </p:nvSpPr>
        <p:spPr>
          <a:xfrm>
            <a:off x="6571615" y="3855328"/>
            <a:ext cx="218441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25">
                <a:latin typeface="Arial"/>
                <a:cs typeface="Arial"/>
              </a:rPr>
              <a:t>OPM1</a:t>
            </a:r>
            <a:endParaRPr/>
          </a:p>
        </p:txBody>
      </p:sp>
      <p:sp>
        <p:nvSpPr>
          <p:cNvPr id="252" name="shape 252"/>
          <p:cNvSpPr txBox="1"/>
          <p:nvPr/>
        </p:nvSpPr>
        <p:spPr>
          <a:xfrm>
            <a:off x="5883275" y="7074686"/>
            <a:ext cx="976631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635" marR="153670" algn="just">
              <a:lnSpc>
                <a:spcPct val="99834"/>
              </a:lnSpc>
            </a:pPr>
            <a:r>
              <a:rPr sz="600" spc="-25">
                <a:latin typeface="Arial"/>
                <a:cs typeface="Arial"/>
              </a:rPr>
              <a:t>the Knockout settings </a:t>
            </a:r>
            <a:r>
              <a:rPr sz="600">
                <a:latin typeface="Arial"/>
                <a:cs typeface="Arial"/>
              </a:rPr>
              <a:t>were not respected.</a:t>
            </a:r>
            <a:endParaRPr/>
          </a:p>
        </p:txBody>
      </p:sp>
      <p:sp>
        <p:nvSpPr>
          <p:cNvPr id="253" name="shape 253"/>
          <p:cNvSpPr txBox="1"/>
          <p:nvPr/>
        </p:nvSpPr>
        <p:spPr>
          <a:xfrm>
            <a:off x="452755" y="4313763"/>
            <a:ext cx="400050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7625"/>
            <a:r>
              <a:rPr sz="500">
                <a:latin typeface="Arial"/>
                <a:cs typeface="Arial"/>
              </a:rPr>
              <a:t>a</a:t>
            </a:r>
            <a:endParaRPr/>
          </a:p>
        </p:txBody>
      </p:sp>
      <p:sp>
        <p:nvSpPr>
          <p:cNvPr id="254" name="shape 254"/>
          <p:cNvSpPr txBox="1"/>
          <p:nvPr/>
        </p:nvSpPr>
        <p:spPr>
          <a:xfrm>
            <a:off x="452755" y="4733716"/>
            <a:ext cx="400050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7625"/>
            <a:r>
              <a:rPr sz="500">
                <a:latin typeface="Arial"/>
                <a:cs typeface="Arial"/>
              </a:rPr>
              <a:t>b</a:t>
            </a:r>
            <a:endParaRPr/>
          </a:p>
        </p:txBody>
      </p:sp>
      <p:sp>
        <p:nvSpPr>
          <p:cNvPr id="255" name="shape 255"/>
          <p:cNvSpPr txBox="1"/>
          <p:nvPr/>
        </p:nvSpPr>
        <p:spPr>
          <a:xfrm>
            <a:off x="452755" y="5143489"/>
            <a:ext cx="400050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0640"/>
            <a:r>
              <a:rPr sz="500">
                <a:latin typeface="Arial"/>
                <a:cs typeface="Arial"/>
              </a:rPr>
              <a:t>c</a:t>
            </a:r>
            <a:endParaRPr/>
          </a:p>
        </p:txBody>
      </p:sp>
      <p:sp>
        <p:nvSpPr>
          <p:cNvPr id="256" name="shape 256"/>
          <p:cNvSpPr txBox="1"/>
          <p:nvPr/>
        </p:nvSpPr>
        <p:spPr>
          <a:xfrm>
            <a:off x="452755" y="5256407"/>
            <a:ext cx="400050" cy="91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00" spc="-25">
                <a:latin typeface="Arial"/>
                <a:cs typeface="Arial"/>
              </a:rPr>
              <a:t>02 Jan 2013</a:t>
            </a:r>
            <a:endParaRPr/>
          </a:p>
        </p:txBody>
      </p:sp>
      <p:sp>
        <p:nvSpPr>
          <p:cNvPr id="257" name="shape 257"/>
          <p:cNvSpPr txBox="1"/>
          <p:nvPr/>
        </p:nvSpPr>
        <p:spPr>
          <a:xfrm>
            <a:off x="1313815" y="4310349"/>
            <a:ext cx="6731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d</a:t>
            </a:r>
            <a:endParaRPr/>
          </a:p>
        </p:txBody>
      </p:sp>
      <p:sp>
        <p:nvSpPr>
          <p:cNvPr id="258" name="shape 258"/>
          <p:cNvSpPr txBox="1"/>
          <p:nvPr/>
        </p:nvSpPr>
        <p:spPr>
          <a:xfrm>
            <a:off x="1313815" y="4726888"/>
            <a:ext cx="6731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"/>
            <a:r>
              <a:rPr sz="500">
                <a:latin typeface="Arial"/>
                <a:cs typeface="Arial"/>
              </a:rPr>
              <a:t>e</a:t>
            </a:r>
            <a:endParaRPr/>
          </a:p>
        </p:txBody>
      </p:sp>
      <p:sp>
        <p:nvSpPr>
          <p:cNvPr id="259" name="shape 259"/>
          <p:cNvSpPr txBox="1"/>
          <p:nvPr/>
        </p:nvSpPr>
        <p:spPr>
          <a:xfrm>
            <a:off x="1313815" y="5146842"/>
            <a:ext cx="67311" cy="76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00">
                <a:latin typeface="Arial"/>
                <a:cs typeface="Arial"/>
              </a:rPr>
              <a:t>f</a:t>
            </a:r>
            <a:endParaRPr/>
          </a:p>
        </p:txBody>
      </p:sp>
      <p:sp>
        <p:nvSpPr>
          <p:cNvPr id="260" name="shape 260"/>
          <p:cNvSpPr txBox="1"/>
          <p:nvPr/>
        </p:nvSpPr>
        <p:spPr>
          <a:xfrm>
            <a:off x="4576758" y="5975337"/>
            <a:ext cx="396240" cy="7620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ct val="86206"/>
              </a:lnSpc>
            </a:pPr>
            <a:r>
              <a:rPr sz="580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/>
          </a:p>
        </p:txBody>
      </p:sp>
      <p:sp>
        <p:nvSpPr>
          <p:cNvPr id="261" name="shape 261"/>
          <p:cNvSpPr txBox="1"/>
          <p:nvPr/>
        </p:nvSpPr>
        <p:spPr>
          <a:xfrm>
            <a:off x="6193342" y="5965067"/>
            <a:ext cx="402590" cy="7747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ct val="86158"/>
              </a:lnSpc>
            </a:pPr>
            <a:r>
              <a:rPr sz="590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406873" y="171396"/>
            <a:ext cx="6757124" cy="396245"/>
            <a:chOff x="0" y="0"/>
            <a:chExt cx="6757124" cy="396244"/>
          </a:xfrm>
        </p:grpSpPr>
        <p:sp>
          <p:nvSpPr>
            <p:cNvPr id="3" name="shape 3"/>
            <p:cNvSpPr/>
            <p:nvPr/>
          </p:nvSpPr>
          <p:spPr>
            <a:xfrm>
              <a:off x="5422106" y="17080"/>
              <a:ext cx="168568" cy="61256"/>
            </a:xfrm>
            <a:custGeom>
              <a:pathLst>
                <a:path w="168567" h="61255">
                  <a:moveTo>
                    <a:pt x="84278" y="0"/>
                  </a:moveTo>
                  <a:lnTo>
                    <a:pt x="42184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2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5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4" name="shape 4"/>
            <p:cNvSpPr/>
            <p:nvPr/>
          </p:nvSpPr>
          <p:spPr>
            <a:xfrm>
              <a:off x="5328001" y="111150"/>
              <a:ext cx="61280" cy="168568"/>
            </a:xfrm>
            <a:custGeom>
              <a:pathLst>
                <a:path w="61279" h="168567">
                  <a:moveTo>
                    <a:pt x="37873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3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5" name="shape 5"/>
            <p:cNvSpPr/>
            <p:nvPr/>
          </p:nvSpPr>
          <p:spPr>
            <a:xfrm>
              <a:off x="5623512" y="111151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6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5422114" y="312553"/>
              <a:ext cx="168567" cy="61284"/>
            </a:xfrm>
            <a:custGeom>
              <a:pathLst>
                <a:path w="168566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5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6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5413330" y="102385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5805336" y="11514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5945918" y="8602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6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6052643" y="48376"/>
              <a:ext cx="87668" cy="100838"/>
            </a:xfrm>
            <a:custGeom>
              <a:pathLst>
                <a:path w="87667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6161860" y="48593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90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6264526" y="27640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5801019" y="223124"/>
              <a:ext cx="168924" cy="134354"/>
            </a:xfrm>
            <a:custGeom>
              <a:pathLst>
                <a:path w="168923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2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5" y="114414"/>
                  </a:lnTo>
                  <a:lnTo>
                    <a:pt x="35306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3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5972236" y="258815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6091476" y="258806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6160000" y="215974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6249289" y="258818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0" y="82105"/>
                  </a:lnTo>
                  <a:lnTo>
                    <a:pt x="74332" y="82105"/>
                  </a:lnTo>
                  <a:lnTo>
                    <a:pt x="74332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5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0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6370612" y="258806"/>
              <a:ext cx="49911" cy="98667"/>
            </a:xfrm>
            <a:custGeom>
              <a:pathLst>
                <a:path w="49910" h="98666">
                  <a:moveTo>
                    <a:pt x="44958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9" name="shape 19"/>
            <p:cNvSpPr/>
            <p:nvPr/>
          </p:nvSpPr>
          <p:spPr>
            <a:xfrm>
              <a:off x="6429974" y="258815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5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6549245" y="260999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6662115" y="258815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3" y="18719"/>
                  </a:lnTo>
                  <a:lnTo>
                    <a:pt x="17259" y="18719"/>
                  </a:lnTo>
                  <a:lnTo>
                    <a:pt x="16217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2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39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4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1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pic>
          <p:nvPicPr>
            <p:cNvPr id="22" name="shape 2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5412" y="0"/>
              <a:ext cx="3722714" cy="347553"/>
            </a:xfrm>
            <a:prstGeom prst="rect"/>
          </p:spPr>
        </p:pic>
        <p:sp>
          <p:nvSpPr>
            <p:cNvPr id="23" name="shape 23"/>
            <p:cNvSpPr/>
            <p:nvPr/>
          </p:nvSpPr>
          <p:spPr>
            <a:xfrm>
              <a:off x="94106" y="17080"/>
              <a:ext cx="168568" cy="61256"/>
            </a:xfrm>
            <a:custGeom>
              <a:pathLst>
                <a:path w="168567" h="61255">
                  <a:moveTo>
                    <a:pt x="84283" y="0"/>
                  </a:moveTo>
                  <a:lnTo>
                    <a:pt x="42190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1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6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4" name="shape 24"/>
            <p:cNvSpPr/>
            <p:nvPr/>
          </p:nvSpPr>
          <p:spPr>
            <a:xfrm>
              <a:off x="0" y="111150"/>
              <a:ext cx="61280" cy="168568"/>
            </a:xfrm>
            <a:custGeom>
              <a:pathLst>
                <a:path w="61279" h="168567">
                  <a:moveTo>
                    <a:pt x="37872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2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295512" y="111151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5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94115" y="312553"/>
              <a:ext cx="168568" cy="61284"/>
            </a:xfrm>
            <a:custGeom>
              <a:pathLst>
                <a:path w="168567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6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7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85329" y="102385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477336" y="11514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617918" y="8602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7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724642" y="48376"/>
              <a:ext cx="87669" cy="100838"/>
            </a:xfrm>
            <a:custGeom>
              <a:pathLst>
                <a:path w="87668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833859" y="48593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77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936525" y="27640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3" name="shape 33"/>
            <p:cNvSpPr/>
            <p:nvPr/>
          </p:nvSpPr>
          <p:spPr>
            <a:xfrm>
              <a:off x="473019" y="223124"/>
              <a:ext cx="168923" cy="134354"/>
            </a:xfrm>
            <a:custGeom>
              <a:pathLst>
                <a:path w="168922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1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4" y="114414"/>
                  </a:lnTo>
                  <a:lnTo>
                    <a:pt x="35305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2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4" name="shape 34"/>
            <p:cNvSpPr/>
            <p:nvPr/>
          </p:nvSpPr>
          <p:spPr>
            <a:xfrm>
              <a:off x="644237" y="258815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25" y="3461"/>
                  </a:lnTo>
                  <a:lnTo>
                    <a:pt x="14376" y="13496"/>
                  </a:lnTo>
                  <a:lnTo>
                    <a:pt x="3852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763475" y="258806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832001" y="215974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921289" y="258818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1" y="82105"/>
                  </a:lnTo>
                  <a:lnTo>
                    <a:pt x="74333" y="82105"/>
                  </a:lnTo>
                  <a:lnTo>
                    <a:pt x="74333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6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1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1042612" y="258806"/>
              <a:ext cx="49911" cy="98667"/>
            </a:xfrm>
            <a:custGeom>
              <a:pathLst>
                <a:path w="49910" h="98666">
                  <a:moveTo>
                    <a:pt x="44957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09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0" y="16941"/>
                  </a:lnTo>
                  <a:lnTo>
                    <a:pt x="49910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1101974" y="258815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6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1221244" y="260999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1334116" y="258815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2" y="18719"/>
                  </a:lnTo>
                  <a:lnTo>
                    <a:pt x="17259" y="18719"/>
                  </a:lnTo>
                  <a:lnTo>
                    <a:pt x="16218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1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40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5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0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grpSp>
        <p:nvGrpSpPr>
          <p:cNvPr id="42" name="shape 42"/>
          <p:cNvGrpSpPr/>
          <p:nvPr/>
        </p:nvGrpSpPr>
        <p:grpSpPr>
          <a:xfrm>
            <a:off x="418597" y="1517499"/>
            <a:ext cx="3203995" cy="1764005"/>
            <a:chOff x="0" y="0"/>
            <a:chExt cx="3203995" cy="1764005"/>
          </a:xfrm>
        </p:grpSpPr>
        <p:sp>
          <p:nvSpPr>
            <p:cNvPr id="43" name="shape 43"/>
            <p:cNvSpPr/>
            <p:nvPr/>
          </p:nvSpPr>
          <p:spPr>
            <a:xfrm>
              <a:off x="0" y="0"/>
              <a:ext cx="3203995" cy="1764005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44" name="shape 44"/>
            <p:cNvSpPr/>
            <p:nvPr/>
          </p:nvSpPr>
          <p:spPr>
            <a:xfrm>
              <a:off x="162001" y="341998"/>
              <a:ext cx="720002" cy="720002"/>
            </a:xfrm>
            <a:prstGeom prst="rect">
              <a:avLst/>
            </a:prstGeom>
            <a:solidFill>
              <a:srgbClr val="636466"/>
            </a:solidFill>
          </p:spPr>
        </p:sp>
        <p:pic>
          <p:nvPicPr>
            <p:cNvPr id="45" name="shape 4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670" y="447768"/>
              <a:ext cx="501766" cy="501766"/>
            </a:xfrm>
            <a:prstGeom prst="rect"/>
          </p:spPr>
        </p:pic>
        <p:sp>
          <p:nvSpPr>
            <p:cNvPr id="46" name="shape 46"/>
            <p:cNvSpPr/>
            <p:nvPr/>
          </p:nvSpPr>
          <p:spPr>
            <a:xfrm>
              <a:off x="882002" y="341998"/>
              <a:ext cx="720002" cy="720002"/>
            </a:xfrm>
            <a:prstGeom prst="rect">
              <a:avLst/>
            </a:prstGeom>
            <a:solidFill>
              <a:srgbClr val="636466"/>
            </a:solidFill>
          </p:spPr>
        </p:sp>
        <p:pic>
          <p:nvPicPr>
            <p:cNvPr id="47" name="shape 4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5837" y="447768"/>
              <a:ext cx="501766" cy="501766"/>
            </a:xfrm>
            <a:prstGeom prst="rect"/>
          </p:spPr>
        </p:pic>
        <p:sp>
          <p:nvSpPr>
            <p:cNvPr id="48" name="shape 48"/>
            <p:cNvSpPr/>
            <p:nvPr/>
          </p:nvSpPr>
          <p:spPr>
            <a:xfrm>
              <a:off x="1602004" y="341998"/>
              <a:ext cx="720002" cy="720002"/>
            </a:xfrm>
            <a:prstGeom prst="rect">
              <a:avLst/>
            </a:prstGeom>
            <a:solidFill>
              <a:srgbClr val="636466"/>
            </a:solidFill>
          </p:spPr>
        </p:sp>
        <p:pic>
          <p:nvPicPr>
            <p:cNvPr id="49" name="shape 4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03" y="447768"/>
              <a:ext cx="508000" cy="501766"/>
            </a:xfrm>
            <a:prstGeom prst="rect"/>
          </p:spPr>
        </p:pic>
        <p:sp>
          <p:nvSpPr>
            <p:cNvPr id="50" name="shape 50"/>
            <p:cNvSpPr/>
            <p:nvPr/>
          </p:nvSpPr>
          <p:spPr>
            <a:xfrm>
              <a:off x="2322005" y="341998"/>
              <a:ext cx="720001" cy="720002"/>
            </a:xfrm>
            <a:prstGeom prst="rect">
              <a:avLst/>
            </a:prstGeom>
            <a:solidFill>
              <a:srgbClr val="636466"/>
            </a:solidFill>
          </p:spPr>
        </p:sp>
        <p:pic>
          <p:nvPicPr>
            <p:cNvPr id="51" name="shape 5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5670" y="447768"/>
              <a:ext cx="506499" cy="501766"/>
            </a:xfrm>
            <a:prstGeom prst="rect"/>
          </p:spPr>
        </p:pic>
        <p:sp>
          <p:nvSpPr>
            <p:cNvPr id="52" name="shape 52"/>
            <p:cNvSpPr/>
            <p:nvPr/>
          </p:nvSpPr>
          <p:spPr>
            <a:xfrm>
              <a:off x="996004" y="448200"/>
              <a:ext cx="252438" cy="504889"/>
            </a:xfrm>
            <a:custGeom>
              <a:pathLst>
                <a:path w="252437" h="504888">
                  <a:moveTo>
                    <a:pt x="252437" y="176174"/>
                  </a:move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7" y="328739"/>
                  </a:lnTo>
                </a:path>
              </a:pathLst>
            </a:custGeom>
            <a:solidFill>
              <a:srgbClr val="636466"/>
            </a:solidFill>
          </p:spPr>
        </p:sp>
        <p:sp>
          <p:nvSpPr>
            <p:cNvPr id="53" name="shape 53"/>
            <p:cNvSpPr/>
            <p:nvPr/>
          </p:nvSpPr>
          <p:spPr>
            <a:xfrm>
              <a:off x="987023" y="439218"/>
              <a:ext cx="265909" cy="522849"/>
            </a:xfrm>
            <a:custGeom>
              <a:pathLst>
                <a:path w="265908" h="522848">
                  <a:moveTo>
                    <a:pt x="261418" y="185155"/>
                  </a:moveTo>
                  <a:lnTo>
                    <a:pt x="85257" y="8981"/>
                  </a:lnTo>
                  <a:lnTo>
                    <a:pt x="8980" y="85282"/>
                  </a:lnTo>
                  <a:lnTo>
                    <a:pt x="185117" y="261457"/>
                  </a:lnTo>
                  <a:lnTo>
                    <a:pt x="8980" y="437631"/>
                  </a:lnTo>
                  <a:lnTo>
                    <a:pt x="85257" y="513869"/>
                  </a:lnTo>
                  <a:lnTo>
                    <a:pt x="261418" y="337720"/>
                  </a:lnTo>
                </a:path>
              </a:pathLst>
            </a:custGeom>
            <a:ln w="12700" cap="flat">
              <a:solidFill>
                <a:srgbClr val="636466"/>
              </a:solidFill>
              <a:prstDash val="solid"/>
              <a:miter lim="10"/>
            </a:ln>
          </p:spPr>
        </p:sp>
        <p:sp>
          <p:nvSpPr>
            <p:cNvPr id="54" name="shape 54"/>
            <p:cNvSpPr/>
            <p:nvPr/>
          </p:nvSpPr>
          <p:spPr>
            <a:xfrm>
              <a:off x="1716004" y="448200"/>
              <a:ext cx="252438" cy="504889"/>
            </a:xfrm>
            <a:custGeom>
              <a:pathLst>
                <a:path w="252437" h="504888">
                  <a:moveTo>
                    <a:pt x="252437" y="176174"/>
                  </a:move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7" y="328739"/>
                  </a:lnTo>
                </a:path>
              </a:pathLst>
            </a:custGeom>
            <a:solidFill>
              <a:srgbClr val="636466"/>
            </a:solidFill>
          </p:spPr>
        </p:sp>
        <p:sp>
          <p:nvSpPr>
            <p:cNvPr id="55" name="shape 55"/>
            <p:cNvSpPr/>
            <p:nvPr/>
          </p:nvSpPr>
          <p:spPr>
            <a:xfrm>
              <a:off x="1707023" y="439218"/>
              <a:ext cx="265909" cy="522849"/>
            </a:xfrm>
            <a:custGeom>
              <a:pathLst>
                <a:path w="265908" h="522848">
                  <a:moveTo>
                    <a:pt x="261418" y="185155"/>
                  </a:moveTo>
                  <a:lnTo>
                    <a:pt x="85257" y="8981"/>
                  </a:lnTo>
                  <a:lnTo>
                    <a:pt x="8980" y="85282"/>
                  </a:lnTo>
                  <a:lnTo>
                    <a:pt x="185117" y="261457"/>
                  </a:lnTo>
                  <a:lnTo>
                    <a:pt x="8980" y="437631"/>
                  </a:lnTo>
                  <a:lnTo>
                    <a:pt x="85257" y="513869"/>
                  </a:lnTo>
                  <a:lnTo>
                    <a:pt x="261418" y="337720"/>
                  </a:lnTo>
                </a:path>
              </a:pathLst>
            </a:custGeom>
            <a:ln w="12700" cap="flat">
              <a:solidFill>
                <a:srgbClr val="636466"/>
              </a:solidFill>
              <a:prstDash val="solid"/>
              <a:miter lim="10"/>
            </a:ln>
          </p:spPr>
        </p:sp>
        <p:sp>
          <p:nvSpPr>
            <p:cNvPr id="56" name="shape 56"/>
            <p:cNvSpPr/>
            <p:nvPr/>
          </p:nvSpPr>
          <p:spPr>
            <a:xfrm>
              <a:off x="276004" y="448200"/>
              <a:ext cx="252438" cy="504889"/>
            </a:xfrm>
            <a:custGeom>
              <a:pathLst>
                <a:path w="252437" h="504888">
                  <a:moveTo>
                    <a:pt x="252437" y="176174"/>
                  </a:move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7" y="328739"/>
                  </a:lnTo>
                </a:path>
              </a:pathLst>
            </a:custGeom>
            <a:solidFill>
              <a:srgbClr val="515151"/>
            </a:solidFill>
          </p:spPr>
        </p:sp>
        <p:sp>
          <p:nvSpPr>
            <p:cNvPr id="57" name="shape 57"/>
            <p:cNvSpPr txBox="1"/>
            <p:nvPr/>
          </p:nvSpPr>
          <p:spPr>
            <a:xfrm>
              <a:off x="439923" y="1066109"/>
              <a:ext cx="164466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 spc="-10">
                  <a:latin typeface="Arial"/>
                  <a:cs typeface="Arial"/>
                </a:rPr>
                <a:t>25%</a:t>
              </a:r>
              <a:endParaRPr/>
            </a:p>
          </p:txBody>
        </p:sp>
        <p:sp>
          <p:nvSpPr>
            <p:cNvPr id="58" name="shape 58"/>
            <p:cNvSpPr txBox="1"/>
            <p:nvPr/>
          </p:nvSpPr>
          <p:spPr>
            <a:xfrm>
              <a:off x="1092068" y="1066109"/>
              <a:ext cx="299721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>
                  <a:latin typeface="Arial"/>
                  <a:cs typeface="Arial"/>
                </a:rPr>
                <a:t>0/0/0/75</a:t>
              </a:r>
              <a:endParaRPr/>
            </a:p>
          </p:txBody>
        </p:sp>
        <p:sp>
          <p:nvSpPr>
            <p:cNvPr id="59" name="shape 59"/>
            <p:cNvSpPr txBox="1"/>
            <p:nvPr/>
          </p:nvSpPr>
          <p:spPr>
            <a:xfrm>
              <a:off x="1909948" y="1066109"/>
              <a:ext cx="104140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>
                  <a:latin typeface="Arial"/>
                  <a:cs typeface="Arial"/>
                </a:rPr>
                <a:t>75</a:t>
              </a:r>
              <a:endParaRPr/>
            </a:p>
          </p:txBody>
        </p:sp>
        <p:sp>
          <p:nvSpPr>
            <p:cNvPr id="60" name="shape 60"/>
            <p:cNvSpPr txBox="1"/>
            <p:nvPr/>
          </p:nvSpPr>
          <p:spPr>
            <a:xfrm>
              <a:off x="2630038" y="1066109"/>
              <a:ext cx="104140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>
                  <a:latin typeface="Arial"/>
                  <a:cs typeface="Arial"/>
                </a:rPr>
                <a:t>75</a:t>
              </a:r>
              <a:endParaRPr/>
            </a:p>
          </p:txBody>
        </p:sp>
        <p:sp>
          <p:nvSpPr>
            <p:cNvPr id="61" name="shape 61"/>
            <p:cNvSpPr txBox="1"/>
            <p:nvPr/>
          </p:nvSpPr>
          <p:spPr>
            <a:xfrm>
              <a:off x="328163" y="219451"/>
              <a:ext cx="2499995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712470" algn="l"/>
                  <a:tab pos="1461770" algn="l"/>
                  <a:tab pos="2221230" algn="l"/>
                </a:tabLst>
              </a:pPr>
              <a:r>
                <a:rPr sz="600">
                  <a:latin typeface="Arial"/>
                  <a:cs typeface="Arial"/>
                </a:rPr>
                <a:t>DeviceGray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DeviceCMYK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Separation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5">
                  <a:latin typeface="Arial"/>
                  <a:cs typeface="Arial"/>
                </a:rPr>
                <a:t>DeviceN</a:t>
              </a:r>
              <a:endParaRPr/>
            </a:p>
          </p:txBody>
        </p:sp>
        <p:sp>
          <p:nvSpPr>
            <p:cNvPr id="62" name="shape 62"/>
            <p:cNvSpPr txBox="1"/>
            <p:nvPr/>
          </p:nvSpPr>
          <p:spPr>
            <a:xfrm>
              <a:off x="817748" y="961944"/>
              <a:ext cx="62866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>
                  <a:latin typeface="Arial"/>
                  <a:cs typeface="Arial"/>
                </a:rPr>
                <a:t>a</a:t>
              </a:r>
              <a:endParaRPr/>
            </a:p>
          </p:txBody>
        </p:sp>
        <p:sp>
          <p:nvSpPr>
            <p:cNvPr id="63" name="shape 63"/>
            <p:cNvSpPr txBox="1"/>
            <p:nvPr/>
          </p:nvSpPr>
          <p:spPr>
            <a:xfrm>
              <a:off x="1537838" y="961944"/>
              <a:ext cx="69850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>
                  <a:latin typeface="Arial"/>
                  <a:cs typeface="Arial"/>
                </a:rPr>
                <a:t>b</a:t>
              </a:r>
              <a:endParaRPr/>
            </a:p>
          </p:txBody>
        </p:sp>
        <p:sp>
          <p:nvSpPr>
            <p:cNvPr id="64" name="shape 64"/>
            <p:cNvSpPr txBox="1"/>
            <p:nvPr/>
          </p:nvSpPr>
          <p:spPr>
            <a:xfrm>
              <a:off x="2257928" y="961944"/>
              <a:ext cx="60325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>
                  <a:latin typeface="Arial"/>
                  <a:cs typeface="Arial"/>
                </a:rPr>
                <a:t>c</a:t>
              </a:r>
              <a:endParaRPr/>
            </a:p>
          </p:txBody>
        </p:sp>
        <p:sp>
          <p:nvSpPr>
            <p:cNvPr id="65" name="shape 65"/>
            <p:cNvSpPr txBox="1"/>
            <p:nvPr/>
          </p:nvSpPr>
          <p:spPr>
            <a:xfrm>
              <a:off x="2978018" y="961944"/>
              <a:ext cx="69215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00">
                  <a:latin typeface="Arial"/>
                  <a:cs typeface="Arial"/>
                </a:rPr>
                <a:t>d</a:t>
              </a:r>
              <a:endParaRPr/>
            </a:p>
          </p:txBody>
        </p:sp>
        <p:sp>
          <p:nvSpPr>
            <p:cNvPr id="66" name="shape 66"/>
            <p:cNvSpPr/>
            <p:nvPr/>
          </p:nvSpPr>
          <p:spPr>
            <a:xfrm>
              <a:off x="2436005" y="448200"/>
              <a:ext cx="252438" cy="504889"/>
            </a:xfrm>
            <a:custGeom>
              <a:pathLst>
                <a:path w="252437" h="504888">
                  <a:moveTo>
                    <a:pt x="252437" y="176174"/>
                  </a:move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7" y="328739"/>
                  </a:lnTo>
                </a:path>
              </a:pathLst>
            </a:custGeom>
            <a:solidFill>
              <a:srgbClr val="636466"/>
            </a:solidFill>
          </p:spPr>
        </p:sp>
        <p:sp>
          <p:nvSpPr>
            <p:cNvPr id="67" name="shape 67"/>
            <p:cNvSpPr/>
            <p:nvPr/>
          </p:nvSpPr>
          <p:spPr>
            <a:xfrm>
              <a:off x="2427024" y="439218"/>
              <a:ext cx="265909" cy="522849"/>
            </a:xfrm>
            <a:custGeom>
              <a:pathLst>
                <a:path w="265908" h="522848">
                  <a:moveTo>
                    <a:pt x="261418" y="185155"/>
                  </a:moveTo>
                  <a:lnTo>
                    <a:pt x="85257" y="8981"/>
                  </a:lnTo>
                  <a:lnTo>
                    <a:pt x="8980" y="85282"/>
                  </a:lnTo>
                  <a:lnTo>
                    <a:pt x="185117" y="261457"/>
                  </a:lnTo>
                  <a:lnTo>
                    <a:pt x="8980" y="437631"/>
                  </a:lnTo>
                  <a:lnTo>
                    <a:pt x="85257" y="513869"/>
                  </a:lnTo>
                  <a:lnTo>
                    <a:pt x="261418" y="337720"/>
                  </a:lnTo>
                </a:path>
              </a:pathLst>
            </a:custGeom>
            <a:ln w="12700" cap="flat">
              <a:solidFill>
                <a:srgbClr val="636466"/>
              </a:solidFill>
              <a:prstDash val="solid"/>
              <a:miter lim="10"/>
            </a:ln>
          </p:spPr>
        </p:sp>
        <p:sp>
          <p:nvSpPr>
            <p:cNvPr id="68" name="shape 68"/>
            <p:cNvSpPr txBox="1"/>
            <p:nvPr/>
          </p:nvSpPr>
          <p:spPr>
            <a:xfrm>
              <a:off x="90673" y="1220909"/>
              <a:ext cx="3002280" cy="3124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250825" marR="517525" algn="just">
                <a:lnSpc>
                  <a:spcPct val="99833"/>
                </a:lnSpc>
              </a:pPr>
              <a:r>
                <a:rPr sz="600" spc="-20">
                  <a:latin typeface="Arial"/>
                  <a:cs typeface="Arial"/>
                </a:rPr>
                <a:t>Rendering Intent: Relative Colorimetric with Black Point Compensation </a:t>
              </a:r>
              <a:r>
                <a:rPr sz="600">
                  <a:latin typeface="Arial"/>
                  <a:cs typeface="Arial"/>
                </a:rPr>
                <a:t>Output Intent: ISO Coated v2 300% (ECI)</a:t>
              </a:r>
              <a:endParaRPr/>
            </a:p>
            <a:p>
              <a:pPr marL="12700">
                <a:spcBef>
                  <a:spcPts val="300"/>
                </a:spcBef>
              </a:pPr>
              <a:r>
                <a:rPr sz="600" spc="-20">
                  <a:latin typeface="Arial"/>
                  <a:cs typeface="Arial"/>
                </a:rPr>
                <a:t>If an </a:t>
              </a:r>
              <a:r>
                <a:rPr sz="600" b="1" spc="-20">
                  <a:latin typeface="Arial"/>
                  <a:cs typeface="Arial"/>
                </a:rPr>
                <a:t>X </a:t>
              </a:r>
              <a:r>
                <a:rPr sz="600" spc="-20">
                  <a:latin typeface="Arial"/>
                  <a:cs typeface="Arial"/>
                </a:rPr>
                <a:t>(or half of an </a:t>
              </a:r>
              <a:r>
                <a:rPr sz="600" b="1" spc="-20">
                  <a:latin typeface="Arial"/>
                  <a:cs typeface="Arial"/>
                </a:rPr>
                <a:t>X</a:t>
              </a:r>
              <a:r>
                <a:rPr sz="600" spc="-20">
                  <a:latin typeface="Arial"/>
                  <a:cs typeface="Arial"/>
                </a:rPr>
                <a:t>) appears, the defined color space is treated differently than DeviceCMYK</a:t>
              </a:r>
              <a:endParaRPr/>
            </a:p>
          </p:txBody>
        </p:sp>
        <p:sp>
          <p:nvSpPr>
            <p:cNvPr id="69" name="shape 69"/>
            <p:cNvSpPr txBox="1"/>
            <p:nvPr/>
          </p:nvSpPr>
          <p:spPr>
            <a:xfrm>
              <a:off x="923158" y="15781"/>
              <a:ext cx="1355725" cy="13716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900" spc="-45">
                  <a:latin typeface="Arial"/>
                  <a:cs typeface="Arial"/>
                </a:rPr>
                <a:t>GWG 23.0 - 4 different Grays</a:t>
              </a:r>
              <a:endParaRPr/>
            </a:p>
          </p:txBody>
        </p:sp>
        <p:sp>
          <p:nvSpPr>
            <p:cNvPr id="70" name="shape 70"/>
            <p:cNvSpPr txBox="1"/>
            <p:nvPr/>
          </p:nvSpPr>
          <p:spPr>
            <a:xfrm>
              <a:off x="22093" y="1655732"/>
              <a:ext cx="3157855" cy="9144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899160" algn="l"/>
                  <a:tab pos="3011805" algn="l"/>
                </a:tabLst>
              </a:pPr>
              <a:r>
                <a:rPr sz="600">
                  <a:latin typeface="Arial"/>
                  <a:cs typeface="Arial"/>
                </a:rPr>
                <a:t>12 Apr 2016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Ghent PDF Workgroup © </a:t>
              </a:r>
              <a:r>
                <a:rPr sz="600">
                  <a:latin typeface="Arial"/>
                  <a:cs typeface="Arial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spc="-10">
                  <a:latin typeface="Arial"/>
                  <a:cs typeface="Arial"/>
                </a:rPr>
                <a:t>23.0</a:t>
              </a:r>
              <a:endParaRPr/>
            </a:p>
          </p:txBody>
        </p:sp>
      </p:grpSp>
      <p:grpSp>
        <p:nvGrpSpPr>
          <p:cNvPr id="71" name="shape 71"/>
          <p:cNvGrpSpPr/>
          <p:nvPr/>
        </p:nvGrpSpPr>
        <p:grpSpPr>
          <a:xfrm>
            <a:off x="4108597" y="1859497"/>
            <a:ext cx="2880004" cy="720002"/>
            <a:chOff x="0" y="0"/>
            <a:chExt cx="2880004" cy="720001"/>
          </a:xfrm>
        </p:grpSpPr>
        <p:sp>
          <p:nvSpPr>
            <p:cNvPr id="72" name="shape 72"/>
            <p:cNvSpPr/>
            <p:nvPr/>
          </p:nvSpPr>
          <p:spPr>
            <a:xfrm>
              <a:off x="2160003" y="0"/>
              <a:ext cx="720001" cy="720002"/>
            </a:xfrm>
            <a:prstGeom prst="rect">
              <a:avLst/>
            </a:prstGeom>
            <a:solidFill>
              <a:srgbClr val="009543"/>
            </a:solidFill>
          </p:spPr>
        </p:sp>
        <p:pic>
          <p:nvPicPr>
            <p:cNvPr id="73" name="shape 7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66803" y="109003"/>
              <a:ext cx="508000" cy="503253"/>
            </a:xfrm>
            <a:prstGeom prst="rect"/>
          </p:spPr>
        </p:pic>
        <p:sp>
          <p:nvSpPr>
            <p:cNvPr id="74" name="shape 74"/>
            <p:cNvSpPr/>
            <p:nvPr/>
          </p:nvSpPr>
          <p:spPr>
            <a:xfrm>
              <a:off x="1440002" y="0"/>
              <a:ext cx="720001" cy="720002"/>
            </a:xfrm>
            <a:prstGeom prst="rect">
              <a:avLst/>
            </a:prstGeom>
            <a:solidFill>
              <a:srgbClr val="009543"/>
            </a:solidFill>
          </p:spPr>
        </p:sp>
        <p:sp>
          <p:nvSpPr>
            <p:cNvPr id="75" name="shape 75"/>
            <p:cNvSpPr/>
            <p:nvPr/>
          </p:nvSpPr>
          <p:spPr>
            <a:xfrm>
              <a:off x="1546201" y="108000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599" y="0"/>
                  </a:lnTo>
                  <a:lnTo>
                    <a:pt x="252438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8" y="328739"/>
                  </a:lnTo>
                  <a:lnTo>
                    <a:pt x="428599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009D2A"/>
            </a:solidFill>
          </p:spPr>
        </p:sp>
        <p:sp>
          <p:nvSpPr>
            <p:cNvPr id="76" name="shape 76"/>
            <p:cNvSpPr/>
            <p:nvPr/>
          </p:nvSpPr>
          <p:spPr>
            <a:xfrm>
              <a:off x="720001" y="0"/>
              <a:ext cx="720001" cy="720002"/>
            </a:xfrm>
            <a:prstGeom prst="rect">
              <a:avLst/>
            </a:prstGeom>
            <a:solidFill>
              <a:srgbClr val="009543"/>
            </a:solidFill>
          </p:spPr>
        </p:sp>
        <p:pic>
          <p:nvPicPr>
            <p:cNvPr id="77" name="shape 7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1703" y="105770"/>
              <a:ext cx="508000" cy="501766"/>
            </a:xfrm>
            <a:prstGeom prst="rect"/>
          </p:spPr>
        </p:pic>
        <p:sp>
          <p:nvSpPr>
            <p:cNvPr id="78" name="shape 78"/>
            <p:cNvSpPr/>
            <p:nvPr/>
          </p:nvSpPr>
          <p:spPr>
            <a:xfrm>
              <a:off x="0" y="0"/>
              <a:ext cx="720001" cy="720002"/>
            </a:xfrm>
            <a:prstGeom prst="rect">
              <a:avLst/>
            </a:prstGeom>
            <a:solidFill>
              <a:srgbClr val="009543"/>
            </a:solidFill>
          </p:spPr>
        </p:sp>
        <p:sp>
          <p:nvSpPr>
            <p:cNvPr id="79" name="shape 79"/>
            <p:cNvSpPr/>
            <p:nvPr/>
          </p:nvSpPr>
          <p:spPr>
            <a:xfrm>
              <a:off x="106200" y="108000"/>
              <a:ext cx="504902" cy="504889"/>
            </a:xfrm>
            <a:custGeom>
              <a:pathLst>
                <a:path w="504901" h="504888">
                  <a:moveTo>
                    <a:pt x="504901" y="76301"/>
                  </a:moveTo>
                  <a:lnTo>
                    <a:pt x="428599" y="0"/>
                  </a:lnTo>
                  <a:lnTo>
                    <a:pt x="252438" y="176174"/>
                  </a:lnTo>
                  <a:lnTo>
                    <a:pt x="76276" y="0"/>
                  </a:lnTo>
                  <a:lnTo>
                    <a:pt x="0" y="76301"/>
                  </a:lnTo>
                  <a:lnTo>
                    <a:pt x="176136" y="252475"/>
                  </a:lnTo>
                  <a:lnTo>
                    <a:pt x="0" y="428650"/>
                  </a:lnTo>
                  <a:lnTo>
                    <a:pt x="76276" y="504888"/>
                  </a:lnTo>
                  <a:lnTo>
                    <a:pt x="252438" y="328739"/>
                  </a:lnTo>
                  <a:lnTo>
                    <a:pt x="428599" y="504888"/>
                  </a:lnTo>
                  <a:lnTo>
                    <a:pt x="504901" y="428650"/>
                  </a:lnTo>
                  <a:lnTo>
                    <a:pt x="328739" y="252475"/>
                  </a:lnTo>
                  <a:close/>
                </a:path>
              </a:pathLst>
            </a:custGeom>
            <a:solidFill>
              <a:srgbClr val="009A00"/>
            </a:solidFill>
          </p:spPr>
        </p:sp>
      </p:grpSp>
      <p:grpSp>
        <p:nvGrpSpPr>
          <p:cNvPr id="80" name="shape 80"/>
          <p:cNvGrpSpPr/>
          <p:nvPr/>
        </p:nvGrpSpPr>
        <p:grpSpPr>
          <a:xfrm>
            <a:off x="1312512" y="3951050"/>
            <a:ext cx="1446086" cy="723176"/>
            <a:chOff x="0" y="0"/>
            <a:chExt cx="1446086" cy="723176"/>
          </a:xfrm>
        </p:grpSpPr>
        <p:sp>
          <p:nvSpPr>
            <p:cNvPr id="81" name="shape 81"/>
            <p:cNvSpPr/>
            <p:nvPr/>
          </p:nvSpPr>
          <p:spPr>
            <a:xfrm>
              <a:off x="726084" y="1588"/>
              <a:ext cx="720001" cy="720001"/>
            </a:xfrm>
            <a:prstGeom prst="rect">
              <a:avLst/>
            </a:prstGeom>
            <a:solidFill>
              <a:srgbClr val="39AA34"/>
            </a:solidFill>
          </p:spPr>
        </p:sp>
        <p:sp>
          <p:nvSpPr>
            <p:cNvPr id="82" name="shape 82"/>
            <p:cNvSpPr/>
            <p:nvPr/>
          </p:nvSpPr>
          <p:spPr>
            <a:xfrm>
              <a:off x="0" y="0"/>
              <a:ext cx="723177" cy="723176"/>
            </a:xfrm>
            <a:prstGeom prst="rect">
              <a:avLst/>
            </a:prstGeom>
            <a:ln w="3175" cap="flat">
              <a:solidFill>
                <a:srgbClr val="000000"/>
              </a:solidFill>
              <a:prstDash val="solid"/>
              <a:miter lim="4"/>
            </a:ln>
          </p:spPr>
        </p:sp>
      </p:grpSp>
      <p:grpSp>
        <p:nvGrpSpPr>
          <p:cNvPr id="83" name="shape 83"/>
          <p:cNvGrpSpPr/>
          <p:nvPr/>
        </p:nvGrpSpPr>
        <p:grpSpPr>
          <a:xfrm>
            <a:off x="4840511" y="3951050"/>
            <a:ext cx="1446086" cy="723176"/>
            <a:chOff x="0" y="0"/>
            <a:chExt cx="1446086" cy="723176"/>
          </a:xfrm>
        </p:grpSpPr>
        <p:sp>
          <p:nvSpPr>
            <p:cNvPr id="84" name="shape 84"/>
            <p:cNvSpPr/>
            <p:nvPr/>
          </p:nvSpPr>
          <p:spPr>
            <a:xfrm>
              <a:off x="726084" y="1588"/>
              <a:ext cx="720002" cy="720001"/>
            </a:xfrm>
            <a:prstGeom prst="rect">
              <a:avLst/>
            </a:prstGeom>
            <a:solidFill>
              <a:srgbClr val="37AA32"/>
            </a:solidFill>
          </p:spPr>
        </p:sp>
        <p:sp>
          <p:nvSpPr>
            <p:cNvPr id="85" name="shape 85"/>
            <p:cNvSpPr/>
            <p:nvPr/>
          </p:nvSpPr>
          <p:spPr>
            <a:xfrm>
              <a:off x="0" y="0"/>
              <a:ext cx="723177" cy="723176"/>
            </a:xfrm>
            <a:prstGeom prst="rect">
              <a:avLst/>
            </a:prstGeom>
            <a:ln w="3175" cap="flat">
              <a:solidFill>
                <a:srgbClr val="000000"/>
              </a:solidFill>
              <a:prstDash val="solid"/>
              <a:miter lim="4"/>
            </a:ln>
          </p:spPr>
        </p:sp>
      </p:grpSp>
      <p:grpSp>
        <p:nvGrpSpPr>
          <p:cNvPr id="86" name="shape 86"/>
          <p:cNvGrpSpPr/>
          <p:nvPr/>
        </p:nvGrpSpPr>
        <p:grpSpPr>
          <a:xfrm>
            <a:off x="476192" y="5888044"/>
            <a:ext cx="3085199" cy="287998"/>
            <a:chOff x="0" y="0"/>
            <a:chExt cx="3085198" cy="287998"/>
          </a:xfrm>
        </p:grpSpPr>
        <p:sp>
          <p:nvSpPr>
            <p:cNvPr id="87" name="shape 87"/>
            <p:cNvSpPr/>
            <p:nvPr/>
          </p:nvSpPr>
          <p:spPr>
            <a:xfrm>
              <a:off x="1588" y="1588"/>
              <a:ext cx="284823" cy="284823"/>
            </a:xfrm>
            <a:prstGeom prst="rect">
              <a:avLst/>
            </a:prstGeom>
            <a:solidFill>
              <a:srgbClr val="C32C69"/>
            </a:solidFill>
          </p:spPr>
        </p:sp>
        <p:sp>
          <p:nvSpPr>
            <p:cNvPr id="88" name="shape 88"/>
            <p:cNvSpPr/>
            <p:nvPr/>
          </p:nvSpPr>
          <p:spPr>
            <a:xfrm>
              <a:off x="0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89" name="shape 89"/>
            <p:cNvSpPr/>
            <p:nvPr/>
          </p:nvSpPr>
          <p:spPr>
            <a:xfrm>
              <a:off x="401193" y="1588"/>
              <a:ext cx="284823" cy="284823"/>
            </a:xfrm>
            <a:prstGeom prst="rect">
              <a:avLst/>
            </a:prstGeom>
            <a:solidFill>
              <a:srgbClr val="348162"/>
            </a:solidFill>
          </p:spPr>
        </p:sp>
        <p:sp>
          <p:nvSpPr>
            <p:cNvPr id="90" name="shape 90"/>
            <p:cNvSpPr/>
            <p:nvPr/>
          </p:nvSpPr>
          <p:spPr>
            <a:xfrm>
              <a:off x="399606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91" name="shape 91"/>
            <p:cNvSpPr/>
            <p:nvPr/>
          </p:nvSpPr>
          <p:spPr>
            <a:xfrm>
              <a:off x="800786" y="1588"/>
              <a:ext cx="284823" cy="284823"/>
            </a:xfrm>
            <a:prstGeom prst="rect">
              <a:avLst/>
            </a:prstGeom>
            <a:solidFill>
              <a:srgbClr val="7D3293"/>
            </a:solidFill>
          </p:spPr>
        </p:sp>
        <p:sp>
          <p:nvSpPr>
            <p:cNvPr id="92" name="shape 92"/>
            <p:cNvSpPr/>
            <p:nvPr/>
          </p:nvSpPr>
          <p:spPr>
            <a:xfrm>
              <a:off x="799198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93" name="shape 93"/>
            <p:cNvSpPr/>
            <p:nvPr/>
          </p:nvSpPr>
          <p:spPr>
            <a:xfrm>
              <a:off x="1200391" y="1588"/>
              <a:ext cx="284823" cy="284823"/>
            </a:xfrm>
            <a:prstGeom prst="rect">
              <a:avLst/>
            </a:prstGeom>
            <a:solidFill>
              <a:srgbClr val="C4E9FB"/>
            </a:solidFill>
          </p:spPr>
        </p:sp>
        <p:sp>
          <p:nvSpPr>
            <p:cNvPr id="94" name="shape 94"/>
            <p:cNvSpPr/>
            <p:nvPr/>
          </p:nvSpPr>
          <p:spPr>
            <a:xfrm>
              <a:off x="1198804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95" name="shape 95"/>
            <p:cNvSpPr/>
            <p:nvPr/>
          </p:nvSpPr>
          <p:spPr>
            <a:xfrm>
              <a:off x="1599997" y="1588"/>
              <a:ext cx="284823" cy="284823"/>
            </a:xfrm>
            <a:prstGeom prst="rect">
              <a:avLst/>
            </a:prstGeom>
            <a:solidFill>
              <a:srgbClr val="F8F2CC"/>
            </a:solidFill>
          </p:spPr>
        </p:sp>
        <p:sp>
          <p:nvSpPr>
            <p:cNvPr id="96" name="shape 96"/>
            <p:cNvSpPr/>
            <p:nvPr/>
          </p:nvSpPr>
          <p:spPr>
            <a:xfrm>
              <a:off x="1598409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97" name="shape 97"/>
            <p:cNvSpPr/>
            <p:nvPr/>
          </p:nvSpPr>
          <p:spPr>
            <a:xfrm>
              <a:off x="1999589" y="1588"/>
              <a:ext cx="284823" cy="284823"/>
            </a:xfrm>
            <a:prstGeom prst="rect">
              <a:avLst/>
            </a:prstGeom>
            <a:solidFill>
              <a:srgbClr val="00BFF3"/>
            </a:solidFill>
          </p:spPr>
        </p:sp>
        <p:sp>
          <p:nvSpPr>
            <p:cNvPr id="98" name="shape 98"/>
            <p:cNvSpPr/>
            <p:nvPr/>
          </p:nvSpPr>
          <p:spPr>
            <a:xfrm>
              <a:off x="1998002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99" name="shape 99"/>
            <p:cNvSpPr/>
            <p:nvPr/>
          </p:nvSpPr>
          <p:spPr>
            <a:xfrm>
              <a:off x="2399195" y="1588"/>
              <a:ext cx="284823" cy="284823"/>
            </a:xfrm>
            <a:prstGeom prst="rect">
              <a:avLst/>
            </a:prstGeom>
            <a:solidFill>
              <a:srgbClr val="55479D"/>
            </a:solidFill>
          </p:spPr>
        </p:sp>
        <p:sp>
          <p:nvSpPr>
            <p:cNvPr id="100" name="shape 100"/>
            <p:cNvSpPr/>
            <p:nvPr/>
          </p:nvSpPr>
          <p:spPr>
            <a:xfrm>
              <a:off x="2397608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01" name="shape 101"/>
            <p:cNvSpPr/>
            <p:nvPr/>
          </p:nvSpPr>
          <p:spPr>
            <a:xfrm>
              <a:off x="2798788" y="1588"/>
              <a:ext cx="284823" cy="284823"/>
            </a:xfrm>
            <a:prstGeom prst="rect">
              <a:avLst/>
            </a:prstGeom>
            <a:solidFill>
              <a:srgbClr val="6F5196"/>
            </a:solidFill>
          </p:spPr>
        </p:sp>
        <p:sp>
          <p:nvSpPr>
            <p:cNvPr id="102" name="shape 102"/>
            <p:cNvSpPr/>
            <p:nvPr/>
          </p:nvSpPr>
          <p:spPr>
            <a:xfrm>
              <a:off x="2797201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03" name="shape 103"/>
            <p:cNvSpPr/>
            <p:nvPr/>
          </p:nvSpPr>
          <p:spPr>
            <a:xfrm>
              <a:off x="17772" y="1981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FF00FF"/>
            </a:solidFill>
          </p:spPr>
        </p:sp>
        <p:sp>
          <p:nvSpPr>
            <p:cNvPr id="104" name="shape 104"/>
            <p:cNvSpPr/>
            <p:nvPr/>
          </p:nvSpPr>
          <p:spPr>
            <a:xfrm>
              <a:off x="419178" y="1981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6FF00"/>
            </a:solidFill>
          </p:spPr>
        </p:sp>
        <p:sp>
          <p:nvSpPr>
            <p:cNvPr id="105" name="shape 105"/>
            <p:cNvSpPr/>
            <p:nvPr/>
          </p:nvSpPr>
          <p:spPr>
            <a:xfrm>
              <a:off x="818778" y="1981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FF00FF"/>
            </a:solidFill>
          </p:spPr>
        </p:sp>
        <p:sp>
          <p:nvSpPr>
            <p:cNvPr id="106" name="shape 106"/>
            <p:cNvSpPr/>
            <p:nvPr/>
          </p:nvSpPr>
          <p:spPr>
            <a:xfrm>
              <a:off x="1218377" y="2881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CC7CD9"/>
            </a:solidFill>
          </p:spPr>
        </p:sp>
        <p:sp>
          <p:nvSpPr>
            <p:cNvPr id="107" name="shape 107"/>
            <p:cNvSpPr/>
            <p:nvPr/>
          </p:nvSpPr>
          <p:spPr>
            <a:xfrm>
              <a:off x="1617977" y="1981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6FF00"/>
            </a:solidFill>
          </p:spPr>
        </p:sp>
        <p:sp>
          <p:nvSpPr>
            <p:cNvPr id="108" name="shape 108"/>
            <p:cNvSpPr/>
            <p:nvPr/>
          </p:nvSpPr>
          <p:spPr>
            <a:xfrm>
              <a:off x="2017578" y="1981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80"/>
            </a:solidFill>
          </p:spPr>
        </p:sp>
        <p:sp>
          <p:nvSpPr>
            <p:cNvPr id="109" name="shape 109"/>
            <p:cNvSpPr/>
            <p:nvPr/>
          </p:nvSpPr>
          <p:spPr>
            <a:xfrm>
              <a:off x="2417177" y="1981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9100FF"/>
            </a:solidFill>
          </p:spPr>
        </p:sp>
        <p:sp>
          <p:nvSpPr>
            <p:cNvPr id="110" name="shape 110"/>
            <p:cNvSpPr/>
            <p:nvPr/>
          </p:nvSpPr>
          <p:spPr>
            <a:xfrm>
              <a:off x="2816778" y="19818"/>
              <a:ext cx="252464" cy="252438"/>
            </a:xfrm>
            <a:custGeom>
              <a:pathLst>
                <a:path w="252463" h="252437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80"/>
            </a:solidFill>
          </p:spPr>
        </p:sp>
      </p:grpSp>
      <p:grpSp>
        <p:nvGrpSpPr>
          <p:cNvPr id="111" name="shape 111"/>
          <p:cNvGrpSpPr/>
          <p:nvPr/>
        </p:nvGrpSpPr>
        <p:grpSpPr>
          <a:xfrm>
            <a:off x="476192" y="6325292"/>
            <a:ext cx="3085199" cy="287998"/>
            <a:chOff x="0" y="0"/>
            <a:chExt cx="3085198" cy="287998"/>
          </a:xfrm>
        </p:grpSpPr>
        <p:sp>
          <p:nvSpPr>
            <p:cNvPr id="112" name="shape 112"/>
            <p:cNvSpPr/>
            <p:nvPr/>
          </p:nvSpPr>
          <p:spPr>
            <a:xfrm>
              <a:off x="1588" y="1588"/>
              <a:ext cx="284823" cy="284823"/>
            </a:xfrm>
            <a:prstGeom prst="rect">
              <a:avLst/>
            </a:prstGeom>
            <a:solidFill>
              <a:srgbClr val="F8DD5C"/>
            </a:solidFill>
          </p:spPr>
        </p:sp>
        <p:sp>
          <p:nvSpPr>
            <p:cNvPr id="113" name="shape 113"/>
            <p:cNvSpPr/>
            <p:nvPr/>
          </p:nvSpPr>
          <p:spPr>
            <a:xfrm>
              <a:off x="0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14" name="shape 114"/>
            <p:cNvSpPr/>
            <p:nvPr/>
          </p:nvSpPr>
          <p:spPr>
            <a:xfrm>
              <a:off x="401193" y="1588"/>
              <a:ext cx="284823" cy="284823"/>
            </a:xfrm>
            <a:prstGeom prst="rect">
              <a:avLst/>
            </a:prstGeom>
            <a:solidFill>
              <a:srgbClr val="AB8763"/>
            </a:solidFill>
          </p:spPr>
        </p:sp>
        <p:sp>
          <p:nvSpPr>
            <p:cNvPr id="115" name="shape 115"/>
            <p:cNvSpPr/>
            <p:nvPr/>
          </p:nvSpPr>
          <p:spPr>
            <a:xfrm>
              <a:off x="399606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16" name="shape 116"/>
            <p:cNvSpPr/>
            <p:nvPr/>
          </p:nvSpPr>
          <p:spPr>
            <a:xfrm>
              <a:off x="800786" y="1588"/>
              <a:ext cx="284823" cy="284823"/>
            </a:xfrm>
            <a:prstGeom prst="rect">
              <a:avLst/>
            </a:prstGeom>
            <a:solidFill>
              <a:srgbClr val="4E5F55"/>
            </a:solidFill>
          </p:spPr>
        </p:sp>
        <p:sp>
          <p:nvSpPr>
            <p:cNvPr id="117" name="shape 117"/>
            <p:cNvSpPr/>
            <p:nvPr/>
          </p:nvSpPr>
          <p:spPr>
            <a:xfrm>
              <a:off x="799198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18" name="shape 118"/>
            <p:cNvSpPr/>
            <p:nvPr/>
          </p:nvSpPr>
          <p:spPr>
            <a:xfrm>
              <a:off x="1200391" y="1588"/>
              <a:ext cx="284823" cy="284823"/>
            </a:xfrm>
            <a:prstGeom prst="rect">
              <a:avLst/>
            </a:prstGeom>
            <a:solidFill>
              <a:srgbClr val="D28DB8"/>
            </a:solidFill>
          </p:spPr>
        </p:sp>
        <p:sp>
          <p:nvSpPr>
            <p:cNvPr id="119" name="shape 119"/>
            <p:cNvSpPr/>
            <p:nvPr/>
          </p:nvSpPr>
          <p:spPr>
            <a:xfrm>
              <a:off x="1198804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20" name="shape 120"/>
            <p:cNvSpPr/>
            <p:nvPr/>
          </p:nvSpPr>
          <p:spPr>
            <a:xfrm>
              <a:off x="1599997" y="1588"/>
              <a:ext cx="284823" cy="284823"/>
            </a:xfrm>
            <a:prstGeom prst="rect">
              <a:avLst/>
            </a:prstGeom>
            <a:solidFill>
              <a:srgbClr val="7EA48B"/>
            </a:solidFill>
          </p:spPr>
        </p:sp>
        <p:sp>
          <p:nvSpPr>
            <p:cNvPr id="121" name="shape 121"/>
            <p:cNvSpPr/>
            <p:nvPr/>
          </p:nvSpPr>
          <p:spPr>
            <a:xfrm>
              <a:off x="1598409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22" name="shape 122"/>
            <p:cNvSpPr/>
            <p:nvPr/>
          </p:nvSpPr>
          <p:spPr>
            <a:xfrm>
              <a:off x="1999589" y="1588"/>
              <a:ext cx="284823" cy="284823"/>
            </a:xfrm>
            <a:prstGeom prst="rect">
              <a:avLst/>
            </a:prstGeom>
            <a:solidFill>
              <a:srgbClr val="D170AA"/>
            </a:solidFill>
          </p:spPr>
        </p:sp>
        <p:sp>
          <p:nvSpPr>
            <p:cNvPr id="123" name="shape 123"/>
            <p:cNvSpPr/>
            <p:nvPr/>
          </p:nvSpPr>
          <p:spPr>
            <a:xfrm>
              <a:off x="1998002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24" name="shape 124"/>
            <p:cNvSpPr/>
            <p:nvPr/>
          </p:nvSpPr>
          <p:spPr>
            <a:xfrm>
              <a:off x="2399195" y="1588"/>
              <a:ext cx="284823" cy="284823"/>
            </a:xfrm>
            <a:prstGeom prst="rect">
              <a:avLst/>
            </a:prstGeom>
            <a:solidFill>
              <a:srgbClr val="EA68A1"/>
            </a:solidFill>
          </p:spPr>
        </p:sp>
        <p:sp>
          <p:nvSpPr>
            <p:cNvPr id="125" name="shape 125"/>
            <p:cNvSpPr/>
            <p:nvPr/>
          </p:nvSpPr>
          <p:spPr>
            <a:xfrm>
              <a:off x="2397608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26" name="shape 126"/>
            <p:cNvSpPr/>
            <p:nvPr/>
          </p:nvSpPr>
          <p:spPr>
            <a:xfrm>
              <a:off x="2798788" y="1588"/>
              <a:ext cx="284823" cy="284823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127" name="shape 127"/>
            <p:cNvSpPr/>
            <p:nvPr/>
          </p:nvSpPr>
          <p:spPr>
            <a:xfrm>
              <a:off x="2797201" y="0"/>
              <a:ext cx="287998" cy="287998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28" name="shape 128"/>
            <p:cNvSpPr/>
            <p:nvPr/>
          </p:nvSpPr>
          <p:spPr>
            <a:xfrm>
              <a:off x="19577" y="19824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531CD4"/>
            </a:solidFill>
          </p:spPr>
        </p:sp>
        <p:sp>
          <p:nvSpPr>
            <p:cNvPr id="129" name="shape 129"/>
            <p:cNvSpPr/>
            <p:nvPr/>
          </p:nvSpPr>
          <p:spPr>
            <a:xfrm>
              <a:off x="818778" y="19824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458066"/>
            </a:solidFill>
          </p:spPr>
        </p:sp>
        <p:sp>
          <p:nvSpPr>
            <p:cNvPr id="130" name="shape 130"/>
            <p:cNvSpPr/>
            <p:nvPr/>
          </p:nvSpPr>
          <p:spPr>
            <a:xfrm>
              <a:off x="1218377" y="19824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6FF00"/>
            </a:solidFill>
          </p:spPr>
        </p:sp>
        <p:sp>
          <p:nvSpPr>
            <p:cNvPr id="131" name="shape 131"/>
            <p:cNvSpPr/>
            <p:nvPr/>
          </p:nvSpPr>
          <p:spPr>
            <a:xfrm>
              <a:off x="1617977" y="19824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1FF00"/>
            </a:solidFill>
          </p:spPr>
        </p:sp>
        <p:sp>
          <p:nvSpPr>
            <p:cNvPr id="132" name="shape 132"/>
            <p:cNvSpPr/>
            <p:nvPr/>
          </p:nvSpPr>
          <p:spPr>
            <a:xfrm>
              <a:off x="2017578" y="19824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FA80B3"/>
            </a:solidFill>
          </p:spPr>
        </p:sp>
        <p:sp>
          <p:nvSpPr>
            <p:cNvPr id="133" name="shape 133"/>
            <p:cNvSpPr/>
            <p:nvPr/>
          </p:nvSpPr>
          <p:spPr>
            <a:xfrm>
              <a:off x="2417177" y="19824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D678B5"/>
            </a:solidFill>
          </p:spPr>
        </p:sp>
        <p:sp>
          <p:nvSpPr>
            <p:cNvPr id="134" name="shape 134"/>
            <p:cNvSpPr/>
            <p:nvPr/>
          </p:nvSpPr>
          <p:spPr>
            <a:xfrm>
              <a:off x="419178" y="19824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1F71A"/>
            </a:solidFill>
          </p:spPr>
        </p:sp>
      </p:grpSp>
      <p:sp>
        <p:nvSpPr>
          <p:cNvPr id="135" name="shape 135"/>
          <p:cNvSpPr/>
          <p:nvPr/>
        </p:nvSpPr>
        <p:spPr>
          <a:xfrm>
            <a:off x="491718" y="5905617"/>
            <a:ext cx="256955" cy="256928"/>
          </a:xfrm>
          <a:custGeom>
            <a:pathLst>
              <a:path w="256954" h="256927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C32C69"/>
            </a:solidFill>
            <a:prstDash val="solid"/>
            <a:miter lim="10"/>
          </a:ln>
        </p:spPr>
      </p:sp>
      <p:sp>
        <p:nvSpPr>
          <p:cNvPr id="136" name="shape 136"/>
          <p:cNvSpPr/>
          <p:nvPr/>
        </p:nvSpPr>
        <p:spPr>
          <a:xfrm>
            <a:off x="893124" y="5905617"/>
            <a:ext cx="256955" cy="256928"/>
          </a:xfrm>
          <a:custGeom>
            <a:pathLst>
              <a:path w="256954" h="256927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348162"/>
            </a:solidFill>
            <a:prstDash val="solid"/>
            <a:miter lim="10"/>
          </a:ln>
        </p:spPr>
      </p:sp>
      <p:sp>
        <p:nvSpPr>
          <p:cNvPr id="137" name="shape 137"/>
          <p:cNvSpPr/>
          <p:nvPr/>
        </p:nvSpPr>
        <p:spPr>
          <a:xfrm>
            <a:off x="1292724" y="5905617"/>
            <a:ext cx="256955" cy="256928"/>
          </a:xfrm>
          <a:custGeom>
            <a:pathLst>
              <a:path w="256954" h="256927">
                <a:moveTo>
                  <a:pt x="254708" y="40395"/>
                </a:moveTo>
                <a:lnTo>
                  <a:pt x="216557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7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7D3293"/>
            </a:solidFill>
            <a:prstDash val="solid"/>
            <a:miter lim="10"/>
          </a:ln>
        </p:spPr>
      </p:sp>
      <p:sp>
        <p:nvSpPr>
          <p:cNvPr id="138" name="shape 138"/>
          <p:cNvSpPr/>
          <p:nvPr/>
        </p:nvSpPr>
        <p:spPr>
          <a:xfrm>
            <a:off x="1690078" y="5910127"/>
            <a:ext cx="261446" cy="261418"/>
          </a:xfrm>
          <a:custGeom>
            <a:pathLst>
              <a:path w="261445" h="261417">
                <a:moveTo>
                  <a:pt x="256954" y="42641"/>
                </a:moveTo>
                <a:lnTo>
                  <a:pt x="218803" y="4490"/>
                </a:lnTo>
                <a:lnTo>
                  <a:pt x="130728" y="92577"/>
                </a:lnTo>
                <a:lnTo>
                  <a:pt x="42641" y="4490"/>
                </a:lnTo>
                <a:lnTo>
                  <a:pt x="4490" y="42641"/>
                </a:lnTo>
                <a:lnTo>
                  <a:pt x="92578" y="130728"/>
                </a:lnTo>
                <a:lnTo>
                  <a:pt x="4490" y="218802"/>
                </a:lnTo>
                <a:lnTo>
                  <a:pt x="42641" y="256928"/>
                </a:lnTo>
                <a:lnTo>
                  <a:pt x="130728" y="168853"/>
                </a:lnTo>
                <a:lnTo>
                  <a:pt x="218803" y="256928"/>
                </a:lnTo>
                <a:lnTo>
                  <a:pt x="256954" y="218802"/>
                </a:lnTo>
                <a:lnTo>
                  <a:pt x="168867" y="130728"/>
                </a:lnTo>
                <a:lnTo>
                  <a:pt x="256954" y="42641"/>
                </a:lnTo>
                <a:close/>
              </a:path>
            </a:pathLst>
          </a:custGeom>
          <a:ln w="6350" cap="flat">
            <a:solidFill>
              <a:srgbClr val="C4E9FB"/>
            </a:solidFill>
            <a:prstDash val="solid"/>
            <a:miter lim="10"/>
          </a:ln>
        </p:spPr>
      </p:sp>
      <p:sp>
        <p:nvSpPr>
          <p:cNvPr id="139" name="shape 139"/>
          <p:cNvSpPr/>
          <p:nvPr/>
        </p:nvSpPr>
        <p:spPr>
          <a:xfrm>
            <a:off x="2091924" y="5905617"/>
            <a:ext cx="256955" cy="256928"/>
          </a:xfrm>
          <a:custGeom>
            <a:pathLst>
              <a:path w="256954" h="256927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F8F2CC"/>
            </a:solidFill>
            <a:prstDash val="solid"/>
            <a:miter lim="10"/>
          </a:ln>
        </p:spPr>
      </p:sp>
      <p:sp>
        <p:nvSpPr>
          <p:cNvPr id="140" name="shape 140"/>
          <p:cNvSpPr/>
          <p:nvPr/>
        </p:nvSpPr>
        <p:spPr>
          <a:xfrm>
            <a:off x="2491524" y="5905617"/>
            <a:ext cx="256955" cy="256928"/>
          </a:xfrm>
          <a:custGeom>
            <a:pathLst>
              <a:path w="256954" h="256927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00BFF3"/>
            </a:solidFill>
            <a:prstDash val="solid"/>
            <a:miter lim="10"/>
          </a:ln>
        </p:spPr>
      </p:sp>
      <p:sp>
        <p:nvSpPr>
          <p:cNvPr id="141" name="shape 141"/>
          <p:cNvSpPr/>
          <p:nvPr/>
        </p:nvSpPr>
        <p:spPr>
          <a:xfrm>
            <a:off x="2891123" y="5905617"/>
            <a:ext cx="256955" cy="256928"/>
          </a:xfrm>
          <a:custGeom>
            <a:pathLst>
              <a:path w="256954" h="256927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55479D"/>
            </a:solidFill>
            <a:prstDash val="solid"/>
            <a:miter lim="10"/>
          </a:ln>
        </p:spPr>
      </p:sp>
      <p:sp>
        <p:nvSpPr>
          <p:cNvPr id="142" name="shape 142"/>
          <p:cNvSpPr/>
          <p:nvPr/>
        </p:nvSpPr>
        <p:spPr>
          <a:xfrm>
            <a:off x="3290724" y="5905617"/>
            <a:ext cx="256955" cy="256928"/>
          </a:xfrm>
          <a:custGeom>
            <a:pathLst>
              <a:path w="256954" h="256927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6F5196"/>
            </a:solidFill>
            <a:prstDash val="solid"/>
            <a:miter lim="10"/>
          </a:ln>
        </p:spPr>
      </p:sp>
      <p:sp>
        <p:nvSpPr>
          <p:cNvPr id="143" name="shape 143"/>
          <p:cNvSpPr/>
          <p:nvPr/>
        </p:nvSpPr>
        <p:spPr>
          <a:xfrm>
            <a:off x="493523" y="6342871"/>
            <a:ext cx="256955" cy="256929"/>
          </a:xfrm>
          <a:custGeom>
            <a:pathLst>
              <a:path w="256954" h="256928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F8DD5C"/>
            </a:solidFill>
            <a:prstDash val="solid"/>
            <a:miter lim="10"/>
          </a:ln>
        </p:spPr>
      </p:sp>
      <p:sp>
        <p:nvSpPr>
          <p:cNvPr id="144" name="shape 144"/>
          <p:cNvSpPr/>
          <p:nvPr/>
        </p:nvSpPr>
        <p:spPr>
          <a:xfrm>
            <a:off x="1292724" y="6342871"/>
            <a:ext cx="256955" cy="256929"/>
          </a:xfrm>
          <a:custGeom>
            <a:pathLst>
              <a:path w="256954" h="256928">
                <a:moveTo>
                  <a:pt x="254708" y="40395"/>
                </a:moveTo>
                <a:lnTo>
                  <a:pt x="216557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7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4E5F55"/>
            </a:solidFill>
            <a:prstDash val="solid"/>
            <a:miter lim="10"/>
          </a:ln>
        </p:spPr>
      </p:sp>
      <p:sp>
        <p:nvSpPr>
          <p:cNvPr id="145" name="shape 145"/>
          <p:cNvSpPr/>
          <p:nvPr/>
        </p:nvSpPr>
        <p:spPr>
          <a:xfrm>
            <a:off x="1692323" y="6342871"/>
            <a:ext cx="256955" cy="256929"/>
          </a:xfrm>
          <a:custGeom>
            <a:pathLst>
              <a:path w="256954" h="256928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D28DB8"/>
            </a:solidFill>
            <a:prstDash val="solid"/>
            <a:miter lim="10"/>
          </a:ln>
        </p:spPr>
      </p:sp>
      <p:sp>
        <p:nvSpPr>
          <p:cNvPr id="146" name="shape 146"/>
          <p:cNvSpPr/>
          <p:nvPr/>
        </p:nvSpPr>
        <p:spPr>
          <a:xfrm>
            <a:off x="2091924" y="6342871"/>
            <a:ext cx="256955" cy="256929"/>
          </a:xfrm>
          <a:custGeom>
            <a:pathLst>
              <a:path w="256954" h="256928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7EA48B"/>
            </a:solidFill>
            <a:prstDash val="solid"/>
            <a:miter lim="10"/>
          </a:ln>
        </p:spPr>
      </p:sp>
      <p:sp>
        <p:nvSpPr>
          <p:cNvPr id="147" name="shape 147"/>
          <p:cNvSpPr/>
          <p:nvPr/>
        </p:nvSpPr>
        <p:spPr>
          <a:xfrm>
            <a:off x="2491524" y="6342871"/>
            <a:ext cx="256955" cy="256929"/>
          </a:xfrm>
          <a:custGeom>
            <a:pathLst>
              <a:path w="256954" h="256928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D170AA"/>
            </a:solidFill>
            <a:prstDash val="solid"/>
            <a:miter lim="10"/>
          </a:ln>
        </p:spPr>
      </p:sp>
      <p:sp>
        <p:nvSpPr>
          <p:cNvPr id="148" name="shape 148"/>
          <p:cNvSpPr/>
          <p:nvPr/>
        </p:nvSpPr>
        <p:spPr>
          <a:xfrm>
            <a:off x="2891123" y="6342871"/>
            <a:ext cx="256955" cy="256929"/>
          </a:xfrm>
          <a:custGeom>
            <a:pathLst>
              <a:path w="256954" h="256928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EA68A1"/>
            </a:solidFill>
            <a:prstDash val="solid"/>
            <a:miter lim="10"/>
          </a:ln>
        </p:spPr>
      </p:sp>
      <p:sp>
        <p:nvSpPr>
          <p:cNvPr id="149" name="shape 149"/>
          <p:cNvSpPr/>
          <p:nvPr/>
        </p:nvSpPr>
        <p:spPr>
          <a:xfrm>
            <a:off x="893124" y="6342871"/>
            <a:ext cx="256955" cy="256929"/>
          </a:xfrm>
          <a:custGeom>
            <a:pathLst>
              <a:path w="256954" h="256928">
                <a:moveTo>
                  <a:pt x="254708" y="40395"/>
                </a:moveTo>
                <a:lnTo>
                  <a:pt x="216558" y="2245"/>
                </a:lnTo>
                <a:lnTo>
                  <a:pt x="128483" y="90332"/>
                </a:lnTo>
                <a:lnTo>
                  <a:pt x="40396" y="2245"/>
                </a:lnTo>
                <a:lnTo>
                  <a:pt x="2245" y="40395"/>
                </a:lnTo>
                <a:lnTo>
                  <a:pt x="90332" y="128483"/>
                </a:lnTo>
                <a:lnTo>
                  <a:pt x="2245" y="216557"/>
                </a:lnTo>
                <a:lnTo>
                  <a:pt x="40396" y="254683"/>
                </a:lnTo>
                <a:lnTo>
                  <a:pt x="128483" y="166608"/>
                </a:lnTo>
                <a:lnTo>
                  <a:pt x="216558" y="254683"/>
                </a:lnTo>
                <a:lnTo>
                  <a:pt x="254708" y="216557"/>
                </a:lnTo>
                <a:lnTo>
                  <a:pt x="166621" y="128483"/>
                </a:lnTo>
                <a:lnTo>
                  <a:pt x="254708" y="40395"/>
                </a:lnTo>
                <a:close/>
              </a:path>
            </a:pathLst>
          </a:custGeom>
          <a:ln w="3175" cap="flat">
            <a:solidFill>
              <a:srgbClr val="AB8763"/>
            </a:solidFill>
            <a:prstDash val="solid"/>
            <a:miter lim="10"/>
          </a:ln>
        </p:spPr>
      </p:sp>
      <p:pic>
        <p:nvPicPr>
          <p:cNvPr id="150" name="shape 150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4444" y="7063664"/>
            <a:ext cx="396240" cy="165290"/>
          </a:xfrm>
          <a:prstGeom prst="rect"/>
        </p:spPr>
      </p:pic>
      <p:pic>
        <p:nvPicPr>
          <p:cNvPr id="151" name="shape 151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139944" y="7062147"/>
            <a:ext cx="398790" cy="168323"/>
          </a:xfrm>
          <a:prstGeom prst="rect"/>
        </p:spPr>
      </p:pic>
      <p:grpSp>
        <p:nvGrpSpPr>
          <p:cNvPr id="152" name="shape 152"/>
          <p:cNvGrpSpPr/>
          <p:nvPr/>
        </p:nvGrpSpPr>
        <p:grpSpPr>
          <a:xfrm>
            <a:off x="3940246" y="5687169"/>
            <a:ext cx="3216720" cy="1776680"/>
            <a:chOff x="0" y="0"/>
            <a:chExt cx="3216720" cy="1776679"/>
          </a:xfrm>
        </p:grpSpPr>
        <p:sp>
          <p:nvSpPr>
            <p:cNvPr id="153" name="shape 153"/>
            <p:cNvSpPr/>
            <p:nvPr/>
          </p:nvSpPr>
          <p:spPr>
            <a:xfrm>
              <a:off x="0" y="0"/>
              <a:ext cx="3216720" cy="1776680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154" name="shape 154"/>
            <p:cNvSpPr/>
            <p:nvPr/>
          </p:nvSpPr>
          <p:spPr>
            <a:xfrm>
              <a:off x="2382368" y="1651482"/>
              <a:ext cx="467996" cy="98705"/>
            </a:xfrm>
            <a:prstGeom prst="rect">
              <a:avLst/>
            </a:prstGeom>
            <a:solidFill>
              <a:srgbClr val="ED2225"/>
            </a:solidFill>
          </p:spPr>
        </p:sp>
        <p:sp>
          <p:nvSpPr>
            <p:cNvPr id="155" name="shape 155"/>
            <p:cNvSpPr txBox="1"/>
            <p:nvPr/>
          </p:nvSpPr>
          <p:spPr>
            <a:xfrm>
              <a:off x="135819" y="16799"/>
              <a:ext cx="2933066" cy="1371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900" spc="-60">
                  <a:solidFill>
                    <a:srgbClr val="231F20"/>
                  </a:solidFill>
                  <a:latin typeface="Arial"/>
                  <a:cs typeface="Arial"/>
                </a:rPr>
                <a:t>GWG 16.4 - Transparency Basic Blend Modes (ICCBasedCMYK)</a:t>
              </a:r>
              <a:endParaRPr/>
            </a:p>
          </p:txBody>
        </p:sp>
        <p:sp>
          <p:nvSpPr>
            <p:cNvPr id="156" name="shape 156"/>
            <p:cNvSpPr txBox="1"/>
            <p:nvPr/>
          </p:nvSpPr>
          <p:spPr>
            <a:xfrm>
              <a:off x="340289" y="1546402"/>
              <a:ext cx="957581" cy="609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400" spc="-20">
                  <a:latin typeface="Arial"/>
                  <a:cs typeface="Arial"/>
                </a:rPr>
                <a:t>* TBCS = Transparency Blending Color Space</a:t>
              </a:r>
              <a:endParaRPr/>
            </a:p>
          </p:txBody>
        </p:sp>
        <p:sp>
          <p:nvSpPr>
            <p:cNvPr id="157" name="shape 157"/>
            <p:cNvSpPr txBox="1"/>
            <p:nvPr/>
          </p:nvSpPr>
          <p:spPr>
            <a:xfrm>
              <a:off x="309809" y="1072276"/>
              <a:ext cx="2507615" cy="609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14300"/>
              <a:r>
                <a:rPr sz="400" spc="-20">
                  <a:latin typeface="Arial"/>
                  <a:cs typeface="Arial"/>
                </a:rPr>
                <a:t>If an 'X' appears, rendering of Non-knockout Transparency Groups (a transparency effect) is not performed correctly.</a:t>
              </a:r>
              <a:endParaRPr/>
            </a:p>
          </p:txBody>
        </p:sp>
        <p:sp>
          <p:nvSpPr>
            <p:cNvPr id="158" name="shape 158"/>
            <p:cNvSpPr txBox="1"/>
            <p:nvPr/>
          </p:nvSpPr>
          <p:spPr>
            <a:xfrm>
              <a:off x="29774" y="1653015"/>
              <a:ext cx="3153411" cy="9144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1033780" algn="l"/>
                  <a:tab pos="2383790" algn="l"/>
                  <a:tab pos="3007360" algn="l"/>
                </a:tabLst>
              </a:pPr>
              <a:r>
                <a:rPr sz="600">
                  <a:latin typeface="Arial"/>
                  <a:cs typeface="Arial"/>
                </a:rPr>
                <a:t>15 Oct 2015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>
                  <a:latin typeface="Arial"/>
                  <a:cs typeface="Arial"/>
                </a:rPr>
                <a:t>© Ghent Workgroup, </a:t>
              </a:r>
              <a:r>
                <a:rPr sz="600">
                  <a:latin typeface="Arial"/>
                  <a:cs typeface="Arial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www.gwg.org</a:t>
              </a:r>
              <a:r>
                <a:rPr sz="600">
                  <a:latin typeface="Arial"/>
                  <a:cs typeface="Arial"/>
                </a:rPr>
                <a:t>	</a:t>
              </a:r>
              <a:r>
                <a:rPr sz="600" b="1">
                  <a:solidFill>
                    <a:srgbClr val="FFFFFF"/>
                  </a:solidFill>
                  <a:latin typeface="Arial"/>
                  <a:cs typeface="Arial"/>
                </a:rPr>
                <a:t>PDF/X-4-ICC</a:t>
              </a:r>
              <a:r>
                <a:rPr sz="600" b="1">
                  <a:solidFill>
                    <a:srgbClr val="FFFFFF"/>
                  </a:solidFill>
                  <a:latin typeface="Arial"/>
                  <a:cs typeface="Arial"/>
                </a:rPr>
                <a:t>	</a:t>
              </a:r>
              <a:r>
                <a:rPr sz="600" spc="-10">
                  <a:latin typeface="Arial"/>
                  <a:cs typeface="Arial"/>
                </a:rPr>
                <a:t>16.4</a:t>
              </a:r>
              <a:endParaRPr/>
            </a:p>
          </p:txBody>
        </p:sp>
        <p:sp>
          <p:nvSpPr>
            <p:cNvPr id="159" name="shape 159"/>
            <p:cNvSpPr/>
            <p:nvPr/>
          </p:nvSpPr>
          <p:spPr>
            <a:xfrm>
              <a:off x="863461" y="204317"/>
              <a:ext cx="287998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160" name="shape 160"/>
            <p:cNvSpPr/>
            <p:nvPr/>
          </p:nvSpPr>
          <p:spPr>
            <a:xfrm>
              <a:off x="861873" y="202730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61" name="shape 161"/>
            <p:cNvSpPr/>
            <p:nvPr/>
          </p:nvSpPr>
          <p:spPr>
            <a:xfrm>
              <a:off x="881221" y="222110"/>
              <a:ext cx="252463" cy="252434"/>
            </a:xfrm>
            <a:custGeom>
              <a:pathLst>
                <a:path w="252462" h="252433">
                  <a:moveTo>
                    <a:pt x="214311" y="252433"/>
                  </a:moveTo>
                  <a:lnTo>
                    <a:pt x="126236" y="164359"/>
                  </a:lnTo>
                  <a:lnTo>
                    <a:pt x="38149" y="252433"/>
                  </a:lnTo>
                  <a:lnTo>
                    <a:pt x="0" y="214309"/>
                  </a:lnTo>
                  <a:lnTo>
                    <a:pt x="0" y="214307"/>
                  </a:lnTo>
                  <a:lnTo>
                    <a:pt x="88086" y="126234"/>
                  </a:lnTo>
                  <a:lnTo>
                    <a:pt x="0" y="38148"/>
                  </a:lnTo>
                  <a:lnTo>
                    <a:pt x="0" y="38145"/>
                  </a:lnTo>
                  <a:lnTo>
                    <a:pt x="38145" y="0"/>
                  </a:lnTo>
                  <a:lnTo>
                    <a:pt x="38153" y="0"/>
                  </a:lnTo>
                  <a:lnTo>
                    <a:pt x="126236" y="88083"/>
                  </a:lnTo>
                  <a:lnTo>
                    <a:pt x="214307" y="0"/>
                  </a:lnTo>
                  <a:lnTo>
                    <a:pt x="214315" y="0"/>
                  </a:lnTo>
                  <a:lnTo>
                    <a:pt x="252462" y="38146"/>
                  </a:lnTo>
                  <a:lnTo>
                    <a:pt x="164374" y="126234"/>
                  </a:lnTo>
                  <a:lnTo>
                    <a:pt x="252462" y="214308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162" name="shape 162"/>
            <p:cNvSpPr/>
            <p:nvPr/>
          </p:nvSpPr>
          <p:spPr>
            <a:xfrm>
              <a:off x="461163" y="204317"/>
              <a:ext cx="287998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163" name="shape 163"/>
            <p:cNvSpPr/>
            <p:nvPr/>
          </p:nvSpPr>
          <p:spPr>
            <a:xfrm>
              <a:off x="459575" y="202730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64" name="shape 164"/>
            <p:cNvSpPr/>
            <p:nvPr/>
          </p:nvSpPr>
          <p:spPr>
            <a:xfrm>
              <a:off x="478926" y="222110"/>
              <a:ext cx="252462" cy="252434"/>
            </a:xfrm>
            <a:custGeom>
              <a:pathLst>
                <a:path w="252461" h="252433">
                  <a:moveTo>
                    <a:pt x="214310" y="252433"/>
                  </a:moveTo>
                  <a:lnTo>
                    <a:pt x="126236" y="164359"/>
                  </a:lnTo>
                  <a:lnTo>
                    <a:pt x="38149" y="252433"/>
                  </a:lnTo>
                  <a:lnTo>
                    <a:pt x="0" y="214310"/>
                  </a:lnTo>
                  <a:lnTo>
                    <a:pt x="0" y="214307"/>
                  </a:lnTo>
                  <a:lnTo>
                    <a:pt x="88085" y="126234"/>
                  </a:lnTo>
                  <a:lnTo>
                    <a:pt x="0" y="38148"/>
                  </a:lnTo>
                  <a:lnTo>
                    <a:pt x="0" y="38145"/>
                  </a:lnTo>
                  <a:lnTo>
                    <a:pt x="38145" y="0"/>
                  </a:lnTo>
                  <a:lnTo>
                    <a:pt x="38153" y="0"/>
                  </a:lnTo>
                  <a:lnTo>
                    <a:pt x="126236" y="88083"/>
                  </a:lnTo>
                  <a:lnTo>
                    <a:pt x="214307" y="0"/>
                  </a:lnTo>
                  <a:lnTo>
                    <a:pt x="214314" y="0"/>
                  </a:lnTo>
                  <a:lnTo>
                    <a:pt x="252461" y="38146"/>
                  </a:lnTo>
                  <a:lnTo>
                    <a:pt x="164374" y="126234"/>
                  </a:lnTo>
                  <a:lnTo>
                    <a:pt x="252461" y="214308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165" name="shape 165"/>
            <p:cNvSpPr/>
            <p:nvPr/>
          </p:nvSpPr>
          <p:spPr>
            <a:xfrm>
              <a:off x="63360" y="204317"/>
              <a:ext cx="287998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166" name="shape 166"/>
            <p:cNvSpPr/>
            <p:nvPr/>
          </p:nvSpPr>
          <p:spPr>
            <a:xfrm>
              <a:off x="61773" y="202730"/>
              <a:ext cx="291173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67" name="shape 167"/>
            <p:cNvSpPr/>
            <p:nvPr/>
          </p:nvSpPr>
          <p:spPr>
            <a:xfrm>
              <a:off x="81121" y="222110"/>
              <a:ext cx="252463" cy="252434"/>
            </a:xfrm>
            <a:custGeom>
              <a:pathLst>
                <a:path w="252462" h="252433">
                  <a:moveTo>
                    <a:pt x="214311" y="252433"/>
                  </a:moveTo>
                  <a:lnTo>
                    <a:pt x="126237" y="164359"/>
                  </a:lnTo>
                  <a:lnTo>
                    <a:pt x="38149" y="252433"/>
                  </a:lnTo>
                  <a:lnTo>
                    <a:pt x="0" y="214309"/>
                  </a:lnTo>
                  <a:lnTo>
                    <a:pt x="0" y="214307"/>
                  </a:lnTo>
                  <a:lnTo>
                    <a:pt x="88086" y="126234"/>
                  </a:lnTo>
                  <a:lnTo>
                    <a:pt x="0" y="38147"/>
                  </a:lnTo>
                  <a:lnTo>
                    <a:pt x="0" y="38146"/>
                  </a:lnTo>
                  <a:lnTo>
                    <a:pt x="38146" y="0"/>
                  </a:lnTo>
                  <a:lnTo>
                    <a:pt x="38153" y="0"/>
                  </a:lnTo>
                  <a:lnTo>
                    <a:pt x="126237" y="88083"/>
                  </a:lnTo>
                  <a:lnTo>
                    <a:pt x="214307" y="0"/>
                  </a:lnTo>
                  <a:lnTo>
                    <a:pt x="214315" y="0"/>
                  </a:lnTo>
                  <a:lnTo>
                    <a:pt x="252462" y="38146"/>
                  </a:lnTo>
                  <a:lnTo>
                    <a:pt x="164375" y="126234"/>
                  </a:lnTo>
                  <a:lnTo>
                    <a:pt x="252462" y="214308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168" name="shape 168"/>
            <p:cNvSpPr/>
            <p:nvPr/>
          </p:nvSpPr>
          <p:spPr>
            <a:xfrm>
              <a:off x="1259662" y="202730"/>
              <a:ext cx="291186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69" name="shape 169"/>
            <p:cNvSpPr/>
            <p:nvPr/>
          </p:nvSpPr>
          <p:spPr>
            <a:xfrm>
              <a:off x="1279030" y="222110"/>
              <a:ext cx="252459" cy="252434"/>
            </a:xfrm>
            <a:custGeom>
              <a:pathLst>
                <a:path w="252458" h="252433">
                  <a:moveTo>
                    <a:pt x="214307" y="252433"/>
                  </a:moveTo>
                  <a:lnTo>
                    <a:pt x="126232" y="164359"/>
                  </a:lnTo>
                  <a:lnTo>
                    <a:pt x="38145" y="252433"/>
                  </a:lnTo>
                  <a:lnTo>
                    <a:pt x="0" y="214313"/>
                  </a:lnTo>
                  <a:lnTo>
                    <a:pt x="0" y="214303"/>
                  </a:lnTo>
                  <a:lnTo>
                    <a:pt x="88082" y="126234"/>
                  </a:lnTo>
                  <a:lnTo>
                    <a:pt x="0" y="38151"/>
                  </a:lnTo>
                  <a:lnTo>
                    <a:pt x="0" y="38141"/>
                  </a:lnTo>
                  <a:lnTo>
                    <a:pt x="38141" y="0"/>
                  </a:lnTo>
                  <a:lnTo>
                    <a:pt x="38149" y="0"/>
                  </a:lnTo>
                  <a:lnTo>
                    <a:pt x="126232" y="88070"/>
                  </a:lnTo>
                  <a:lnTo>
                    <a:pt x="214303" y="0"/>
                  </a:lnTo>
                  <a:lnTo>
                    <a:pt x="214311" y="0"/>
                  </a:lnTo>
                  <a:lnTo>
                    <a:pt x="252458" y="38146"/>
                  </a:lnTo>
                  <a:lnTo>
                    <a:pt x="164370" y="126234"/>
                  </a:lnTo>
                  <a:lnTo>
                    <a:pt x="252458" y="214308"/>
                  </a:lnTo>
                  <a:close/>
                </a:path>
              </a:pathLst>
            </a:custGeom>
            <a:solidFill>
              <a:srgbClr val="1D1D1B">
                <a:alpha val="60000"/>
              </a:srgbClr>
            </a:solidFill>
          </p:spPr>
        </p:sp>
        <p:sp>
          <p:nvSpPr>
            <p:cNvPr id="170" name="shape 170"/>
            <p:cNvSpPr/>
            <p:nvPr/>
          </p:nvSpPr>
          <p:spPr>
            <a:xfrm>
              <a:off x="1657452" y="202730"/>
              <a:ext cx="291186" cy="291173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71" name="shape 171"/>
            <p:cNvSpPr/>
            <p:nvPr/>
          </p:nvSpPr>
          <p:spPr>
            <a:xfrm>
              <a:off x="1676807" y="222110"/>
              <a:ext cx="252463" cy="252422"/>
            </a:xfrm>
            <a:custGeom>
              <a:pathLst>
                <a:path w="252462" h="252421">
                  <a:moveTo>
                    <a:pt x="214311" y="252421"/>
                  </a:moveTo>
                  <a:lnTo>
                    <a:pt x="126236" y="164334"/>
                  </a:lnTo>
                  <a:lnTo>
                    <a:pt x="38149" y="252421"/>
                  </a:lnTo>
                  <a:lnTo>
                    <a:pt x="0" y="214297"/>
                  </a:lnTo>
                  <a:lnTo>
                    <a:pt x="0" y="214294"/>
                  </a:lnTo>
                  <a:lnTo>
                    <a:pt x="88086" y="126208"/>
                  </a:lnTo>
                  <a:lnTo>
                    <a:pt x="0" y="38148"/>
                  </a:lnTo>
                  <a:lnTo>
                    <a:pt x="0" y="38145"/>
                  </a:lnTo>
                  <a:lnTo>
                    <a:pt x="38145" y="0"/>
                  </a:lnTo>
                  <a:lnTo>
                    <a:pt x="38153" y="0"/>
                  </a:lnTo>
                  <a:lnTo>
                    <a:pt x="126236" y="88070"/>
                  </a:lnTo>
                  <a:lnTo>
                    <a:pt x="214307" y="0"/>
                  </a:lnTo>
                  <a:lnTo>
                    <a:pt x="214315" y="0"/>
                  </a:lnTo>
                  <a:lnTo>
                    <a:pt x="252462" y="38146"/>
                  </a:lnTo>
                  <a:lnTo>
                    <a:pt x="164374" y="126208"/>
                  </a:lnTo>
                  <a:lnTo>
                    <a:pt x="252462" y="214295"/>
                  </a:lnTo>
                  <a:close/>
                </a:path>
              </a:pathLst>
            </a:custGeom>
            <a:solidFill>
              <a:srgbClr val="1D1D1B">
                <a:alpha val="60000"/>
              </a:srgbClr>
            </a:solidFill>
          </p:spPr>
        </p:sp>
        <p:sp>
          <p:nvSpPr>
            <p:cNvPr id="172" name="shape 172"/>
            <p:cNvSpPr/>
            <p:nvPr/>
          </p:nvSpPr>
          <p:spPr>
            <a:xfrm>
              <a:off x="2059762" y="202730"/>
              <a:ext cx="291186" cy="291173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73" name="shape 173"/>
            <p:cNvSpPr/>
            <p:nvPr/>
          </p:nvSpPr>
          <p:spPr>
            <a:xfrm>
              <a:off x="2079117" y="222110"/>
              <a:ext cx="252460" cy="252422"/>
            </a:xfrm>
            <a:custGeom>
              <a:pathLst>
                <a:path w="252459" h="252421">
                  <a:moveTo>
                    <a:pt x="214309" y="252421"/>
                  </a:moveTo>
                  <a:lnTo>
                    <a:pt x="126234" y="164334"/>
                  </a:lnTo>
                  <a:lnTo>
                    <a:pt x="38147" y="252421"/>
                  </a:lnTo>
                  <a:lnTo>
                    <a:pt x="0" y="214299"/>
                  </a:lnTo>
                  <a:lnTo>
                    <a:pt x="0" y="214292"/>
                  </a:lnTo>
                  <a:lnTo>
                    <a:pt x="88083" y="126208"/>
                  </a:lnTo>
                  <a:lnTo>
                    <a:pt x="0" y="38150"/>
                  </a:lnTo>
                  <a:lnTo>
                    <a:pt x="0" y="38143"/>
                  </a:lnTo>
                  <a:lnTo>
                    <a:pt x="38143" y="0"/>
                  </a:lnTo>
                  <a:lnTo>
                    <a:pt x="38151" y="0"/>
                  </a:lnTo>
                  <a:lnTo>
                    <a:pt x="126234" y="88070"/>
                  </a:lnTo>
                  <a:lnTo>
                    <a:pt x="214305" y="0"/>
                  </a:lnTo>
                  <a:lnTo>
                    <a:pt x="214312" y="0"/>
                  </a:lnTo>
                  <a:lnTo>
                    <a:pt x="252459" y="38146"/>
                  </a:lnTo>
                  <a:lnTo>
                    <a:pt x="164372" y="126208"/>
                  </a:lnTo>
                  <a:lnTo>
                    <a:pt x="252459" y="214295"/>
                  </a:lnTo>
                  <a:close/>
                </a:path>
              </a:pathLst>
            </a:custGeom>
            <a:solidFill>
              <a:srgbClr val="1D1D1B">
                <a:alpha val="60000"/>
              </a:srgbClr>
            </a:solidFill>
          </p:spPr>
        </p:sp>
        <p:sp>
          <p:nvSpPr>
            <p:cNvPr id="174" name="shape 174"/>
            <p:cNvSpPr/>
            <p:nvPr/>
          </p:nvSpPr>
          <p:spPr>
            <a:xfrm>
              <a:off x="2462073" y="202730"/>
              <a:ext cx="291186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75" name="shape 175"/>
            <p:cNvSpPr/>
            <p:nvPr/>
          </p:nvSpPr>
          <p:spPr>
            <a:xfrm>
              <a:off x="2481445" y="222110"/>
              <a:ext cx="252459" cy="252434"/>
            </a:xfrm>
            <a:custGeom>
              <a:pathLst>
                <a:path w="252458" h="252433">
                  <a:moveTo>
                    <a:pt x="214312" y="252433"/>
                  </a:moveTo>
                  <a:lnTo>
                    <a:pt x="126237" y="164359"/>
                  </a:lnTo>
                  <a:lnTo>
                    <a:pt x="38150" y="252433"/>
                  </a:lnTo>
                  <a:lnTo>
                    <a:pt x="0" y="214308"/>
                  </a:lnTo>
                  <a:lnTo>
                    <a:pt x="88087" y="126234"/>
                  </a:lnTo>
                  <a:lnTo>
                    <a:pt x="0" y="38146"/>
                  </a:lnTo>
                  <a:lnTo>
                    <a:pt x="38146" y="0"/>
                  </a:lnTo>
                  <a:lnTo>
                    <a:pt x="38154" y="0"/>
                  </a:lnTo>
                  <a:lnTo>
                    <a:pt x="126237" y="88083"/>
                  </a:lnTo>
                  <a:lnTo>
                    <a:pt x="214308" y="0"/>
                  </a:lnTo>
                  <a:lnTo>
                    <a:pt x="214315" y="0"/>
                  </a:lnTo>
                  <a:lnTo>
                    <a:pt x="252458" y="38142"/>
                  </a:lnTo>
                  <a:lnTo>
                    <a:pt x="252458" y="38151"/>
                  </a:lnTo>
                  <a:lnTo>
                    <a:pt x="164376" y="126234"/>
                  </a:lnTo>
                  <a:lnTo>
                    <a:pt x="252458" y="214303"/>
                  </a:lnTo>
                  <a:lnTo>
                    <a:pt x="252458" y="214313"/>
                  </a:lnTo>
                  <a:close/>
                </a:path>
              </a:pathLst>
            </a:custGeom>
            <a:solidFill>
              <a:srgbClr val="1D1D1B">
                <a:alpha val="60000"/>
              </a:srgbClr>
            </a:solidFill>
          </p:spPr>
        </p:sp>
        <p:sp>
          <p:nvSpPr>
            <p:cNvPr id="176" name="shape 176"/>
            <p:cNvSpPr/>
            <p:nvPr/>
          </p:nvSpPr>
          <p:spPr>
            <a:xfrm>
              <a:off x="2859862" y="202730"/>
              <a:ext cx="291187" cy="291173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77" name="shape 177"/>
            <p:cNvSpPr/>
            <p:nvPr/>
          </p:nvSpPr>
          <p:spPr>
            <a:xfrm>
              <a:off x="2879217" y="222110"/>
              <a:ext cx="252460" cy="252422"/>
            </a:xfrm>
            <a:custGeom>
              <a:pathLst>
                <a:path w="252459" h="252421">
                  <a:moveTo>
                    <a:pt x="214308" y="252421"/>
                  </a:moveTo>
                  <a:lnTo>
                    <a:pt x="126234" y="164334"/>
                  </a:lnTo>
                  <a:lnTo>
                    <a:pt x="38147" y="252421"/>
                  </a:lnTo>
                  <a:lnTo>
                    <a:pt x="0" y="214299"/>
                  </a:lnTo>
                  <a:lnTo>
                    <a:pt x="0" y="214291"/>
                  </a:lnTo>
                  <a:lnTo>
                    <a:pt x="88083" y="126208"/>
                  </a:lnTo>
                  <a:lnTo>
                    <a:pt x="0" y="38150"/>
                  </a:lnTo>
                  <a:lnTo>
                    <a:pt x="0" y="38143"/>
                  </a:lnTo>
                  <a:lnTo>
                    <a:pt x="38143" y="0"/>
                  </a:lnTo>
                  <a:lnTo>
                    <a:pt x="38151" y="0"/>
                  </a:lnTo>
                  <a:lnTo>
                    <a:pt x="126234" y="88070"/>
                  </a:lnTo>
                  <a:lnTo>
                    <a:pt x="214304" y="0"/>
                  </a:lnTo>
                  <a:lnTo>
                    <a:pt x="214312" y="0"/>
                  </a:lnTo>
                  <a:lnTo>
                    <a:pt x="252459" y="38146"/>
                  </a:lnTo>
                  <a:lnTo>
                    <a:pt x="164372" y="126208"/>
                  </a:lnTo>
                  <a:lnTo>
                    <a:pt x="252459" y="214295"/>
                  </a:lnTo>
                  <a:close/>
                </a:path>
              </a:pathLst>
            </a:custGeom>
            <a:solidFill>
              <a:srgbClr val="1D1D1B">
                <a:alpha val="60000"/>
              </a:srgbClr>
            </a:solidFill>
          </p:spPr>
        </p:sp>
        <p:sp>
          <p:nvSpPr>
            <p:cNvPr id="178" name="shape 178"/>
            <p:cNvSpPr txBox="1"/>
            <p:nvPr/>
          </p:nvSpPr>
          <p:spPr>
            <a:xfrm>
              <a:off x="81844" y="532488"/>
              <a:ext cx="3070225" cy="609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48895">
                <a:tabLst>
                  <a:tab pos="436245" algn="l"/>
                  <a:tab pos="813435" algn="l"/>
                  <a:tab pos="1242060" algn="l"/>
                  <a:tab pos="1649730" algn="l"/>
                  <a:tab pos="1991995" algn="l"/>
                  <a:tab pos="2444750" algn="l"/>
                  <a:tab pos="2820670" algn="l"/>
                </a:tabLst>
              </a:pP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Darken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Multiply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Color Burn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Lighten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Screen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Color dodge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Overlay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Soft Light</a:t>
              </a:r>
              <a:endParaRPr/>
            </a:p>
          </p:txBody>
        </p:sp>
        <p:sp>
          <p:nvSpPr>
            <p:cNvPr id="179" name="shape 179"/>
            <p:cNvSpPr/>
            <p:nvPr/>
          </p:nvSpPr>
          <p:spPr>
            <a:xfrm>
              <a:off x="61760" y="634759"/>
              <a:ext cx="291186" cy="291161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80" name="shape 180"/>
            <p:cNvSpPr/>
            <p:nvPr/>
          </p:nvSpPr>
          <p:spPr>
            <a:xfrm>
              <a:off x="79595" y="657923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25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25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90D4F6">
                <a:alpha val="60000"/>
              </a:srgbClr>
            </a:solidFill>
          </p:spPr>
        </p:sp>
        <p:sp>
          <p:nvSpPr>
            <p:cNvPr id="181" name="shape 181"/>
            <p:cNvSpPr/>
            <p:nvPr/>
          </p:nvSpPr>
          <p:spPr>
            <a:xfrm>
              <a:off x="1264196" y="636346"/>
              <a:ext cx="288011" cy="287986"/>
            </a:xfrm>
            <a:prstGeom prst="rect">
              <a:avLst/>
            </a:prstGeom>
            <a:solidFill>
              <a:srgbClr val="231F20"/>
            </a:solidFill>
          </p:spPr>
        </p:sp>
        <p:sp>
          <p:nvSpPr>
            <p:cNvPr id="182" name="shape 182"/>
            <p:cNvSpPr/>
            <p:nvPr/>
          </p:nvSpPr>
          <p:spPr>
            <a:xfrm>
              <a:off x="1281964" y="654130"/>
              <a:ext cx="252459" cy="252411"/>
            </a:xfrm>
            <a:custGeom>
              <a:pathLst>
                <a:path w="252458" h="252410">
                  <a:moveTo>
                    <a:pt x="214307" y="252410"/>
                  </a:moveTo>
                  <a:lnTo>
                    <a:pt x="126232" y="164336"/>
                  </a:lnTo>
                  <a:lnTo>
                    <a:pt x="38145" y="252410"/>
                  </a:lnTo>
                  <a:lnTo>
                    <a:pt x="0" y="214290"/>
                  </a:lnTo>
                  <a:lnTo>
                    <a:pt x="0" y="214281"/>
                  </a:lnTo>
                  <a:lnTo>
                    <a:pt x="88082" y="126211"/>
                  </a:lnTo>
                  <a:lnTo>
                    <a:pt x="0" y="38154"/>
                  </a:lnTo>
                  <a:lnTo>
                    <a:pt x="0" y="38144"/>
                  </a:lnTo>
                  <a:lnTo>
                    <a:pt x="38144" y="0"/>
                  </a:lnTo>
                  <a:lnTo>
                    <a:pt x="38146" y="0"/>
                  </a:lnTo>
                  <a:lnTo>
                    <a:pt x="126232" y="88060"/>
                  </a:lnTo>
                  <a:lnTo>
                    <a:pt x="214306" y="0"/>
                  </a:lnTo>
                  <a:lnTo>
                    <a:pt x="214308" y="0"/>
                  </a:lnTo>
                  <a:lnTo>
                    <a:pt x="252458" y="38149"/>
                  </a:lnTo>
                  <a:lnTo>
                    <a:pt x="164383" y="126211"/>
                  </a:lnTo>
                  <a:lnTo>
                    <a:pt x="252458" y="214286"/>
                  </a:lnTo>
                  <a:close/>
                </a:path>
              </a:pathLst>
            </a:custGeom>
            <a:solidFill>
              <a:srgbClr val="C6C6C6">
                <a:alpha val="60000"/>
              </a:srgbClr>
            </a:solidFill>
          </p:spPr>
        </p:sp>
        <p:sp>
          <p:nvSpPr>
            <p:cNvPr id="183" name="shape 183"/>
            <p:cNvSpPr/>
            <p:nvPr/>
          </p:nvSpPr>
          <p:spPr>
            <a:xfrm>
              <a:off x="1659052" y="636321"/>
              <a:ext cx="288011" cy="288011"/>
            </a:xfrm>
            <a:prstGeom prst="rect">
              <a:avLst/>
            </a:prstGeom>
            <a:solidFill>
              <a:srgbClr val="231F20"/>
            </a:solidFill>
          </p:spPr>
        </p:sp>
        <p:sp>
          <p:nvSpPr>
            <p:cNvPr id="184" name="shape 184"/>
            <p:cNvSpPr/>
            <p:nvPr/>
          </p:nvSpPr>
          <p:spPr>
            <a:xfrm>
              <a:off x="2061350" y="636346"/>
              <a:ext cx="288011" cy="287986"/>
            </a:xfrm>
            <a:prstGeom prst="rect">
              <a:avLst/>
            </a:prstGeom>
            <a:solidFill>
              <a:srgbClr val="231F20"/>
            </a:solidFill>
          </p:spPr>
        </p:sp>
        <p:sp>
          <p:nvSpPr>
            <p:cNvPr id="185" name="shape 185"/>
            <p:cNvSpPr/>
            <p:nvPr/>
          </p:nvSpPr>
          <p:spPr>
            <a:xfrm>
              <a:off x="2079120" y="654130"/>
              <a:ext cx="252461" cy="252411"/>
            </a:xfrm>
            <a:custGeom>
              <a:pathLst>
                <a:path w="252460" h="252410">
                  <a:moveTo>
                    <a:pt x="214312" y="252410"/>
                  </a:moveTo>
                  <a:lnTo>
                    <a:pt x="126238" y="164336"/>
                  </a:lnTo>
                  <a:lnTo>
                    <a:pt x="38150" y="252410"/>
                  </a:lnTo>
                  <a:lnTo>
                    <a:pt x="0" y="214286"/>
                  </a:lnTo>
                  <a:lnTo>
                    <a:pt x="88087" y="126211"/>
                  </a:lnTo>
                  <a:lnTo>
                    <a:pt x="0" y="38149"/>
                  </a:lnTo>
                  <a:lnTo>
                    <a:pt x="38149" y="0"/>
                  </a:lnTo>
                  <a:lnTo>
                    <a:pt x="38151" y="0"/>
                  </a:lnTo>
                  <a:lnTo>
                    <a:pt x="126238" y="88060"/>
                  </a:lnTo>
                  <a:lnTo>
                    <a:pt x="214311" y="0"/>
                  </a:lnTo>
                  <a:lnTo>
                    <a:pt x="214313" y="0"/>
                  </a:lnTo>
                  <a:lnTo>
                    <a:pt x="252460" y="38147"/>
                  </a:lnTo>
                  <a:lnTo>
                    <a:pt x="252460" y="38151"/>
                  </a:lnTo>
                  <a:lnTo>
                    <a:pt x="164376" y="126211"/>
                  </a:lnTo>
                  <a:lnTo>
                    <a:pt x="252460" y="214283"/>
                  </a:lnTo>
                  <a:lnTo>
                    <a:pt x="252460" y="214288"/>
                  </a:lnTo>
                  <a:close/>
                </a:path>
              </a:pathLst>
            </a:custGeom>
            <a:solidFill>
              <a:srgbClr val="BDBDBC">
                <a:alpha val="60000"/>
              </a:srgbClr>
            </a:solidFill>
          </p:spPr>
        </p:sp>
        <p:sp>
          <p:nvSpPr>
            <p:cNvPr id="186" name="shape 186"/>
            <p:cNvSpPr/>
            <p:nvPr/>
          </p:nvSpPr>
          <p:spPr>
            <a:xfrm>
              <a:off x="2463661" y="636346"/>
              <a:ext cx="288011" cy="287986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187" name="shape 187"/>
            <p:cNvSpPr/>
            <p:nvPr/>
          </p:nvSpPr>
          <p:spPr>
            <a:xfrm>
              <a:off x="2462073" y="634759"/>
              <a:ext cx="291186" cy="291161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88" name="shape 188"/>
            <p:cNvSpPr/>
            <p:nvPr/>
          </p:nvSpPr>
          <p:spPr>
            <a:xfrm>
              <a:off x="2481428" y="657925"/>
              <a:ext cx="252462" cy="252412"/>
            </a:xfrm>
            <a:custGeom>
              <a:pathLst>
                <a:path w="252461" h="252411">
                  <a:moveTo>
                    <a:pt x="214310" y="252411"/>
                  </a:moveTo>
                  <a:lnTo>
                    <a:pt x="126236" y="164336"/>
                  </a:lnTo>
                  <a:lnTo>
                    <a:pt x="38149" y="252411"/>
                  </a:lnTo>
                  <a:lnTo>
                    <a:pt x="0" y="214287"/>
                  </a:lnTo>
                  <a:lnTo>
                    <a:pt x="0" y="214284"/>
                  </a:lnTo>
                  <a:lnTo>
                    <a:pt x="88085" y="126211"/>
                  </a:lnTo>
                  <a:lnTo>
                    <a:pt x="0" y="38151"/>
                  </a:lnTo>
                  <a:lnTo>
                    <a:pt x="0" y="38148"/>
                  </a:lnTo>
                  <a:lnTo>
                    <a:pt x="38148" y="0"/>
                  </a:lnTo>
                  <a:lnTo>
                    <a:pt x="38150" y="0"/>
                  </a:lnTo>
                  <a:lnTo>
                    <a:pt x="126236" y="88060"/>
                  </a:lnTo>
                  <a:lnTo>
                    <a:pt x="214309" y="0"/>
                  </a:lnTo>
                  <a:lnTo>
                    <a:pt x="214312" y="0"/>
                  </a:lnTo>
                  <a:lnTo>
                    <a:pt x="252461" y="38149"/>
                  </a:lnTo>
                  <a:lnTo>
                    <a:pt x="164374" y="126211"/>
                  </a:lnTo>
                  <a:lnTo>
                    <a:pt x="252461" y="214285"/>
                  </a:lnTo>
                  <a:close/>
                </a:path>
              </a:pathLst>
            </a:custGeom>
            <a:solidFill>
              <a:srgbClr val="006AB5">
                <a:alpha val="60000"/>
              </a:srgbClr>
            </a:solidFill>
          </p:spPr>
        </p:sp>
        <p:sp>
          <p:nvSpPr>
            <p:cNvPr id="189" name="shape 189"/>
            <p:cNvSpPr/>
            <p:nvPr/>
          </p:nvSpPr>
          <p:spPr>
            <a:xfrm>
              <a:off x="1676812" y="654105"/>
              <a:ext cx="252459" cy="252438"/>
            </a:xfrm>
            <a:custGeom>
              <a:pathLst>
                <a:path w="252458" h="252437">
                  <a:moveTo>
                    <a:pt x="214312" y="252437"/>
                  </a:moveTo>
                  <a:lnTo>
                    <a:pt x="126238" y="164363"/>
                  </a:lnTo>
                  <a:lnTo>
                    <a:pt x="38150" y="252437"/>
                  </a:lnTo>
                  <a:lnTo>
                    <a:pt x="0" y="214312"/>
                  </a:lnTo>
                  <a:lnTo>
                    <a:pt x="88087" y="126238"/>
                  </a:lnTo>
                  <a:lnTo>
                    <a:pt x="0" y="38150"/>
                  </a:lnTo>
                  <a:lnTo>
                    <a:pt x="38150" y="0"/>
                  </a:lnTo>
                  <a:lnTo>
                    <a:pt x="126238" y="88087"/>
                  </a:lnTo>
                  <a:lnTo>
                    <a:pt x="214312" y="0"/>
                  </a:lnTo>
                  <a:lnTo>
                    <a:pt x="252458" y="38145"/>
                  </a:lnTo>
                  <a:lnTo>
                    <a:pt x="252458" y="38155"/>
                  </a:lnTo>
                  <a:lnTo>
                    <a:pt x="164376" y="126238"/>
                  </a:lnTo>
                  <a:lnTo>
                    <a:pt x="252458" y="214307"/>
                  </a:lnTo>
                  <a:lnTo>
                    <a:pt x="252458" y="214316"/>
                  </a:lnTo>
                  <a:close/>
                </a:path>
              </a:pathLst>
            </a:custGeom>
            <a:solidFill>
              <a:srgbClr val="BDBDBC">
                <a:alpha val="60000"/>
              </a:srgbClr>
            </a:solidFill>
          </p:spPr>
        </p:sp>
        <p:sp>
          <p:nvSpPr>
            <p:cNvPr id="190" name="shape 190"/>
            <p:cNvSpPr/>
            <p:nvPr/>
          </p:nvSpPr>
          <p:spPr>
            <a:xfrm>
              <a:off x="2861450" y="636321"/>
              <a:ext cx="288012" cy="288011"/>
            </a:xfrm>
            <a:prstGeom prst="rect">
              <a:avLst/>
            </a:prstGeom>
            <a:solidFill>
              <a:srgbClr val="EC008C"/>
            </a:solidFill>
          </p:spPr>
        </p:sp>
        <p:sp>
          <p:nvSpPr>
            <p:cNvPr id="191" name="shape 191"/>
            <p:cNvSpPr/>
            <p:nvPr/>
          </p:nvSpPr>
          <p:spPr>
            <a:xfrm>
              <a:off x="2859862" y="634733"/>
              <a:ext cx="291187" cy="291186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92" name="shape 192"/>
            <p:cNvSpPr txBox="1"/>
            <p:nvPr/>
          </p:nvSpPr>
          <p:spPr>
            <a:xfrm>
              <a:off x="81844" y="954528"/>
              <a:ext cx="3070225" cy="609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412750" algn="l"/>
                  <a:tab pos="824865" algn="l"/>
                  <a:tab pos="1278255" algn="l"/>
                  <a:tab pos="1609725" algn="l"/>
                  <a:tab pos="2065020" algn="l"/>
                  <a:tab pos="2406650" algn="l"/>
                  <a:tab pos="2787015" algn="l"/>
                </a:tabLst>
              </a:pP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Hard Light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Difference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Exclusion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Hue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Saturation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Color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Luminosity</a:t>
              </a:r>
              <a:r>
                <a:rPr sz="400">
                  <a:solidFill>
                    <a:srgbClr val="231F20"/>
                  </a:solidFill>
                  <a:latin typeface="Arial"/>
                  <a:cs typeface="Arial"/>
                </a:rPr>
                <a:t>	</a:t>
              </a:r>
              <a:r>
                <a:rPr sz="400" spc="-10">
                  <a:solidFill>
                    <a:srgbClr val="231F20"/>
                  </a:solidFill>
                  <a:latin typeface="Arial"/>
                  <a:cs typeface="Arial"/>
                </a:rPr>
                <a:t>Opacity (0%)</a:t>
              </a:r>
              <a:endParaRPr/>
            </a:p>
          </p:txBody>
        </p:sp>
        <p:sp>
          <p:nvSpPr>
            <p:cNvPr id="193" name="shape 193"/>
            <p:cNvSpPr/>
            <p:nvPr/>
          </p:nvSpPr>
          <p:spPr>
            <a:xfrm>
              <a:off x="461163" y="640143"/>
              <a:ext cx="288011" cy="288012"/>
            </a:xfrm>
            <a:prstGeom prst="rect">
              <a:avLst/>
            </a:prstGeom>
            <a:solidFill>
              <a:srgbClr val="524A47"/>
            </a:solidFill>
          </p:spPr>
        </p:sp>
        <p:sp>
          <p:nvSpPr>
            <p:cNvPr id="194" name="shape 194"/>
            <p:cNvSpPr/>
            <p:nvPr/>
          </p:nvSpPr>
          <p:spPr>
            <a:xfrm>
              <a:off x="459575" y="638556"/>
              <a:ext cx="291186" cy="291187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95" name="shape 195"/>
            <p:cNvSpPr/>
            <p:nvPr/>
          </p:nvSpPr>
          <p:spPr>
            <a:xfrm>
              <a:off x="478937" y="657923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196" name="shape 196"/>
            <p:cNvSpPr/>
            <p:nvPr/>
          </p:nvSpPr>
          <p:spPr>
            <a:xfrm>
              <a:off x="863461" y="640143"/>
              <a:ext cx="288011" cy="288012"/>
            </a:xfrm>
            <a:prstGeom prst="rect">
              <a:avLst/>
            </a:prstGeom>
            <a:solidFill>
              <a:srgbClr val="524A47"/>
            </a:solidFill>
          </p:spPr>
        </p:sp>
        <p:sp>
          <p:nvSpPr>
            <p:cNvPr id="197" name="shape 197"/>
            <p:cNvSpPr/>
            <p:nvPr/>
          </p:nvSpPr>
          <p:spPr>
            <a:xfrm>
              <a:off x="861873" y="638556"/>
              <a:ext cx="291186" cy="291187"/>
            </a:xfrm>
            <a:prstGeom prst="rect">
              <a:avLst/>
            </a:prstGeom>
            <a:ln w="3175" cap="flat">
              <a:solidFill>
                <a:srgbClr val="231F20"/>
              </a:solidFill>
              <a:prstDash val="solid"/>
              <a:miter lim="4"/>
            </a:ln>
          </p:spPr>
        </p:sp>
        <p:sp>
          <p:nvSpPr>
            <p:cNvPr id="198" name="shape 198"/>
            <p:cNvSpPr/>
            <p:nvPr/>
          </p:nvSpPr>
          <p:spPr>
            <a:xfrm>
              <a:off x="881226" y="657923"/>
              <a:ext cx="252464" cy="252439"/>
            </a:xfrm>
            <a:custGeom>
              <a:pathLst>
                <a:path w="252463" h="252438">
                  <a:moveTo>
                    <a:pt x="252463" y="38150"/>
                  </a:moveTo>
                  <a:lnTo>
                    <a:pt x="214312" y="0"/>
                  </a:lnTo>
                  <a:lnTo>
                    <a:pt x="126237" y="88087"/>
                  </a:lnTo>
                  <a:lnTo>
                    <a:pt x="38150" y="0"/>
                  </a:lnTo>
                  <a:lnTo>
                    <a:pt x="0" y="38150"/>
                  </a:lnTo>
                  <a:lnTo>
                    <a:pt x="88087" y="126237"/>
                  </a:lnTo>
                  <a:lnTo>
                    <a:pt x="0" y="214312"/>
                  </a:lnTo>
                  <a:lnTo>
                    <a:pt x="38150" y="252437"/>
                  </a:lnTo>
                  <a:lnTo>
                    <a:pt x="126237" y="164363"/>
                  </a:lnTo>
                  <a:lnTo>
                    <a:pt x="214312" y="252437"/>
                  </a:lnTo>
                  <a:lnTo>
                    <a:pt x="252463" y="214312"/>
                  </a:lnTo>
                  <a:lnTo>
                    <a:pt x="164376" y="126237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</p:sp>
      </p:grpSp>
      <p:grpSp>
        <p:nvGrpSpPr>
          <p:cNvPr id="199" name="shape 199"/>
          <p:cNvGrpSpPr/>
          <p:nvPr/>
        </p:nvGrpSpPr>
        <p:grpSpPr>
          <a:xfrm>
            <a:off x="572469" y="8313490"/>
            <a:ext cx="2896265" cy="607849"/>
            <a:chOff x="0" y="0"/>
            <a:chExt cx="2896265" cy="607848"/>
          </a:xfrm>
        </p:grpSpPr>
        <p:pic>
          <p:nvPicPr>
            <p:cNvPr id="200" name="shape 20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0"/>
              <a:ext cx="1387843" cy="607849"/>
            </a:xfrm>
            <a:prstGeom prst="rect"/>
          </p:spPr>
        </p:pic>
        <p:pic>
          <p:nvPicPr>
            <p:cNvPr id="201" name="shape 20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08423" y="6078"/>
              <a:ext cx="1387842" cy="595692"/>
            </a:xfrm>
            <a:prstGeom prst="rect"/>
          </p:spPr>
        </p:pic>
      </p:grpSp>
      <p:sp>
        <p:nvSpPr>
          <p:cNvPr id="202" name="shape 202"/>
          <p:cNvSpPr txBox="1"/>
          <p:nvPr/>
        </p:nvSpPr>
        <p:spPr>
          <a:xfrm>
            <a:off x="483201" y="8291340"/>
            <a:ext cx="86995" cy="709295"/>
          </a:xfrm>
          <a:prstGeom prst="rect"/>
          <a:noFill/>
        </p:spPr>
        <p:txBody>
          <a:bodyPr vert="vert" vertOverflow="overflow" horzOverflow="overflow" numCol="1" wrap="square" lIns="0" tIns="0" rIns="12700" bIns="0">
            <a:spAutoFit/>
          </a:bodyPr>
          <a:p>
            <a:pPr marL="12700">
              <a:spcBef>
                <a:spcPts val="100"/>
              </a:spcBef>
            </a:pPr>
            <a:r>
              <a:rPr sz="400" spc="-5">
                <a:solidFill>
                  <a:srgbClr val="231F20"/>
                </a:solidFill>
                <a:latin typeface="Arial"/>
                <a:cs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http://www.vigc.org/vigc50-xcs/</a:t>
            </a:r>
            <a:endParaRPr/>
          </a:p>
        </p:txBody>
      </p:sp>
      <p:sp>
        <p:nvSpPr>
          <p:cNvPr id="203" name="shape 203"/>
          <p:cNvSpPr txBox="1"/>
          <p:nvPr/>
        </p:nvSpPr>
        <p:spPr>
          <a:xfrm>
            <a:off x="3469102" y="8291340"/>
            <a:ext cx="86995" cy="709295"/>
          </a:xfrm>
          <a:prstGeom prst="rect"/>
          <a:noFill/>
        </p:spPr>
        <p:txBody>
          <a:bodyPr vert="vert" vertOverflow="overflow" horzOverflow="overflow" numCol="1" wrap="square" lIns="0" tIns="0" rIns="12700" bIns="0">
            <a:spAutoFit/>
          </a:bodyPr>
          <a:p>
            <a:pPr marL="12700">
              <a:spcBef>
                <a:spcPts val="100"/>
              </a:spcBef>
            </a:pPr>
            <a:r>
              <a:rPr sz="400" spc="-5">
                <a:solidFill>
                  <a:srgbClr val="231F20"/>
                </a:solidFill>
                <a:latin typeface="Arial"/>
                <a:cs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http://www.vigc.org/vigc50-xcs/</a:t>
            </a:r>
            <a:endParaRPr/>
          </a:p>
        </p:txBody>
      </p:sp>
      <p:grpSp>
        <p:nvGrpSpPr>
          <p:cNvPr id="204" name="shape 204"/>
          <p:cNvGrpSpPr/>
          <p:nvPr/>
        </p:nvGrpSpPr>
        <p:grpSpPr>
          <a:xfrm>
            <a:off x="5113663" y="8068903"/>
            <a:ext cx="864019" cy="864007"/>
            <a:chOff x="0" y="0"/>
            <a:chExt cx="864019" cy="864007"/>
          </a:xfrm>
        </p:grpSpPr>
        <p:sp>
          <p:nvSpPr>
            <p:cNvPr id="205" name="shape 205"/>
            <p:cNvSpPr/>
            <p:nvPr/>
          </p:nvSpPr>
          <p:spPr>
            <a:xfrm>
              <a:off x="0" y="0"/>
              <a:ext cx="864019" cy="864007"/>
            </a:xfrm>
            <a:prstGeom prst="rect">
              <a:avLst/>
            </a:prstGeom>
            <a:solidFill>
              <a:srgbClr val="4FB848"/>
            </a:solidFill>
          </p:spPr>
        </p:sp>
        <p:sp>
          <p:nvSpPr>
            <p:cNvPr id="206" name="shape 206"/>
            <p:cNvSpPr/>
            <p:nvPr/>
          </p:nvSpPr>
          <p:spPr>
            <a:xfrm>
              <a:off x="53295" y="53344"/>
              <a:ext cx="757390" cy="757327"/>
            </a:xfrm>
            <a:custGeom>
              <a:pathLst>
                <a:path w="757389" h="757326">
                  <a:moveTo>
                    <a:pt x="757389" y="114452"/>
                  </a:moveTo>
                  <a:lnTo>
                    <a:pt x="642937" y="0"/>
                  </a:lnTo>
                  <a:lnTo>
                    <a:pt x="378701" y="264249"/>
                  </a:lnTo>
                  <a:lnTo>
                    <a:pt x="114452" y="0"/>
                  </a:lnTo>
                  <a:lnTo>
                    <a:pt x="0" y="114452"/>
                  </a:lnTo>
                  <a:lnTo>
                    <a:pt x="264248" y="378676"/>
                  </a:lnTo>
                  <a:lnTo>
                    <a:pt x="0" y="642950"/>
                  </a:lnTo>
                  <a:lnTo>
                    <a:pt x="114452" y="757326"/>
                  </a:lnTo>
                  <a:lnTo>
                    <a:pt x="378701" y="493077"/>
                  </a:lnTo>
                  <a:lnTo>
                    <a:pt x="642937" y="757326"/>
                  </a:lnTo>
                  <a:lnTo>
                    <a:pt x="757389" y="642950"/>
                  </a:lnTo>
                  <a:lnTo>
                    <a:pt x="493140" y="378676"/>
                  </a:lnTo>
                  <a:close/>
                </a:path>
              </a:pathLst>
            </a:custGeom>
            <a:solidFill>
              <a:srgbClr val="EC2326"/>
            </a:solidFill>
          </p:spPr>
        </p:sp>
        <p:pic>
          <p:nvPicPr>
            <p:cNvPr id="207" name="shape 20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043" y="51150"/>
              <a:ext cx="760442" cy="760442"/>
            </a:xfrm>
            <a:prstGeom prst="rect"/>
          </p:spPr>
        </p:pic>
        <p:sp>
          <p:nvSpPr>
            <p:cNvPr id="208" name="shape 208"/>
            <p:cNvSpPr/>
            <p:nvPr/>
          </p:nvSpPr>
          <p:spPr>
            <a:xfrm>
              <a:off x="44314" y="44364"/>
              <a:ext cx="775354" cy="775286"/>
            </a:xfrm>
            <a:custGeom>
              <a:pathLst>
                <a:path w="775353" h="775285">
                  <a:moveTo>
                    <a:pt x="766371" y="123432"/>
                  </a:moveTo>
                  <a:lnTo>
                    <a:pt x="651919" y="8980"/>
                  </a:lnTo>
                  <a:lnTo>
                    <a:pt x="387682" y="273229"/>
                  </a:lnTo>
                  <a:lnTo>
                    <a:pt x="123433" y="8980"/>
                  </a:lnTo>
                  <a:lnTo>
                    <a:pt x="8981" y="123432"/>
                  </a:lnTo>
                  <a:lnTo>
                    <a:pt x="273230" y="387656"/>
                  </a:lnTo>
                  <a:lnTo>
                    <a:pt x="8981" y="651930"/>
                  </a:lnTo>
                  <a:lnTo>
                    <a:pt x="123433" y="766306"/>
                  </a:lnTo>
                  <a:lnTo>
                    <a:pt x="387682" y="502057"/>
                  </a:lnTo>
                  <a:lnTo>
                    <a:pt x="651919" y="766306"/>
                  </a:lnTo>
                  <a:lnTo>
                    <a:pt x="766371" y="651930"/>
                  </a:lnTo>
                  <a:lnTo>
                    <a:pt x="502122" y="387656"/>
                  </a:lnTo>
                  <a:lnTo>
                    <a:pt x="766371" y="123432"/>
                  </a:lnTo>
                  <a:close/>
                </a:path>
              </a:pathLst>
            </a:custGeom>
            <a:ln w="12700" cap="flat">
              <a:solidFill>
                <a:srgbClr val="51B849"/>
              </a:solidFill>
              <a:prstDash val="solid"/>
              <a:miter lim="4"/>
            </a:ln>
          </p:spPr>
        </p:sp>
      </p:grpSp>
      <p:sp>
        <p:nvSpPr>
          <p:cNvPr id="209" name="shape 209"/>
          <p:cNvSpPr txBox="1"/>
          <p:nvPr/>
        </p:nvSpPr>
        <p:spPr>
          <a:xfrm>
            <a:off x="382905" y="9660513"/>
            <a:ext cx="6794500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877695" algn="l"/>
                <a:tab pos="6163310" algn="l"/>
              </a:tabLst>
            </a:pP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02.07.2021</a:t>
            </a: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© 2021 Ghent Workgroup, 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https://www.gwg.org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 spc="-55">
                <a:solidFill>
                  <a:srgbClr val="231F20"/>
                </a:solidFill>
                <a:latin typeface="Arial"/>
                <a:cs typeface="Arial"/>
              </a:rPr>
              <a:t>Page 5 / 6</a:t>
            </a:r>
            <a:endParaRPr/>
          </a:p>
        </p:txBody>
      </p:sp>
      <p:sp>
        <p:nvSpPr>
          <p:cNvPr id="210" name="shape 210"/>
          <p:cNvSpPr txBox="1"/>
          <p:nvPr/>
        </p:nvSpPr>
        <p:spPr>
          <a:xfrm>
            <a:off x="549275" y="110149"/>
            <a:ext cx="6448425" cy="11785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14145"/>
            <a:r>
              <a:rPr sz="2200" b="1" spc="-30">
                <a:solidFill>
                  <a:srgbClr val="AD208E"/>
                </a:solidFill>
                <a:latin typeface="Arial"/>
                <a:cs typeface="Arial"/>
              </a:rPr>
              <a:t>Ghent PDF Output Suite 5.0 – ICC/CMS</a:t>
            </a:r>
            <a:endParaRPr/>
          </a:p>
          <a:p>
            <a:pPr marL="2505075">
              <a:lnSpc>
                <a:spcPts val="1720"/>
              </a:lnSpc>
            </a:pPr>
            <a:r>
              <a:rPr sz="1600" b="1">
                <a:solidFill>
                  <a:srgbClr val="231F20"/>
                </a:solidFill>
                <a:latin typeface="Arial"/>
                <a:cs typeface="Arial"/>
              </a:rPr>
              <a:t>Conformance Level 2</a:t>
            </a:r>
            <a:endParaRPr/>
          </a:p>
          <a:p>
            <a:pPr marL="178435" marR="165100" algn="ctr">
              <a:lnSpc>
                <a:spcPct val="99750"/>
              </a:lnSpc>
              <a:spcBef>
                <a:spcPts val="100"/>
              </a:spcBef>
            </a:pPr>
            <a:r>
              <a:rPr sz="1200" i="1" spc="-65">
                <a:solidFill>
                  <a:srgbClr val="231F20"/>
                </a:solidFill>
                <a:latin typeface="Arial"/>
                <a:cs typeface="Arial"/>
              </a:rPr>
              <a:t>Las páginas contienen parches de prueba con características esenciales de PDF/X-4 (ISO 15930-7). </a:t>
            </a:r>
            <a:r>
              <a:rPr sz="1200" i="1" spc="-70">
                <a:solidFill>
                  <a:srgbClr val="231F20"/>
                </a:solidFill>
                <a:latin typeface="Arial"/>
                <a:cs typeface="Arial"/>
              </a:rPr>
              <a:t>Los errores se identifican con una cruz o con una desviación de las imágenes de referencia integradas.</a:t>
            </a:r>
            <a:endParaRPr/>
          </a:p>
          <a:p>
            <a:pPr marL="12700">
              <a:spcBef>
                <a:spcPts val="500"/>
              </a:spcBef>
            </a:pPr>
            <a:r>
              <a:rPr sz="1200" b="1" spc="-170">
                <a:latin typeface="Arial"/>
                <a:cs typeface="Arial"/>
              </a:rPr>
              <a:t>Las páginas de prueba personalizadas son necesarias para la certificación de conformidad de Ghent PDF Output Suite 5.0!!!</a:t>
            </a:r>
            <a:endParaRPr/>
          </a:p>
        </p:txBody>
      </p:sp>
      <p:graphicFrame>
        <p:nvGraphicFramePr>
          <p:cNvPr id="211" name="shape 211"/>
          <p:cNvGraphicFramePr>
            <a:graphicFrameLocks noGrp="1"/>
          </p:cNvGraphicFramePr>
          <p:nvPr/>
        </p:nvGraphicFramePr>
        <p:xfrm>
          <a:off x="3952946" y="1523849"/>
          <a:ext cx="3191294" cy="17513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6805"/>
                <a:gridCol w="467995"/>
                <a:gridCol w="346710"/>
              </a:tblGrid>
              <a:tr h="1640840">
                <a:tc gridSpan="3">
                  <a:txBody>
                    <a:bodyPr/>
                    <a:p>
                      <a:pPr marL="902335" marR="902335"/>
                      <a:r>
                        <a:rPr sz="900" spc="-60">
                          <a:latin typeface="Arial"/>
                          <a:cs typeface="Arial"/>
                        </a:rPr>
                        <a:t>GWG 13.0 - ICC Source Profile</a:t>
                      </a:r>
                      <a:endParaRPr/>
                    </a:p>
                    <a:p>
                      <a:pPr marL="340360" marR="313690">
                        <a:spcBef>
                          <a:spcPts val="600"/>
                        </a:spcBef>
                        <a:tabLst>
                          <a:tab pos="1061720" algn="l"/>
                          <a:tab pos="1752600" algn="l"/>
                          <a:tab pos="247396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RGB Vector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RGB Image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CMYK Vector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5">
                          <a:latin typeface="Arial"/>
                          <a:cs typeface="Arial"/>
                        </a:rPr>
                        <a:t>CMYK Image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24230" marR="163195">
                        <a:spcBef>
                          <a:spcPts val="300"/>
                        </a:spcBef>
                        <a:tabLst>
                          <a:tab pos="1544955" algn="l"/>
                          <a:tab pos="2265045" algn="l"/>
                          <a:tab pos="298450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a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b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>
                          <a:latin typeface="Arial"/>
                          <a:cs typeface="Arial"/>
                        </a:rPr>
                        <a:t>c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1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  <a:p>
                      <a:pPr marL="335280" marR="1947545">
                        <a:spcBef>
                          <a:spcPts val="3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Rendering Intent: Perceptual</a:t>
                      </a:r>
                      <a:endParaRPr/>
                    </a:p>
                    <a:p>
                      <a:pPr marL="335280" marR="1588770"/>
                      <a:r>
                        <a:rPr sz="600" spc="-30">
                          <a:latin typeface="Arial"/>
                          <a:cs typeface="Arial"/>
                        </a:rPr>
                        <a:t>Output Intent: ISO Coated v2 300% (ECI)</a:t>
                      </a:r>
                      <a:endParaRPr/>
                    </a:p>
                    <a:p>
                      <a:pPr marL="616585" marR="616585" algn="ctr">
                        <a:spcBef>
                          <a:spcPts val="8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If a red </a:t>
                      </a:r>
                      <a:r>
                        <a:rPr sz="600" b="1" spc="-25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5">
                          <a:latin typeface="Arial"/>
                          <a:cs typeface="Arial"/>
                        </a:rPr>
                        <a:t>appears, then the Source ICC Profile is not respected.</a:t>
                      </a:r>
                      <a:endParaRPr/>
                    </a:p>
                    <a:p>
                      <a:pPr marL="516255" marR="516255" algn="ctr">
                        <a:lnSpc>
                          <a:spcPts val="690"/>
                        </a:lnSpc>
                      </a:pPr>
                      <a:r>
                        <a:rPr sz="600" spc="-20">
                          <a:latin typeface="Arial"/>
                          <a:cs typeface="Arial"/>
                        </a:rPr>
                        <a:t>In cas a faint green </a:t>
                      </a:r>
                      <a:r>
                        <a:rPr sz="600" b="1" spc="-20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is shown, the rendering intent is not respected.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216535">
                        <a:tabLst>
                          <a:tab pos="91630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03 Mai 2016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5">
                          <a:latin typeface="Arial"/>
                          <a:cs typeface="Arial"/>
                        </a:rPr>
                        <a:t>Ghent PDF Workgroup © </a:t>
                      </a:r>
                      <a:r>
                        <a:rPr sz="600" spc="-25">
                          <a:latin typeface="Arial"/>
                          <a:cs typeface="Arial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marR="24130" algn="ctr"/>
                      <a:r>
                        <a:rPr sz="600" b="1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83515" marR="29210" algn="r"/>
                      <a:r>
                        <a:rPr sz="600" spc="-35">
                          <a:latin typeface="Arial"/>
                          <a:cs typeface="Arial"/>
                        </a:rPr>
                        <a:t>13.0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shape 212"/>
          <p:cNvGraphicFramePr>
            <a:graphicFrameLocks noGrp="1"/>
          </p:cNvGraphicFramePr>
          <p:nvPr/>
        </p:nvGraphicFramePr>
        <p:xfrm>
          <a:off x="424947" y="3611846"/>
          <a:ext cx="3191295" cy="17513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6805"/>
                <a:gridCol w="467995"/>
                <a:gridCol w="346710"/>
              </a:tblGrid>
              <a:tr h="1640840">
                <a:tc gridSpan="3">
                  <a:txBody>
                    <a:bodyPr/>
                    <a:p>
                      <a:pPr marL="708660" marR="672465">
                        <a:spcBef>
                          <a:spcPts val="100"/>
                        </a:spcBef>
                      </a:pPr>
                      <a:r>
                        <a:rPr sz="900" spc="-55">
                          <a:latin typeface="Arial"/>
                          <a:cs typeface="Arial"/>
                        </a:rPr>
                        <a:t>GWG 13.2 - ICC based CMYK Overprint</a:t>
                      </a:r>
                      <a:endParaRPr/>
                    </a:p>
                    <a:p>
                      <a:pPr marL="909320" marR="875030">
                        <a:spcBef>
                          <a:spcPts val="500"/>
                        </a:spcBef>
                        <a:tabLst>
                          <a:tab pos="1631315" algn="l"/>
                        </a:tabLst>
                      </a:pPr>
                      <a:r>
                        <a:rPr sz="600" spc="-20">
                          <a:latin typeface="Arial"/>
                          <a:cs typeface="Arial"/>
                        </a:rPr>
                        <a:t>ICCbasedCMYK white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5">
                          <a:latin typeface="Arial"/>
                          <a:cs typeface="Arial"/>
                        </a:rPr>
                        <a:t>ICCbasedCMYK green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463550" marR="404495" algn="ctr">
                        <a:lnSpc>
                          <a:spcPct val="99833"/>
                        </a:lnSpc>
                        <a:spcBef>
                          <a:spcPts val="200"/>
                        </a:spcBef>
                      </a:pPr>
                      <a:r>
                        <a:rPr sz="600" spc="-30">
                          <a:latin typeface="Arial"/>
                          <a:cs typeface="Arial"/>
                        </a:rPr>
                        <a:t>ICCbasedCMYK objects must never overprint other CMYK objects, despite </a:t>
                      </a:r>
                      <a:r>
                        <a:rPr sz="600">
                          <a:latin typeface="Arial"/>
                          <a:cs typeface="Arial"/>
                        </a:rPr>
                        <a:t>Overprint is enabled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292100" marR="255905">
                        <a:spcBef>
                          <a:spcPts val="2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In case of an </a:t>
                      </a:r>
                      <a:r>
                        <a:rPr sz="600" b="1" spc="-25">
                          <a:latin typeface="Arial"/>
                          <a:cs typeface="Arial"/>
                        </a:rPr>
                        <a:t>X</a:t>
                      </a:r>
                      <a:r>
                        <a:rPr sz="600" spc="-25">
                          <a:latin typeface="Arial"/>
                          <a:cs typeface="Arial"/>
                        </a:rPr>
                        <a:t>, the CMYK color was converted while preserving the Overprint Mode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47625" marR="198755">
                        <a:tabLst>
                          <a:tab pos="93408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02 Mai 2016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5">
                          <a:latin typeface="Arial"/>
                          <a:cs typeface="Arial"/>
                        </a:rPr>
                        <a:t>Ghent PDF Workgroup © </a:t>
                      </a:r>
                      <a:r>
                        <a:rPr sz="600" spc="-25">
                          <a:latin typeface="Arial"/>
                          <a:cs typeface="Arial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marR="24130" algn="ctr"/>
                      <a:r>
                        <a:rPr sz="600" b="1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201295" marR="11430" algn="r"/>
                      <a:r>
                        <a:rPr sz="600" spc="-35">
                          <a:latin typeface="Arial"/>
                          <a:cs typeface="Arial"/>
                        </a:rPr>
                        <a:t>13.2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13" name="shape 213"/>
          <p:cNvGraphicFramePr>
            <a:graphicFrameLocks noGrp="1"/>
          </p:cNvGraphicFramePr>
          <p:nvPr/>
        </p:nvGraphicFramePr>
        <p:xfrm>
          <a:off x="3952946" y="3611846"/>
          <a:ext cx="3191294" cy="17513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6805"/>
                <a:gridCol w="467995"/>
                <a:gridCol w="346710"/>
              </a:tblGrid>
              <a:tr h="1640840">
                <a:tc gridSpan="3">
                  <a:txBody>
                    <a:bodyPr/>
                    <a:p>
                      <a:pPr marL="749935" marR="714375">
                        <a:spcBef>
                          <a:spcPts val="100"/>
                        </a:spcBef>
                      </a:pPr>
                      <a:r>
                        <a:rPr sz="900" spc="-55">
                          <a:latin typeface="Arial"/>
                          <a:cs typeface="Arial"/>
                        </a:rPr>
                        <a:t>GWG 13.3 - ICC based RGB Overprint</a:t>
                      </a:r>
                      <a:endParaRPr/>
                    </a:p>
                    <a:p>
                      <a:pPr marL="937260" marR="902970">
                        <a:spcBef>
                          <a:spcPts val="500"/>
                        </a:spcBef>
                        <a:tabLst>
                          <a:tab pos="165925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ICCbasedRGB white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5">
                          <a:latin typeface="Arial"/>
                          <a:cs typeface="Arial"/>
                        </a:rPr>
                        <a:t>ICCbasedRGB green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395605" marR="336550" algn="ctr">
                        <a:spcBef>
                          <a:spcPts val="2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ICCbasedRGB objects must never overprint other CMYK objects, despite Over-</a:t>
                      </a:r>
                      <a:endParaRPr/>
                    </a:p>
                    <a:p>
                      <a:pPr marL="987425" marR="928370" algn="ctr">
                        <a:lnSpc>
                          <a:spcPts val="715"/>
                        </a:lnSpc>
                      </a:pPr>
                      <a:r>
                        <a:rPr sz="600" spc="-20">
                          <a:latin typeface="Arial"/>
                          <a:cs typeface="Arial"/>
                        </a:rPr>
                        <a:t>print is enabled and Overprint Mode is 1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76530" marR="140970">
                        <a:spcBef>
                          <a:spcPts val="2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In case of an </a:t>
                      </a:r>
                      <a:r>
                        <a:rPr sz="600" b="1" spc="-25">
                          <a:latin typeface="Arial"/>
                          <a:cs typeface="Arial"/>
                        </a:rPr>
                        <a:t>X</a:t>
                      </a:r>
                      <a:r>
                        <a:rPr sz="600" spc="-25">
                          <a:latin typeface="Arial"/>
                          <a:cs typeface="Arial"/>
                        </a:rPr>
                        <a:t>, the RGB color was converted to CMYK while preserving the Overprint Mode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47625" marR="198755">
                        <a:tabLst>
                          <a:tab pos="93408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27 Apr 2016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5">
                          <a:latin typeface="Arial"/>
                          <a:cs typeface="Arial"/>
                        </a:rPr>
                        <a:t>Ghent PDF Workgroup © </a:t>
                      </a:r>
                      <a:r>
                        <a:rPr sz="600" spc="-25">
                          <a:latin typeface="Arial"/>
                          <a:cs typeface="Arial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marR="24130" algn="ctr"/>
                      <a:r>
                        <a:rPr sz="600" b="1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201295" marR="11430" algn="r"/>
                      <a:r>
                        <a:rPr sz="600" spc="-35">
                          <a:latin typeface="Arial"/>
                          <a:cs typeface="Arial"/>
                        </a:rPr>
                        <a:t>13.3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14" name="shape 214"/>
          <p:cNvGraphicFramePr>
            <a:graphicFrameLocks noGrp="1"/>
          </p:cNvGraphicFramePr>
          <p:nvPr/>
        </p:nvGraphicFramePr>
        <p:xfrm>
          <a:off x="427119" y="5699831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2360"/>
                <a:gridCol w="474345"/>
                <a:gridCol w="345440"/>
              </a:tblGrid>
              <a:tr h="1643379">
                <a:tc gridSpan="3">
                  <a:txBody>
                    <a:bodyPr/>
                    <a:p>
                      <a:pPr marL="182880" marR="184150"/>
                      <a:r>
                        <a:rPr sz="900" spc="-60">
                          <a:latin typeface="Arial"/>
                          <a:cs typeface="Arial"/>
                        </a:rPr>
                        <a:t>GWG 16.1 - Transparency Basic Blend Modes (ICCbasedRGB)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16205" marR="99060">
                        <a:spcBef>
                          <a:spcPts val="600"/>
                        </a:spcBef>
                        <a:tabLst>
                          <a:tab pos="505460" algn="l"/>
                          <a:tab pos="879475" algn="l"/>
                          <a:tab pos="1310640" algn="l"/>
                          <a:tab pos="1719580" algn="l"/>
                          <a:tab pos="2056765" algn="l"/>
                          <a:tab pos="2509520" algn="l"/>
                          <a:tab pos="2887345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Darken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Multiply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 Burn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Lighten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Screen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 Dodge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Overlay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10">
                          <a:latin typeface="Arial"/>
                          <a:cs typeface="Arial"/>
                        </a:rPr>
                        <a:t>Soft Light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1280" marR="66675">
                        <a:spcBef>
                          <a:spcPts val="400"/>
                        </a:spcBef>
                        <a:tabLst>
                          <a:tab pos="483235" algn="l"/>
                          <a:tab pos="892810" algn="l"/>
                          <a:tab pos="1348105" algn="l"/>
                          <a:tab pos="1681480" algn="l"/>
                          <a:tab pos="2134235" algn="l"/>
                          <a:tab pos="2473325" algn="l"/>
                          <a:tab pos="2854960" algn="l"/>
                        </a:tabLst>
                      </a:pPr>
                      <a:r>
                        <a:rPr sz="400">
                          <a:latin typeface="Arial"/>
                          <a:cs typeface="Arial"/>
                        </a:rPr>
                        <a:t>Hard Light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Difference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Exclusion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Hue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Saturation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Color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latin typeface="Arial"/>
                          <a:cs typeface="Arial"/>
                        </a:rPr>
                        <a:t>Luminosity</a:t>
                      </a:r>
                      <a:r>
                        <a:rPr sz="400"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20">
                          <a:latin typeface="Arial"/>
                          <a:cs typeface="Arial"/>
                        </a:rPr>
                        <a:t>Opacity (0%)</a:t>
                      </a:r>
                      <a:endParaRPr/>
                    </a:p>
                    <a:p>
                      <a:pPr marL="554355" marR="1287145">
                        <a:spcBef>
                          <a:spcPts val="400"/>
                        </a:spcBef>
                        <a:tabLst>
                          <a:tab pos="1379855" algn="l"/>
                        </a:tabLst>
                      </a:pP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PDF/X output intent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ISO coated v2 300% (ECI)</a:t>
                      </a:r>
                      <a:endParaRPr/>
                    </a:p>
                    <a:p>
                      <a:pPr marL="2777490" marR="147320">
                        <a:lnSpc>
                          <a:spcPts val="340"/>
                        </a:lnSpc>
                      </a:pPr>
                      <a:r>
                        <a:rPr sz="300" spc="-1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 cleary visible </a:t>
                      </a:r>
                      <a:r>
                        <a:rPr sz="300" b="1" spc="-1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/>
                    </a:p>
                    <a:p>
                      <a:pPr marL="134620" marR="90170">
                        <a:lnSpc>
                          <a:spcPts val="390"/>
                        </a:lnSpc>
                        <a:tabLst>
                          <a:tab pos="554355" algn="l"/>
                          <a:tab pos="1379855" algn="l"/>
                          <a:tab pos="2720340" algn="l"/>
                        </a:tabLst>
                      </a:pPr>
                      <a:r>
                        <a:rPr sz="3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 faint </a:t>
                      </a:r>
                      <a:r>
                        <a:rPr sz="300" b="1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X </a:t>
                      </a:r>
                      <a:r>
                        <a:rPr sz="3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is due to</a:t>
                      </a:r>
                      <a:r>
                        <a:rPr sz="3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600" baseline="13888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Page group blending color space</a:t>
                      </a:r>
                      <a:r>
                        <a:rPr sz="600" baseline="13888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600" baseline="13888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DeviceCMYK</a:t>
                      </a:r>
                      <a:r>
                        <a:rPr sz="600" baseline="13888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00" spc="-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indicates that this blend</a:t>
                      </a:r>
                      <a:endParaRPr/>
                    </a:p>
                    <a:p>
                      <a:pPr marL="90805" marR="92075">
                        <a:tabLst>
                          <a:tab pos="2722245" algn="l"/>
                        </a:tabLst>
                      </a:pPr>
                      <a:r>
                        <a:rPr sz="3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differences in the CMM</a:t>
                      </a:r>
                      <a:r>
                        <a:rPr sz="3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00" spc="-1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mode is </a:t>
                      </a:r>
                      <a:r>
                        <a:rPr sz="300" b="1" spc="-1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not supported</a:t>
                      </a:r>
                      <a:endParaRPr/>
                    </a:p>
                    <a:p>
                      <a:pPr marL="95250" marR="139065">
                        <a:lnSpc>
                          <a:spcPts val="350"/>
                        </a:lnSpc>
                        <a:tabLst>
                          <a:tab pos="554355" algn="l"/>
                          <a:tab pos="1379855" algn="l"/>
                          <a:tab pos="2769235" algn="l"/>
                        </a:tabLst>
                      </a:pPr>
                      <a:r>
                        <a:rPr sz="3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and does </a:t>
                      </a:r>
                      <a:r>
                        <a:rPr sz="300" b="1">
                          <a:solidFill>
                            <a:srgbClr val="348162"/>
                          </a:solidFill>
                          <a:latin typeface="Arial"/>
                          <a:cs typeface="Arial"/>
                        </a:rPr>
                        <a:t>not indicate</a:t>
                      </a:r>
                      <a:r>
                        <a:rPr sz="300" b="1">
                          <a:solidFill>
                            <a:srgbClr val="3481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600" baseline="20833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Upper object</a:t>
                      </a:r>
                      <a:r>
                        <a:rPr sz="600" baseline="20833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600" baseline="20833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ICCbasedRGB (sRGB)</a:t>
                      </a:r>
                      <a:r>
                        <a:rPr sz="600" baseline="20833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00" b="1" spc="-1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properly </a:t>
                      </a:r>
                      <a:r>
                        <a:rPr sz="300" spc="-1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which is</a:t>
                      </a:r>
                      <a:endParaRPr/>
                    </a:p>
                    <a:p>
                      <a:pPr marL="200660" marR="207645">
                        <a:tabLst>
                          <a:tab pos="554355" algn="l"/>
                          <a:tab pos="1379855" algn="l"/>
                          <a:tab pos="2837815" algn="l"/>
                        </a:tabLst>
                      </a:pPr>
                      <a:r>
                        <a:rPr sz="450" b="1" baseline="27777">
                          <a:solidFill>
                            <a:srgbClr val="348162"/>
                          </a:solidFill>
                          <a:latin typeface="Arial"/>
                          <a:cs typeface="Arial"/>
                        </a:rPr>
                        <a:t>a failure</a:t>
                      </a:r>
                      <a:r>
                        <a:rPr sz="450" baseline="27777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450" baseline="27777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Lower object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ICCbasedRGB (sRGB)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50" b="1" spc="-15" baseline="27777">
                          <a:solidFill>
                            <a:srgbClr val="EE2228"/>
                          </a:solidFill>
                          <a:latin typeface="Arial"/>
                          <a:cs typeface="Arial"/>
                        </a:rPr>
                        <a:t>a failure</a:t>
                      </a:r>
                      <a:r>
                        <a:rPr sz="450" spc="-15" baseline="27777">
                          <a:solidFill>
                            <a:srgbClr val="EE2228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/>
                    </a:p>
                    <a:p>
                      <a:pPr marL="554355" marR="1591945">
                        <a:spcBef>
                          <a:spcPts val="200"/>
                        </a:spcBef>
                        <a:tabLst>
                          <a:tab pos="1379855" algn="l"/>
                        </a:tabLst>
                      </a:pP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Rendering intent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15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Saturation</a:t>
                      </a:r>
                      <a:endParaRPr/>
                    </a:p>
                    <a:p>
                      <a:pPr marL="554355" marR="1543050">
                        <a:spcBef>
                          <a:spcPts val="200"/>
                        </a:spcBef>
                        <a:tabLst>
                          <a:tab pos="1379855" algn="l"/>
                        </a:tabLst>
                      </a:pP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All group color spaces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00" spc="-3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DeviceCMYK</a:t>
                      </a:r>
                      <a:endParaRPr/>
                    </a:p>
                    <a:p>
                      <a:pPr marL="216535" marR="211455">
                        <a:spcBef>
                          <a:spcPts val="100"/>
                        </a:spcBef>
                        <a:tabLst>
                          <a:tab pos="554355" algn="l"/>
                          <a:tab pos="1379855" algn="l"/>
                          <a:tab pos="2837180" algn="l"/>
                        </a:tabLst>
                      </a:pPr>
                      <a:r>
                        <a:rPr sz="450" i="1" baseline="9259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r>
                        <a:rPr sz="450" i="1" baseline="9259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All groups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Non isolated, non knockout</a:t>
                      </a:r>
                      <a:r>
                        <a:rPr sz="40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450" i="1" spc="-67" baseline="9259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07315">
                <a:tc>
                  <a:txBody>
                    <a:bodyPr/>
                    <a:p>
                      <a:pPr marL="48260" marR="210185">
                        <a:tabLst>
                          <a:tab pos="104838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14 July 2016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1750" marR="32385" algn="ctr"/>
                      <a:r>
                        <a:rPr sz="600" b="1" spc="-4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81610" marR="30480" algn="r"/>
                      <a:r>
                        <a:rPr sz="600" spc="-35">
                          <a:latin typeface="Arial"/>
                          <a:cs typeface="Arial"/>
                        </a:rPr>
                        <a:t>16.1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shape 215"/>
          <p:cNvGraphicFramePr>
            <a:graphicFrameLocks noGrp="1"/>
          </p:cNvGraphicFramePr>
          <p:nvPr/>
        </p:nvGraphicFramePr>
        <p:xfrm>
          <a:off x="967490" y="6737084"/>
          <a:ext cx="2106223" cy="5796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5500"/>
                <a:gridCol w="1280795"/>
              </a:tblGrid>
              <a:tr h="825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25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952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9525" cmpd="sng">
                      <a:solidFill>
                        <a:srgbClr val="231F20"/>
                      </a:solidFill>
                    </a:lnB>
                  </a:tcPr>
                </a:tc>
              </a:tr>
              <a:tr h="825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952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952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25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25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952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9525" cmpd="sng">
                      <a:solidFill>
                        <a:srgbClr val="231F20"/>
                      </a:solidFill>
                    </a:lnB>
                  </a:tcPr>
                </a:tc>
              </a:tr>
              <a:tr h="825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952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952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  <a:tr h="825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600"/>
                    </a:p>
                  </a:txBody>
                  <a:tcPr marL="0" marR="0" marT="0" marB="0">
                    <a:lnL w="3175" cmpd="sng">
                      <a:solidFill>
                        <a:srgbClr val="231F20"/>
                      </a:solidFill>
                    </a:lnL>
                    <a:lnR w="3175" cmpd="sng">
                      <a:solidFill>
                        <a:srgbClr val="231F20"/>
                      </a:solidFill>
                    </a:lnR>
                    <a:lnT w="3175" cmpd="sng">
                      <a:solidFill>
                        <a:srgbClr val="231F20"/>
                      </a:solidFill>
                    </a:lnT>
                    <a:lnB w="3175" cmpd="sng">
                      <a:solidFill>
                        <a:srgbClr val="231F2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6" name="shape 216"/>
          <p:cNvSpPr/>
          <p:nvPr/>
        </p:nvSpPr>
        <p:spPr>
          <a:xfrm>
            <a:off x="493964" y="5907863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F7A399">
              <a:alpha val="60000"/>
            </a:srgbClr>
          </a:solidFill>
        </p:spPr>
      </p:sp>
      <p:sp>
        <p:nvSpPr>
          <p:cNvPr id="217" name="shape 217"/>
          <p:cNvSpPr/>
          <p:nvPr/>
        </p:nvSpPr>
        <p:spPr>
          <a:xfrm>
            <a:off x="895369" y="5907863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FFCCF2">
              <a:alpha val="60000"/>
            </a:srgbClr>
          </a:solidFill>
        </p:spPr>
      </p:sp>
      <p:sp>
        <p:nvSpPr>
          <p:cNvPr id="218" name="shape 218"/>
          <p:cNvSpPr/>
          <p:nvPr/>
        </p:nvSpPr>
        <p:spPr>
          <a:xfrm>
            <a:off x="1294970" y="5907863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01FFFF">
              <a:alpha val="60000"/>
            </a:srgbClr>
          </a:solidFill>
        </p:spPr>
      </p:sp>
      <p:sp>
        <p:nvSpPr>
          <p:cNvPr id="219" name="shape 219"/>
          <p:cNvSpPr/>
          <p:nvPr/>
        </p:nvSpPr>
        <p:spPr>
          <a:xfrm>
            <a:off x="1694569" y="5914618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528847">
              <a:alpha val="60000"/>
            </a:srgbClr>
          </a:solidFill>
        </p:spPr>
      </p:sp>
      <p:sp>
        <p:nvSpPr>
          <p:cNvPr id="220" name="shape 220"/>
          <p:cNvSpPr/>
          <p:nvPr/>
        </p:nvSpPr>
        <p:spPr>
          <a:xfrm>
            <a:off x="2094169" y="5907863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382626">
              <a:alpha val="60000"/>
            </a:srgbClr>
          </a:solidFill>
        </p:spPr>
      </p:sp>
      <p:sp>
        <p:nvSpPr>
          <p:cNvPr id="221" name="shape 221"/>
          <p:cNvSpPr/>
          <p:nvPr/>
        </p:nvSpPr>
        <p:spPr>
          <a:xfrm>
            <a:off x="2493770" y="5907863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01FFFF">
              <a:alpha val="60000"/>
            </a:srgbClr>
          </a:solidFill>
        </p:spPr>
      </p:sp>
      <p:sp>
        <p:nvSpPr>
          <p:cNvPr id="222" name="shape 222"/>
          <p:cNvSpPr/>
          <p:nvPr/>
        </p:nvSpPr>
        <p:spPr>
          <a:xfrm>
            <a:off x="2893369" y="5907863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01FFFF">
              <a:alpha val="60000"/>
            </a:srgbClr>
          </a:solidFill>
        </p:spPr>
      </p:sp>
      <p:sp>
        <p:nvSpPr>
          <p:cNvPr id="223" name="shape 223"/>
          <p:cNvSpPr/>
          <p:nvPr/>
        </p:nvSpPr>
        <p:spPr>
          <a:xfrm>
            <a:off x="3292969" y="5907863"/>
            <a:ext cx="252464" cy="252438"/>
          </a:xfrm>
          <a:custGeom>
            <a:pathLst>
              <a:path w="252463" h="252437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A8AD00">
              <a:alpha val="60000"/>
            </a:srgbClr>
          </a:solidFill>
        </p:spPr>
      </p:sp>
      <p:sp>
        <p:nvSpPr>
          <p:cNvPr id="224" name="shape 224"/>
          <p:cNvSpPr/>
          <p:nvPr/>
        </p:nvSpPr>
        <p:spPr>
          <a:xfrm>
            <a:off x="495769" y="6345116"/>
            <a:ext cx="252464" cy="252439"/>
          </a:xfrm>
          <a:custGeom>
            <a:pathLst>
              <a:path w="252463" h="252438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808000">
              <a:alpha val="60000"/>
            </a:srgbClr>
          </a:solidFill>
        </p:spPr>
      </p:sp>
      <p:sp>
        <p:nvSpPr>
          <p:cNvPr id="225" name="shape 225"/>
          <p:cNvSpPr/>
          <p:nvPr/>
        </p:nvSpPr>
        <p:spPr>
          <a:xfrm>
            <a:off x="1294970" y="6345116"/>
            <a:ext cx="252464" cy="252439"/>
          </a:xfrm>
          <a:custGeom>
            <a:pathLst>
              <a:path w="252463" h="252438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805999">
              <a:alpha val="60000"/>
            </a:srgbClr>
          </a:solidFill>
        </p:spPr>
      </p:sp>
      <p:sp>
        <p:nvSpPr>
          <p:cNvPr id="226" name="shape 226"/>
          <p:cNvSpPr/>
          <p:nvPr/>
        </p:nvSpPr>
        <p:spPr>
          <a:xfrm>
            <a:off x="1694569" y="6345116"/>
            <a:ext cx="252464" cy="252439"/>
          </a:xfrm>
          <a:custGeom>
            <a:pathLst>
              <a:path w="252463" h="252438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C2BDC2">
              <a:alpha val="60000"/>
            </a:srgbClr>
          </a:solidFill>
        </p:spPr>
      </p:sp>
      <p:sp>
        <p:nvSpPr>
          <p:cNvPr id="227" name="shape 227"/>
          <p:cNvSpPr/>
          <p:nvPr/>
        </p:nvSpPr>
        <p:spPr>
          <a:xfrm>
            <a:off x="2094169" y="6345116"/>
            <a:ext cx="252464" cy="252439"/>
          </a:xfrm>
          <a:custGeom>
            <a:pathLst>
              <a:path w="252463" h="252438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667373">
              <a:alpha val="60000"/>
            </a:srgbClr>
          </a:solidFill>
        </p:spPr>
      </p:sp>
      <p:sp>
        <p:nvSpPr>
          <p:cNvPr id="228" name="shape 228"/>
          <p:cNvSpPr/>
          <p:nvPr/>
        </p:nvSpPr>
        <p:spPr>
          <a:xfrm>
            <a:off x="2493770" y="6345116"/>
            <a:ext cx="252464" cy="252439"/>
          </a:xfrm>
          <a:custGeom>
            <a:pathLst>
              <a:path w="252463" h="252438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FF2EFF">
              <a:alpha val="60000"/>
            </a:srgbClr>
          </a:solidFill>
        </p:spPr>
      </p:sp>
      <p:sp>
        <p:nvSpPr>
          <p:cNvPr id="229" name="shape 229"/>
          <p:cNvSpPr/>
          <p:nvPr/>
        </p:nvSpPr>
        <p:spPr>
          <a:xfrm>
            <a:off x="2893369" y="6345116"/>
            <a:ext cx="252464" cy="252439"/>
          </a:xfrm>
          <a:custGeom>
            <a:pathLst>
              <a:path w="252463" h="252438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E68AFA">
              <a:alpha val="60000"/>
            </a:srgbClr>
          </a:solidFill>
        </p:spPr>
      </p:sp>
      <p:sp>
        <p:nvSpPr>
          <p:cNvPr id="230" name="shape 230"/>
          <p:cNvSpPr/>
          <p:nvPr/>
        </p:nvSpPr>
        <p:spPr>
          <a:xfrm>
            <a:off x="895369" y="6345116"/>
            <a:ext cx="252464" cy="252439"/>
          </a:xfrm>
          <a:custGeom>
            <a:pathLst>
              <a:path w="252463" h="252438">
                <a:moveTo>
                  <a:pt x="252463" y="38150"/>
                </a:moveTo>
                <a:lnTo>
                  <a:pt x="214312" y="0"/>
                </a:lnTo>
                <a:lnTo>
                  <a:pt x="126237" y="88087"/>
                </a:lnTo>
                <a:lnTo>
                  <a:pt x="38150" y="0"/>
                </a:lnTo>
                <a:lnTo>
                  <a:pt x="0" y="38150"/>
                </a:lnTo>
                <a:lnTo>
                  <a:pt x="88087" y="126237"/>
                </a:lnTo>
                <a:lnTo>
                  <a:pt x="0" y="214312"/>
                </a:lnTo>
                <a:lnTo>
                  <a:pt x="38150" y="252437"/>
                </a:lnTo>
                <a:lnTo>
                  <a:pt x="126237" y="164363"/>
                </a:lnTo>
                <a:lnTo>
                  <a:pt x="214312" y="252437"/>
                </a:lnTo>
                <a:lnTo>
                  <a:pt x="252463" y="214312"/>
                </a:lnTo>
                <a:lnTo>
                  <a:pt x="164376" y="126237"/>
                </a:lnTo>
                <a:close/>
              </a:path>
            </a:pathLst>
          </a:custGeom>
          <a:solidFill>
            <a:srgbClr val="260000">
              <a:alpha val="60000"/>
            </a:srgbClr>
          </a:solidFill>
        </p:spPr>
      </p:sp>
      <p:graphicFrame>
        <p:nvGraphicFramePr>
          <p:cNvPr id="231" name="shape 231"/>
          <p:cNvGraphicFramePr>
            <a:graphicFrameLocks noGrp="1"/>
          </p:cNvGraphicFramePr>
          <p:nvPr/>
        </p:nvGraphicFramePr>
        <p:xfrm>
          <a:off x="4264357" y="6863487"/>
          <a:ext cx="2478510" cy="35400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2305"/>
                <a:gridCol w="1816100"/>
              </a:tblGrid>
              <a:tr h="88265">
                <a:tc>
                  <a:txBody>
                    <a:bodyPr/>
                    <a:p>
                      <a:pPr marL="24765" marR="202565"/>
                      <a:r>
                        <a:rPr sz="400" spc="-15">
                          <a:latin typeface="Arial"/>
                          <a:cs typeface="Arial"/>
                        </a:rPr>
                        <a:t>PDF/X Output Intent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111316"/>
                      </a:solidFill>
                    </a:lnL>
                    <a:lnR w="3175" cmpd="sng">
                      <a:solidFill>
                        <a:srgbClr val="111316"/>
                      </a:solidFill>
                    </a:lnR>
                    <a:lnT w="3175" cmpd="sng">
                      <a:solidFill>
                        <a:srgbClr val="111316"/>
                      </a:solidFill>
                    </a:lnT>
                    <a:lnB w="3175" cmpd="sng">
                      <a:solidFill>
                        <a:srgbClr val="111316"/>
                      </a:solidFill>
                    </a:lnB>
                  </a:tcPr>
                </a:tc>
                <a:tc>
                  <a:txBody>
                    <a:bodyPr/>
                    <a:p>
                      <a:pPr marL="30480" marR="1253490"/>
                      <a:r>
                        <a:rPr sz="400" spc="-30">
                          <a:latin typeface="Arial"/>
                          <a:cs typeface="Arial"/>
                        </a:rPr>
                        <a:t>ISO Coated v2 300% (ECI)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111316"/>
                      </a:solidFill>
                    </a:lnL>
                    <a:lnR w="3175" cmpd="sng">
                      <a:solidFill>
                        <a:srgbClr val="111316"/>
                      </a:solidFill>
                    </a:lnR>
                    <a:lnT w="3175" cmpd="sng">
                      <a:solidFill>
                        <a:srgbClr val="111316"/>
                      </a:solidFill>
                    </a:lnT>
                    <a:lnB w="3175" cmpd="sng">
                      <a:solidFill>
                        <a:srgbClr val="111316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 marL="24765" marR="274955"/>
                      <a:r>
                        <a:rPr sz="400" spc="-35">
                          <a:latin typeface="Arial"/>
                          <a:cs typeface="Arial"/>
                        </a:rPr>
                        <a:t>Page Level TBCS*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111316"/>
                      </a:solidFill>
                    </a:lnL>
                    <a:lnR w="3175" cmpd="sng">
                      <a:solidFill>
                        <a:srgbClr val="111316"/>
                      </a:solidFill>
                    </a:lnR>
                    <a:lnT w="3175" cmpd="sng">
                      <a:solidFill>
                        <a:srgbClr val="111316"/>
                      </a:solidFill>
                    </a:lnT>
                    <a:lnB w="12700" cmpd="sng">
                      <a:solidFill>
                        <a:srgbClr val="111316"/>
                      </a:solidFill>
                    </a:lnB>
                  </a:tcPr>
                </a:tc>
                <a:tc>
                  <a:txBody>
                    <a:bodyPr/>
                    <a:p>
                      <a:pPr marL="30480" marR="565785"/>
                      <a:r>
                        <a:rPr sz="400" spc="-20">
                          <a:latin typeface="Arial"/>
                          <a:cs typeface="Arial"/>
                        </a:rPr>
                        <a:t>Non Knockout (Blend Mode Normal), TBCS*: </a:t>
                      </a:r>
                      <a:r>
                        <a:rPr sz="400" spc="-15">
                          <a:latin typeface="Arial"/>
                          <a:cs typeface="Arial"/>
                        </a:rPr>
                        <a:t>DeviceCMYK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111316"/>
                      </a:solidFill>
                    </a:lnL>
                    <a:lnR w="3175" cmpd="sng">
                      <a:solidFill>
                        <a:srgbClr val="111316"/>
                      </a:solidFill>
                    </a:lnR>
                    <a:lnT w="3175" cmpd="sng">
                      <a:solidFill>
                        <a:srgbClr val="111316"/>
                      </a:solidFill>
                    </a:lnT>
                    <a:lnB w="12700" cmpd="sng">
                      <a:solidFill>
                        <a:srgbClr val="111316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 marL="24765" marR="62230"/>
                      <a:r>
                        <a:rPr sz="400" spc="-25">
                          <a:latin typeface="Arial"/>
                          <a:cs typeface="Arial"/>
                        </a:rPr>
                        <a:t>Upper (object): Type, TBCS*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111316"/>
                      </a:solidFill>
                    </a:lnL>
                    <a:lnR w="3175" cmpd="sng">
                      <a:solidFill>
                        <a:srgbClr val="111316"/>
                      </a:solidFill>
                    </a:lnR>
                    <a:lnT w="12700" cmpd="sng">
                      <a:solidFill>
                        <a:srgbClr val="111316"/>
                      </a:solidFill>
                    </a:lnT>
                    <a:lnB w="3175" cmpd="sng">
                      <a:solidFill>
                        <a:srgbClr val="111316"/>
                      </a:solidFill>
                    </a:lnB>
                  </a:tcPr>
                </a:tc>
                <a:tc>
                  <a:txBody>
                    <a:bodyPr/>
                    <a:p>
                      <a:pPr marL="30480" marR="606425"/>
                      <a:r>
                        <a:rPr sz="400" spc="-20">
                          <a:latin typeface="Arial"/>
                          <a:cs typeface="Arial"/>
                        </a:rPr>
                        <a:t>ICCBased CMYK (FOGRA39), using defined Blend Mode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111316"/>
                      </a:solidFill>
                    </a:lnL>
                    <a:lnR w="3175" cmpd="sng">
                      <a:solidFill>
                        <a:srgbClr val="111316"/>
                      </a:solidFill>
                    </a:lnR>
                    <a:lnT w="12700" cmpd="sng">
                      <a:solidFill>
                        <a:srgbClr val="111316"/>
                      </a:solidFill>
                    </a:lnT>
                    <a:lnB w="3175" cmpd="sng">
                      <a:solidFill>
                        <a:srgbClr val="111316"/>
                      </a:solidFill>
                    </a:lnB>
                  </a:tcPr>
                </a:tc>
              </a:tr>
              <a:tr h="88265">
                <a:tc>
                  <a:txBody>
                    <a:bodyPr/>
                    <a:p>
                      <a:pPr marL="24765" marR="64770"/>
                      <a:r>
                        <a:rPr sz="400" spc="-25">
                          <a:latin typeface="Arial"/>
                          <a:cs typeface="Arial"/>
                        </a:rPr>
                        <a:t>Lower (object): Type, TBCS*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111316"/>
                      </a:solidFill>
                    </a:lnL>
                    <a:lnR w="3175" cmpd="sng">
                      <a:solidFill>
                        <a:srgbClr val="111316"/>
                      </a:solidFill>
                    </a:lnR>
                    <a:lnT w="3175" cmpd="sng">
                      <a:solidFill>
                        <a:srgbClr val="111316"/>
                      </a:solidFill>
                    </a:lnT>
                    <a:lnB w="3175" cmpd="sng">
                      <a:solidFill>
                        <a:srgbClr val="111316"/>
                      </a:solidFill>
                    </a:lnB>
                  </a:tcPr>
                </a:tc>
                <a:tc>
                  <a:txBody>
                    <a:bodyPr/>
                    <a:p>
                      <a:pPr marL="30480" marR="1510665"/>
                      <a:r>
                        <a:rPr sz="400" spc="-25">
                          <a:latin typeface="Arial"/>
                          <a:cs typeface="Arial"/>
                        </a:rPr>
                        <a:t>DeviceCMYK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111316"/>
                      </a:solidFill>
                    </a:lnL>
                    <a:lnR w="3175" cmpd="sng">
                      <a:solidFill>
                        <a:srgbClr val="111316"/>
                      </a:solidFill>
                    </a:lnR>
                    <a:lnT w="3175" cmpd="sng">
                      <a:solidFill>
                        <a:srgbClr val="111316"/>
                      </a:solidFill>
                    </a:lnT>
                    <a:lnB w="3175" cmpd="sng">
                      <a:solidFill>
                        <a:srgbClr val="111316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shape 232"/>
          <p:cNvGraphicFramePr>
            <a:graphicFrameLocks noGrp="1"/>
          </p:cNvGraphicFramePr>
          <p:nvPr/>
        </p:nvGraphicFramePr>
        <p:xfrm>
          <a:off x="427119" y="7787827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4900"/>
                <a:gridCol w="467995"/>
                <a:gridCol w="348615"/>
              </a:tblGrid>
              <a:tr h="1640840">
                <a:tc gridSpan="3">
                  <a:txBody>
                    <a:bodyPr/>
                    <a:p>
                      <a:pPr marL="538480" marR="539115">
                        <a:spcBef>
                          <a:spcPts val="100"/>
                        </a:spcBef>
                      </a:pPr>
                      <a:r>
                        <a:rPr sz="900" spc="-65">
                          <a:latin typeface="Arial"/>
                          <a:cs typeface="Arial"/>
                        </a:rPr>
                        <a:t>GWG 16.7 – Image Softmasks (ICCBasedRGB)</a:t>
                      </a:r>
                      <a:endParaRPr/>
                    </a:p>
                    <a:p>
                      <a:pPr marL="563245" marR="575945">
                        <a:spcBef>
                          <a:spcPts val="1000"/>
                        </a:spcBef>
                        <a:tabLst>
                          <a:tab pos="208407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Actual test object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Reference Image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621665" marR="626745" algn="ctr">
                        <a:spcBef>
                          <a:spcPts val="2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If a solid black contour appears at the edges of the left image,</a:t>
                      </a:r>
                      <a:endParaRPr/>
                    </a:p>
                    <a:p>
                      <a:pPr marL="513080" marR="518160" algn="ctr"/>
                      <a:r>
                        <a:rPr sz="600" spc="-20">
                          <a:latin typeface="Arial"/>
                          <a:cs typeface="Arial"/>
                        </a:rPr>
                        <a:t>the Image Softmask (a transparency effect) is not rendered correctly.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224790">
                        <a:tabLst>
                          <a:tab pos="103632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19 Mar 2012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9370" marR="40640" algn="ctr"/>
                      <a:r>
                        <a:rPr sz="600" spc="-5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85420" marR="29845" algn="r"/>
                      <a:r>
                        <a:rPr sz="600" spc="-35">
                          <a:latin typeface="Arial"/>
                          <a:cs typeface="Arial"/>
                        </a:rPr>
                        <a:t>16.7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33" name="shape 233"/>
          <p:cNvGraphicFramePr>
            <a:graphicFrameLocks noGrp="1"/>
          </p:cNvGraphicFramePr>
          <p:nvPr/>
        </p:nvGraphicFramePr>
        <p:xfrm>
          <a:off x="3946596" y="7781515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29815"/>
                <a:gridCol w="537210"/>
                <a:gridCol w="336550"/>
              </a:tblGrid>
              <a:tr h="1642110">
                <a:tc gridSpan="3">
                  <a:txBody>
                    <a:bodyPr/>
                    <a:p>
                      <a:pPr marL="403225" marR="417195">
                        <a:spcBef>
                          <a:spcPts val="100"/>
                        </a:spcBef>
                      </a:pPr>
                      <a:r>
                        <a:rPr sz="900" spc="-65">
                          <a:latin typeface="Arial"/>
                          <a:cs typeface="Arial"/>
                        </a:rPr>
                        <a:t>GWG 17.2 - JPEG2000 compression (ICCBasedRGB)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51535" marR="857250">
                        <a:spcBef>
                          <a:spcPts val="100"/>
                        </a:spcBef>
                      </a:pPr>
                      <a:r>
                        <a:rPr sz="600" spc="-20">
                          <a:solidFill>
                            <a:srgbClr val="0F1316"/>
                          </a:solidFill>
                          <a:latin typeface="Arial"/>
                          <a:cs typeface="Arial"/>
                        </a:rPr>
                        <a:t>No “X” must be visible when rendered correctly.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2554">
                <a:tc>
                  <a:txBody>
                    <a:bodyPr/>
                    <a:p>
                      <a:pPr marL="36195" marR="159385">
                        <a:tabLst>
                          <a:tab pos="105727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11 Nov 2015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6355" marR="45085" algn="ctr"/>
                      <a:r>
                        <a:rPr sz="600" b="1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C2326"/>
                    </a:solidFill>
                  </a:tcPr>
                </a:tc>
                <a:tc>
                  <a:txBody>
                    <a:bodyPr/>
                    <a:p>
                      <a:pPr marL="163195" marR="39370" algn="r"/>
                      <a:r>
                        <a:rPr sz="600" spc="-35">
                          <a:latin typeface="Arial"/>
                          <a:cs typeface="Arial"/>
                        </a:rPr>
                        <a:t>17.2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406873" y="171396"/>
            <a:ext cx="6757124" cy="396245"/>
            <a:chOff x="0" y="0"/>
            <a:chExt cx="6757124" cy="396244"/>
          </a:xfrm>
        </p:grpSpPr>
        <p:sp>
          <p:nvSpPr>
            <p:cNvPr id="3" name="shape 3"/>
            <p:cNvSpPr/>
            <p:nvPr/>
          </p:nvSpPr>
          <p:spPr>
            <a:xfrm>
              <a:off x="5422106" y="17080"/>
              <a:ext cx="168568" cy="61256"/>
            </a:xfrm>
            <a:custGeom>
              <a:pathLst>
                <a:path w="168567" h="61255">
                  <a:moveTo>
                    <a:pt x="84278" y="0"/>
                  </a:moveTo>
                  <a:lnTo>
                    <a:pt x="42184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2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5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4" name="shape 4"/>
            <p:cNvSpPr/>
            <p:nvPr/>
          </p:nvSpPr>
          <p:spPr>
            <a:xfrm>
              <a:off x="5328001" y="111150"/>
              <a:ext cx="61280" cy="168568"/>
            </a:xfrm>
            <a:custGeom>
              <a:pathLst>
                <a:path w="61279" h="168567">
                  <a:moveTo>
                    <a:pt x="37873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3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5" name="shape 5"/>
            <p:cNvSpPr/>
            <p:nvPr/>
          </p:nvSpPr>
          <p:spPr>
            <a:xfrm>
              <a:off x="5623512" y="111151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6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5422114" y="312553"/>
              <a:ext cx="168567" cy="61284"/>
            </a:xfrm>
            <a:custGeom>
              <a:pathLst>
                <a:path w="168566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5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6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5413330" y="102385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5805336" y="11514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5945918" y="8602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6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6052643" y="48376"/>
              <a:ext cx="87668" cy="100838"/>
            </a:xfrm>
            <a:custGeom>
              <a:pathLst>
                <a:path w="87667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6161860" y="48593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90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6264526" y="27640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5801019" y="223124"/>
              <a:ext cx="168924" cy="134354"/>
            </a:xfrm>
            <a:custGeom>
              <a:pathLst>
                <a:path w="168923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2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5" y="114414"/>
                  </a:lnTo>
                  <a:lnTo>
                    <a:pt x="35306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3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5972236" y="258815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6091476" y="258806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6160000" y="215974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6249289" y="258818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0" y="82105"/>
                  </a:lnTo>
                  <a:lnTo>
                    <a:pt x="74332" y="82105"/>
                  </a:lnTo>
                  <a:lnTo>
                    <a:pt x="74332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5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0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6370612" y="258806"/>
              <a:ext cx="49911" cy="98667"/>
            </a:xfrm>
            <a:custGeom>
              <a:pathLst>
                <a:path w="49910" h="98666">
                  <a:moveTo>
                    <a:pt x="44958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19" name="shape 19"/>
            <p:cNvSpPr/>
            <p:nvPr/>
          </p:nvSpPr>
          <p:spPr>
            <a:xfrm>
              <a:off x="6429974" y="258815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5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6549245" y="260999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6662115" y="258815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3" y="18719"/>
                  </a:lnTo>
                  <a:lnTo>
                    <a:pt x="17259" y="18719"/>
                  </a:lnTo>
                  <a:lnTo>
                    <a:pt x="16217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2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39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4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1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pic>
          <p:nvPicPr>
            <p:cNvPr id="22" name="shape 2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5412" y="0"/>
              <a:ext cx="3722714" cy="347553"/>
            </a:xfrm>
            <a:prstGeom prst="rect"/>
          </p:spPr>
        </p:pic>
        <p:sp>
          <p:nvSpPr>
            <p:cNvPr id="23" name="shape 23"/>
            <p:cNvSpPr/>
            <p:nvPr/>
          </p:nvSpPr>
          <p:spPr>
            <a:xfrm>
              <a:off x="94106" y="17080"/>
              <a:ext cx="168568" cy="61256"/>
            </a:xfrm>
            <a:custGeom>
              <a:pathLst>
                <a:path w="168567" h="61255">
                  <a:moveTo>
                    <a:pt x="84283" y="0"/>
                  </a:moveTo>
                  <a:lnTo>
                    <a:pt x="42190" y="8141"/>
                  </a:lnTo>
                  <a:lnTo>
                    <a:pt x="5283" y="32565"/>
                  </a:lnTo>
                  <a:lnTo>
                    <a:pt x="0" y="37874"/>
                  </a:lnTo>
                  <a:lnTo>
                    <a:pt x="23393" y="61255"/>
                  </a:lnTo>
                  <a:lnTo>
                    <a:pt x="52431" y="50218"/>
                  </a:lnTo>
                  <a:lnTo>
                    <a:pt x="84289" y="46307"/>
                  </a:lnTo>
                  <a:lnTo>
                    <a:pt x="116131" y="50212"/>
                  </a:lnTo>
                  <a:lnTo>
                    <a:pt x="145173" y="61242"/>
                  </a:lnTo>
                  <a:lnTo>
                    <a:pt x="168567" y="37874"/>
                  </a:lnTo>
                  <a:lnTo>
                    <a:pt x="163283" y="32565"/>
                  </a:lnTo>
                  <a:lnTo>
                    <a:pt x="126376" y="8141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4" name="shape 24"/>
            <p:cNvSpPr/>
            <p:nvPr/>
          </p:nvSpPr>
          <p:spPr>
            <a:xfrm>
              <a:off x="0" y="111150"/>
              <a:ext cx="61280" cy="168568"/>
            </a:xfrm>
            <a:custGeom>
              <a:pathLst>
                <a:path w="61279" h="168567">
                  <a:moveTo>
                    <a:pt x="37872" y="0"/>
                  </a:moveTo>
                  <a:lnTo>
                    <a:pt x="32589" y="5270"/>
                  </a:lnTo>
                  <a:lnTo>
                    <a:pt x="8149" y="42183"/>
                  </a:lnTo>
                  <a:lnTo>
                    <a:pt x="0" y="84277"/>
                  </a:lnTo>
                  <a:lnTo>
                    <a:pt x="8145" y="126371"/>
                  </a:lnTo>
                  <a:lnTo>
                    <a:pt x="32589" y="163283"/>
                  </a:lnTo>
                  <a:lnTo>
                    <a:pt x="37872" y="168567"/>
                  </a:lnTo>
                  <a:lnTo>
                    <a:pt x="61266" y="145135"/>
                  </a:lnTo>
                  <a:lnTo>
                    <a:pt x="50241" y="116112"/>
                  </a:lnTo>
                  <a:lnTo>
                    <a:pt x="46331" y="84289"/>
                  </a:lnTo>
                  <a:lnTo>
                    <a:pt x="50247" y="52447"/>
                  </a:lnTo>
                  <a:lnTo>
                    <a:pt x="61279" y="23406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295512" y="111151"/>
              <a:ext cx="72149" cy="168568"/>
            </a:xfrm>
            <a:custGeom>
              <a:pathLst>
                <a:path w="72148" h="168567">
                  <a:moveTo>
                    <a:pt x="28689" y="5295"/>
                  </a:moveTo>
                  <a:lnTo>
                    <a:pt x="23393" y="0"/>
                  </a:lnTo>
                  <a:lnTo>
                    <a:pt x="12" y="23431"/>
                  </a:lnTo>
                  <a:cubicBezTo>
                    <a:pt x="9512" y="41655"/>
                    <a:pt x="14947" y="62331"/>
                    <a:pt x="14947" y="84289"/>
                  </a:cubicBezTo>
                  <a:cubicBezTo>
                    <a:pt x="14947" y="106260"/>
                    <a:pt x="9499" y="126949"/>
                    <a:pt x="0" y="145173"/>
                  </a:cubicBezTo>
                  <a:lnTo>
                    <a:pt x="23393" y="168567"/>
                  </a:lnTo>
                  <a:lnTo>
                    <a:pt x="28689" y="163309"/>
                  </a:lnTo>
                  <a:cubicBezTo>
                    <a:pt x="72135" y="119849"/>
                    <a:pt x="72148" y="48755"/>
                    <a:pt x="28689" y="5295"/>
                  </a:cubicBezTo>
                </a:path>
              </a:pathLst>
            </a:custGeom>
            <a:solidFill>
              <a:srgbClr val="950057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94115" y="312553"/>
              <a:ext cx="168568" cy="61284"/>
            </a:xfrm>
            <a:custGeom>
              <a:pathLst>
                <a:path w="168567" h="61283">
                  <a:moveTo>
                    <a:pt x="145160" y="0"/>
                  </a:moveTo>
                  <a:lnTo>
                    <a:pt x="116120" y="11025"/>
                  </a:lnTo>
                  <a:lnTo>
                    <a:pt x="84289" y="14935"/>
                  </a:lnTo>
                  <a:lnTo>
                    <a:pt x="52438" y="11025"/>
                  </a:lnTo>
                  <a:lnTo>
                    <a:pt x="23406" y="0"/>
                  </a:lnTo>
                  <a:lnTo>
                    <a:pt x="0" y="23418"/>
                  </a:lnTo>
                  <a:lnTo>
                    <a:pt x="5270" y="28689"/>
                  </a:lnTo>
                  <a:lnTo>
                    <a:pt x="42184" y="53135"/>
                  </a:lnTo>
                  <a:lnTo>
                    <a:pt x="84281" y="61283"/>
                  </a:lnTo>
                  <a:lnTo>
                    <a:pt x="126376" y="53135"/>
                  </a:lnTo>
                  <a:lnTo>
                    <a:pt x="163283" y="28689"/>
                  </a:lnTo>
                  <a:lnTo>
                    <a:pt x="168567" y="23418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85329" y="102385"/>
              <a:ext cx="186132" cy="186094"/>
            </a:xfrm>
            <a:custGeom>
              <a:pathLst>
                <a:path w="186131" h="186093">
                  <a:moveTo>
                    <a:pt x="93065" y="0"/>
                  </a:moveTo>
                  <a:lnTo>
                    <a:pt x="58043" y="6810"/>
                  </a:lnTo>
                  <a:lnTo>
                    <a:pt x="27260" y="27241"/>
                  </a:lnTo>
                  <a:lnTo>
                    <a:pt x="6815" y="58028"/>
                  </a:lnTo>
                  <a:lnTo>
                    <a:pt x="0" y="93046"/>
                  </a:lnTo>
                  <a:lnTo>
                    <a:pt x="6815" y="128064"/>
                  </a:lnTo>
                  <a:lnTo>
                    <a:pt x="27260" y="158851"/>
                  </a:lnTo>
                  <a:lnTo>
                    <a:pt x="58043" y="179282"/>
                  </a:lnTo>
                  <a:lnTo>
                    <a:pt x="93065" y="186093"/>
                  </a:lnTo>
                  <a:lnTo>
                    <a:pt x="128087" y="179282"/>
                  </a:lnTo>
                  <a:lnTo>
                    <a:pt x="158870" y="158851"/>
                  </a:lnTo>
                  <a:lnTo>
                    <a:pt x="179316" y="128064"/>
                  </a:lnTo>
                  <a:lnTo>
                    <a:pt x="186131" y="93046"/>
                  </a:lnTo>
                  <a:lnTo>
                    <a:pt x="179316" y="58028"/>
                  </a:lnTo>
                  <a:lnTo>
                    <a:pt x="158870" y="27241"/>
                  </a:lnTo>
                  <a:lnTo>
                    <a:pt x="128087" y="6810"/>
                  </a:lnTo>
                  <a:close/>
                </a:path>
              </a:pathLst>
            </a:custGeom>
            <a:solidFill>
              <a:srgbClr val="950057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477336" y="11514"/>
              <a:ext cx="113704" cy="137110"/>
            </a:xfrm>
            <a:custGeom>
              <a:pathLst>
                <a:path w="113703" h="137109">
                  <a:moveTo>
                    <a:pt x="74904" y="0"/>
                  </a:moveTo>
                  <a:lnTo>
                    <a:pt x="43639" y="5199"/>
                  </a:lnTo>
                  <a:lnTo>
                    <a:pt x="20064" y="19643"/>
                  </a:lnTo>
                  <a:lnTo>
                    <a:pt x="5183" y="41598"/>
                  </a:lnTo>
                  <a:lnTo>
                    <a:pt x="0" y="69329"/>
                  </a:lnTo>
                  <a:lnTo>
                    <a:pt x="5178" y="98021"/>
                  </a:lnTo>
                  <a:lnTo>
                    <a:pt x="19291" y="119380"/>
                  </a:lnTo>
                  <a:lnTo>
                    <a:pt x="42373" y="132949"/>
                  </a:lnTo>
                  <a:lnTo>
                    <a:pt x="71018" y="137109"/>
                  </a:lnTo>
                  <a:lnTo>
                    <a:pt x="96356" y="134548"/>
                  </a:lnTo>
                  <a:lnTo>
                    <a:pt x="113703" y="129730"/>
                  </a:lnTo>
                  <a:lnTo>
                    <a:pt x="113703" y="65163"/>
                  </a:lnTo>
                  <a:lnTo>
                    <a:pt x="68135" y="65163"/>
                  </a:lnTo>
                  <a:lnTo>
                    <a:pt x="68135" y="79121"/>
                  </a:lnTo>
                  <a:lnTo>
                    <a:pt x="96062" y="79121"/>
                  </a:lnTo>
                  <a:lnTo>
                    <a:pt x="96062" y="119164"/>
                  </a:lnTo>
                  <a:lnTo>
                    <a:pt x="86991" y="121731"/>
                  </a:lnTo>
                  <a:lnTo>
                    <a:pt x="72224" y="122783"/>
                  </a:lnTo>
                  <a:lnTo>
                    <a:pt x="50215" y="119105"/>
                  </a:lnTo>
                  <a:lnTo>
                    <a:pt x="33394" y="108454"/>
                  </a:lnTo>
                  <a:lnTo>
                    <a:pt x="22650" y="91408"/>
                  </a:lnTo>
                  <a:lnTo>
                    <a:pt x="18872" y="68541"/>
                  </a:lnTo>
                  <a:lnTo>
                    <a:pt x="22829" y="45898"/>
                  </a:lnTo>
                  <a:lnTo>
                    <a:pt x="34061" y="28909"/>
                  </a:lnTo>
                  <a:lnTo>
                    <a:pt x="51608" y="18233"/>
                  </a:lnTo>
                  <a:lnTo>
                    <a:pt x="74510" y="14528"/>
                  </a:lnTo>
                  <a:lnTo>
                    <a:pt x="92259" y="16152"/>
                  </a:lnTo>
                  <a:lnTo>
                    <a:pt x="105092" y="20320"/>
                  </a:lnTo>
                  <a:lnTo>
                    <a:pt x="109613" y="6172"/>
                  </a:lnTo>
                  <a:lnTo>
                    <a:pt x="96035" y="203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617918" y="8602"/>
              <a:ext cx="84570" cy="138623"/>
            </a:xfrm>
            <a:custGeom>
              <a:pathLst>
                <a:path w="84569" h="138622">
                  <a:moveTo>
                    <a:pt x="84569" y="138622"/>
                  </a:moveTo>
                  <a:lnTo>
                    <a:pt x="66509" y="138622"/>
                  </a:lnTo>
                  <a:lnTo>
                    <a:pt x="66509" y="83200"/>
                  </a:lnTo>
                  <a:lnTo>
                    <a:pt x="61396" y="62970"/>
                  </a:lnTo>
                  <a:lnTo>
                    <a:pt x="43510" y="54523"/>
                  </a:lnTo>
                  <a:lnTo>
                    <a:pt x="19278" y="72074"/>
                  </a:lnTo>
                  <a:lnTo>
                    <a:pt x="18059" y="80444"/>
                  </a:lnTo>
                  <a:lnTo>
                    <a:pt x="18059" y="138622"/>
                  </a:lnTo>
                  <a:lnTo>
                    <a:pt x="0" y="138622"/>
                  </a:lnTo>
                  <a:lnTo>
                    <a:pt x="0" y="0"/>
                  </a:lnTo>
                  <a:lnTo>
                    <a:pt x="18059" y="0"/>
                  </a:lnTo>
                  <a:lnTo>
                    <a:pt x="18059" y="57304"/>
                  </a:lnTo>
                  <a:lnTo>
                    <a:pt x="18453" y="57304"/>
                  </a:lnTo>
                  <a:lnTo>
                    <a:pt x="31407" y="44935"/>
                  </a:lnTo>
                  <a:lnTo>
                    <a:pt x="49885" y="39982"/>
                  </a:lnTo>
                  <a:lnTo>
                    <a:pt x="72228" y="48132"/>
                  </a:lnTo>
                  <a:lnTo>
                    <a:pt x="84569" y="81257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724642" y="48376"/>
              <a:ext cx="87669" cy="100838"/>
            </a:xfrm>
            <a:custGeom>
              <a:pathLst>
                <a:path w="87668" h="100837">
                  <a:moveTo>
                    <a:pt x="46812" y="0"/>
                  </a:moveTo>
                  <a:lnTo>
                    <a:pt x="27287" y="4039"/>
                  </a:lnTo>
                  <a:lnTo>
                    <a:pt x="12552" y="15125"/>
                  </a:lnTo>
                  <a:lnTo>
                    <a:pt x="3244" y="31707"/>
                  </a:lnTo>
                  <a:lnTo>
                    <a:pt x="0" y="52235"/>
                  </a:lnTo>
                  <a:lnTo>
                    <a:pt x="3361" y="72018"/>
                  </a:lnTo>
                  <a:lnTo>
                    <a:pt x="13034" y="87371"/>
                  </a:lnTo>
                  <a:lnTo>
                    <a:pt x="28401" y="97306"/>
                  </a:lnTo>
                  <a:lnTo>
                    <a:pt x="48844" y="100837"/>
                  </a:lnTo>
                  <a:lnTo>
                    <a:pt x="69037" y="98799"/>
                  </a:lnTo>
                  <a:lnTo>
                    <a:pt x="82143" y="94665"/>
                  </a:lnTo>
                  <a:lnTo>
                    <a:pt x="78854" y="82308"/>
                  </a:lnTo>
                  <a:lnTo>
                    <a:pt x="67470" y="85674"/>
                  </a:lnTo>
                  <a:lnTo>
                    <a:pt x="51333" y="87096"/>
                  </a:lnTo>
                  <a:lnTo>
                    <a:pt x="27778" y="79240"/>
                  </a:lnTo>
                  <a:lnTo>
                    <a:pt x="17462" y="53619"/>
                  </a:lnTo>
                  <a:lnTo>
                    <a:pt x="87033" y="53822"/>
                  </a:lnTo>
                  <a:lnTo>
                    <a:pt x="87668" y="45440"/>
                  </a:lnTo>
                  <a:lnTo>
                    <a:pt x="85845" y="30860"/>
                  </a:lnTo>
                  <a:lnTo>
                    <a:pt x="79403" y="16071"/>
                  </a:lnTo>
                  <a:lnTo>
                    <a:pt x="75567" y="12560"/>
                  </a:lnTo>
                  <a:lnTo>
                    <a:pt x="45389" y="12560"/>
                  </a:lnTo>
                  <a:lnTo>
                    <a:pt x="57782" y="15468"/>
                  </a:lnTo>
                  <a:lnTo>
                    <a:pt x="65417" y="22691"/>
                  </a:lnTo>
                  <a:lnTo>
                    <a:pt x="70205" y="41071"/>
                  </a:lnTo>
                  <a:lnTo>
                    <a:pt x="17678" y="41071"/>
                  </a:lnTo>
                  <a:lnTo>
                    <a:pt x="25133" y="22248"/>
                  </a:lnTo>
                  <a:lnTo>
                    <a:pt x="33458" y="15302"/>
                  </a:lnTo>
                  <a:lnTo>
                    <a:pt x="45389" y="12560"/>
                  </a:lnTo>
                  <a:lnTo>
                    <a:pt x="75567" y="12560"/>
                  </a:lnTo>
                  <a:lnTo>
                    <a:pt x="66879" y="460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833859" y="48593"/>
              <a:ext cx="85408" cy="98641"/>
            </a:xfrm>
            <a:custGeom>
              <a:pathLst>
                <a:path w="85407" h="98640">
                  <a:moveTo>
                    <a:pt x="825" y="28282"/>
                  </a:moveTo>
                  <a:cubicBezTo>
                    <a:pt x="825" y="18135"/>
                    <a:pt x="609" y="10159"/>
                    <a:pt x="0" y="2171"/>
                  </a:cubicBezTo>
                  <a:lnTo>
                    <a:pt x="16014" y="2171"/>
                  </a:lnTo>
                  <a:lnTo>
                    <a:pt x="17030" y="17919"/>
                  </a:lnTo>
                  <a:lnTo>
                    <a:pt x="17437" y="17919"/>
                  </a:lnTo>
                  <a:cubicBezTo>
                    <a:pt x="22377" y="8966"/>
                    <a:pt x="33896" y="0"/>
                    <a:pt x="50279" y="0"/>
                  </a:cubicBezTo>
                  <a:cubicBezTo>
                    <a:pt x="64046" y="0"/>
                    <a:pt x="85407" y="7962"/>
                    <a:pt x="85407" y="41046"/>
                  </a:cubicBezTo>
                  <a:lnTo>
                    <a:pt x="85407" y="98640"/>
                  </a:lnTo>
                  <a:lnTo>
                    <a:pt x="67322" y="98640"/>
                  </a:lnTo>
                  <a:lnTo>
                    <a:pt x="67322" y="43040"/>
                  </a:lnTo>
                  <a:cubicBezTo>
                    <a:pt x="67322" y="27495"/>
                    <a:pt x="61391" y="14338"/>
                    <a:pt x="44361" y="14338"/>
                  </a:cubicBezTo>
                  <a:cubicBezTo>
                    <a:pt x="32626" y="14338"/>
                    <a:pt x="23380" y="22504"/>
                    <a:pt x="20116" y="32245"/>
                  </a:cubicBezTo>
                  <a:cubicBezTo>
                    <a:pt x="19291" y="34455"/>
                    <a:pt x="18897" y="37655"/>
                    <a:pt x="18897" y="40462"/>
                  </a:cubicBezTo>
                  <a:lnTo>
                    <a:pt x="18897" y="98640"/>
                  </a:lnTo>
                  <a:lnTo>
                    <a:pt x="825" y="98640"/>
                  </a:lnTo>
                  <a:lnTo>
                    <a:pt x="825" y="28282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936525" y="27640"/>
              <a:ext cx="58916" cy="121781"/>
            </a:xfrm>
            <a:custGeom>
              <a:pathLst>
                <a:path w="58915" h="121780">
                  <a:moveTo>
                    <a:pt x="33007" y="0"/>
                  </a:moveTo>
                  <a:lnTo>
                    <a:pt x="15366" y="5397"/>
                  </a:lnTo>
                  <a:lnTo>
                    <a:pt x="15366" y="23126"/>
                  </a:lnTo>
                  <a:lnTo>
                    <a:pt x="0" y="23126"/>
                  </a:lnTo>
                  <a:lnTo>
                    <a:pt x="0" y="36487"/>
                  </a:lnTo>
                  <a:lnTo>
                    <a:pt x="15366" y="36487"/>
                  </a:lnTo>
                  <a:lnTo>
                    <a:pt x="15366" y="89103"/>
                  </a:lnTo>
                  <a:lnTo>
                    <a:pt x="22364" y="114414"/>
                  </a:lnTo>
                  <a:lnTo>
                    <a:pt x="41884" y="121780"/>
                  </a:lnTo>
                  <a:lnTo>
                    <a:pt x="57861" y="119392"/>
                  </a:lnTo>
                  <a:lnTo>
                    <a:pt x="57061" y="106045"/>
                  </a:lnTo>
                  <a:lnTo>
                    <a:pt x="46558" y="107251"/>
                  </a:lnTo>
                  <a:lnTo>
                    <a:pt x="36020" y="102360"/>
                  </a:lnTo>
                  <a:lnTo>
                    <a:pt x="33007" y="88506"/>
                  </a:lnTo>
                  <a:lnTo>
                    <a:pt x="33007" y="36487"/>
                  </a:lnTo>
                  <a:lnTo>
                    <a:pt x="58915" y="36487"/>
                  </a:lnTo>
                  <a:lnTo>
                    <a:pt x="58915" y="23126"/>
                  </a:lnTo>
                  <a:lnTo>
                    <a:pt x="33007" y="2312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3" name="shape 33"/>
            <p:cNvSpPr/>
            <p:nvPr/>
          </p:nvSpPr>
          <p:spPr>
            <a:xfrm>
              <a:off x="473019" y="223124"/>
              <a:ext cx="168923" cy="134354"/>
            </a:xfrm>
            <a:custGeom>
              <a:pathLst>
                <a:path w="168922" h="134353">
                  <a:moveTo>
                    <a:pt x="168922" y="0"/>
                  </a:moveTo>
                  <a:lnTo>
                    <a:pt x="150672" y="0"/>
                  </a:lnTo>
                  <a:lnTo>
                    <a:pt x="132372" y="67754"/>
                  </a:lnTo>
                  <a:lnTo>
                    <a:pt x="121297" y="114223"/>
                  </a:lnTo>
                  <a:lnTo>
                    <a:pt x="120916" y="114223"/>
                  </a:lnTo>
                  <a:lnTo>
                    <a:pt x="111251" y="68160"/>
                  </a:lnTo>
                  <a:lnTo>
                    <a:pt x="94411" y="0"/>
                  </a:lnTo>
                  <a:lnTo>
                    <a:pt x="75742" y="0"/>
                  </a:lnTo>
                  <a:lnTo>
                    <a:pt x="57264" y="67754"/>
                  </a:lnTo>
                  <a:lnTo>
                    <a:pt x="45986" y="114414"/>
                  </a:lnTo>
                  <a:lnTo>
                    <a:pt x="45554" y="114414"/>
                  </a:lnTo>
                  <a:lnTo>
                    <a:pt x="35305" y="67970"/>
                  </a:lnTo>
                  <a:lnTo>
                    <a:pt x="18872" y="0"/>
                  </a:lnTo>
                  <a:lnTo>
                    <a:pt x="0" y="0"/>
                  </a:lnTo>
                  <a:lnTo>
                    <a:pt x="35115" y="134353"/>
                  </a:lnTo>
                  <a:lnTo>
                    <a:pt x="53784" y="134353"/>
                  </a:lnTo>
                  <a:lnTo>
                    <a:pt x="73482" y="64389"/>
                  </a:lnTo>
                  <a:lnTo>
                    <a:pt x="79889" y="41049"/>
                  </a:lnTo>
                  <a:lnTo>
                    <a:pt x="84162" y="20548"/>
                  </a:lnTo>
                  <a:lnTo>
                    <a:pt x="84556" y="20548"/>
                  </a:lnTo>
                  <a:lnTo>
                    <a:pt x="88150" y="41144"/>
                  </a:lnTo>
                  <a:lnTo>
                    <a:pt x="93611" y="64579"/>
                  </a:lnTo>
                  <a:lnTo>
                    <a:pt x="111048" y="134353"/>
                  </a:lnTo>
                  <a:lnTo>
                    <a:pt x="129705" y="134353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4" name="shape 34"/>
            <p:cNvSpPr/>
            <p:nvPr/>
          </p:nvSpPr>
          <p:spPr>
            <a:xfrm>
              <a:off x="644237" y="258815"/>
              <a:ext cx="97054" cy="100851"/>
            </a:xfrm>
            <a:custGeom>
              <a:pathLst>
                <a:path w="97053" h="100850">
                  <a:moveTo>
                    <a:pt x="49250" y="0"/>
                  </a:moveTo>
                  <a:lnTo>
                    <a:pt x="30025" y="3461"/>
                  </a:lnTo>
                  <a:lnTo>
                    <a:pt x="14376" y="13496"/>
                  </a:lnTo>
                  <a:lnTo>
                    <a:pt x="3852" y="29585"/>
                  </a:lnTo>
                  <a:lnTo>
                    <a:pt x="0" y="51206"/>
                  </a:lnTo>
                  <a:lnTo>
                    <a:pt x="3684" y="71838"/>
                  </a:lnTo>
                  <a:lnTo>
                    <a:pt x="13792" y="87472"/>
                  </a:lnTo>
                  <a:lnTo>
                    <a:pt x="28900" y="97385"/>
                  </a:lnTo>
                  <a:lnTo>
                    <a:pt x="47586" y="100850"/>
                  </a:lnTo>
                  <a:lnTo>
                    <a:pt x="47790" y="100850"/>
                  </a:lnTo>
                  <a:lnTo>
                    <a:pt x="65458" y="97861"/>
                  </a:lnTo>
                  <a:lnTo>
                    <a:pt x="81284" y="88593"/>
                  </a:lnTo>
                  <a:lnTo>
                    <a:pt x="92679" y="72598"/>
                  </a:lnTo>
                  <a:lnTo>
                    <a:pt x="97053" y="49428"/>
                  </a:lnTo>
                  <a:lnTo>
                    <a:pt x="93595" y="29350"/>
                  </a:lnTo>
                  <a:lnTo>
                    <a:pt x="83848" y="13731"/>
                  </a:lnTo>
                  <a:lnTo>
                    <a:pt x="82973" y="13144"/>
                  </a:lnTo>
                  <a:lnTo>
                    <a:pt x="48628" y="13144"/>
                  </a:lnTo>
                  <a:lnTo>
                    <a:pt x="62282" y="16612"/>
                  </a:lnTo>
                  <a:lnTo>
                    <a:pt x="71520" y="25463"/>
                  </a:lnTo>
                  <a:lnTo>
                    <a:pt x="78409" y="50012"/>
                  </a:lnTo>
                  <a:lnTo>
                    <a:pt x="69778" y="77069"/>
                  </a:lnTo>
                  <a:lnTo>
                    <a:pt x="60209" y="84870"/>
                  </a:lnTo>
                  <a:lnTo>
                    <a:pt x="48221" y="87668"/>
                  </a:lnTo>
                  <a:lnTo>
                    <a:pt x="48006" y="87668"/>
                  </a:lnTo>
                  <a:lnTo>
                    <a:pt x="35998" y="84847"/>
                  </a:lnTo>
                  <a:lnTo>
                    <a:pt x="26582" y="77060"/>
                  </a:lnTo>
                  <a:lnTo>
                    <a:pt x="18237" y="50622"/>
                  </a:lnTo>
                  <a:lnTo>
                    <a:pt x="25507" y="25001"/>
                  </a:lnTo>
                  <a:lnTo>
                    <a:pt x="34964" y="16419"/>
                  </a:lnTo>
                  <a:lnTo>
                    <a:pt x="48628" y="13144"/>
                  </a:lnTo>
                  <a:lnTo>
                    <a:pt x="82973" y="13144"/>
                  </a:lnTo>
                  <a:lnTo>
                    <a:pt x="68753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763475" y="258806"/>
              <a:ext cx="49912" cy="98667"/>
            </a:xfrm>
            <a:custGeom>
              <a:pathLst>
                <a:path w="49911" h="98666">
                  <a:moveTo>
                    <a:pt x="44958" y="0"/>
                  </a:moveTo>
                  <a:lnTo>
                    <a:pt x="28249" y="5710"/>
                  </a:lnTo>
                  <a:lnTo>
                    <a:pt x="17246" y="21145"/>
                  </a:lnTo>
                  <a:lnTo>
                    <a:pt x="16611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825" y="32283"/>
                  </a:lnTo>
                  <a:lnTo>
                    <a:pt x="622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304" y="38862"/>
                  </a:lnTo>
                  <a:lnTo>
                    <a:pt x="27562" y="22842"/>
                  </a:lnTo>
                  <a:lnTo>
                    <a:pt x="43535" y="16548"/>
                  </a:lnTo>
                  <a:lnTo>
                    <a:pt x="49911" y="16941"/>
                  </a:lnTo>
                  <a:lnTo>
                    <a:pt x="49911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832001" y="215974"/>
              <a:ext cx="83376" cy="141504"/>
            </a:xfrm>
            <a:custGeom>
              <a:pathLst>
                <a:path w="83375" h="141503">
                  <a:moveTo>
                    <a:pt x="18084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18084" y="141503"/>
                  </a:lnTo>
                  <a:lnTo>
                    <a:pt x="18084" y="105219"/>
                  </a:lnTo>
                  <a:lnTo>
                    <a:pt x="27317" y="95059"/>
                  </a:lnTo>
                  <a:lnTo>
                    <a:pt x="61417" y="141503"/>
                  </a:lnTo>
                  <a:lnTo>
                    <a:pt x="83375" y="141503"/>
                  </a:lnTo>
                  <a:lnTo>
                    <a:pt x="39624" y="84670"/>
                  </a:lnTo>
                  <a:lnTo>
                    <a:pt x="78054" y="45021"/>
                  </a:lnTo>
                  <a:lnTo>
                    <a:pt x="56502" y="45021"/>
                  </a:lnTo>
                  <a:lnTo>
                    <a:pt x="27101" y="78320"/>
                  </a:lnTo>
                  <a:lnTo>
                    <a:pt x="18478" y="89255"/>
                  </a:lnTo>
                  <a:lnTo>
                    <a:pt x="18084" y="89255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921289" y="258818"/>
              <a:ext cx="93015" cy="137427"/>
            </a:xfrm>
            <a:custGeom>
              <a:pathLst>
                <a:path w="93014" h="137426">
                  <a:moveTo>
                    <a:pt x="44945" y="0"/>
                  </a:moveTo>
                  <a:lnTo>
                    <a:pt x="13857" y="13249"/>
                  </a:lnTo>
                  <a:lnTo>
                    <a:pt x="0" y="51015"/>
                  </a:lnTo>
                  <a:lnTo>
                    <a:pt x="11918" y="84712"/>
                  </a:lnTo>
                  <a:lnTo>
                    <a:pt x="42316" y="98234"/>
                  </a:lnTo>
                  <a:lnTo>
                    <a:pt x="68429" y="84899"/>
                  </a:lnTo>
                  <a:lnTo>
                    <a:pt x="73901" y="82105"/>
                  </a:lnTo>
                  <a:lnTo>
                    <a:pt x="74333" y="82105"/>
                  </a:lnTo>
                  <a:lnTo>
                    <a:pt x="74333" y="92671"/>
                  </a:lnTo>
                  <a:lnTo>
                    <a:pt x="65249" y="118810"/>
                  </a:lnTo>
                  <a:lnTo>
                    <a:pt x="42316" y="126555"/>
                  </a:lnTo>
                  <a:lnTo>
                    <a:pt x="13144" y="118770"/>
                  </a:lnTo>
                  <a:lnTo>
                    <a:pt x="8636" y="132346"/>
                  </a:lnTo>
                  <a:lnTo>
                    <a:pt x="29742" y="137426"/>
                  </a:lnTo>
                  <a:lnTo>
                    <a:pt x="50712" y="137426"/>
                  </a:lnTo>
                  <a:lnTo>
                    <a:pt x="78041" y="128752"/>
                  </a:lnTo>
                  <a:lnTo>
                    <a:pt x="92176" y="84493"/>
                  </a:lnTo>
                  <a:lnTo>
                    <a:pt x="92176" y="28511"/>
                  </a:lnTo>
                  <a:lnTo>
                    <a:pt x="93014" y="2184"/>
                  </a:lnTo>
                  <a:lnTo>
                    <a:pt x="76974" y="2184"/>
                  </a:lnTo>
                  <a:lnTo>
                    <a:pt x="76403" y="16535"/>
                  </a:lnTo>
                  <a:lnTo>
                    <a:pt x="75971" y="16535"/>
                  </a:lnTo>
                  <a:lnTo>
                    <a:pt x="70347" y="13538"/>
                  </a:lnTo>
                  <a:lnTo>
                    <a:pt x="47840" y="13538"/>
                  </a:lnTo>
                  <a:lnTo>
                    <a:pt x="73101" y="32270"/>
                  </a:lnTo>
                  <a:lnTo>
                    <a:pt x="74117" y="40043"/>
                  </a:lnTo>
                  <a:lnTo>
                    <a:pt x="74117" y="57378"/>
                  </a:lnTo>
                  <a:lnTo>
                    <a:pt x="72694" y="66776"/>
                  </a:lnTo>
                  <a:lnTo>
                    <a:pt x="47675" y="84899"/>
                  </a:lnTo>
                  <a:lnTo>
                    <a:pt x="25739" y="74580"/>
                  </a:lnTo>
                  <a:lnTo>
                    <a:pt x="18300" y="50203"/>
                  </a:lnTo>
                  <a:lnTo>
                    <a:pt x="26598" y="23426"/>
                  </a:lnTo>
                  <a:lnTo>
                    <a:pt x="47840" y="13538"/>
                  </a:lnTo>
                  <a:lnTo>
                    <a:pt x="70347" y="13538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1042612" y="258806"/>
              <a:ext cx="49911" cy="98667"/>
            </a:xfrm>
            <a:custGeom>
              <a:pathLst>
                <a:path w="49910" h="98666">
                  <a:moveTo>
                    <a:pt x="44957" y="0"/>
                  </a:moveTo>
                  <a:lnTo>
                    <a:pt x="28244" y="5710"/>
                  </a:lnTo>
                  <a:lnTo>
                    <a:pt x="17246" y="21145"/>
                  </a:lnTo>
                  <a:lnTo>
                    <a:pt x="16649" y="21145"/>
                  </a:lnTo>
                  <a:lnTo>
                    <a:pt x="15811" y="2197"/>
                  </a:lnTo>
                  <a:lnTo>
                    <a:pt x="0" y="2197"/>
                  </a:lnTo>
                  <a:lnTo>
                    <a:pt x="787" y="32283"/>
                  </a:lnTo>
                  <a:lnTo>
                    <a:pt x="609" y="98666"/>
                  </a:lnTo>
                  <a:lnTo>
                    <a:pt x="18681" y="98666"/>
                  </a:lnTo>
                  <a:lnTo>
                    <a:pt x="18681" y="47243"/>
                  </a:lnTo>
                  <a:lnTo>
                    <a:pt x="19291" y="38862"/>
                  </a:lnTo>
                  <a:lnTo>
                    <a:pt x="27560" y="22842"/>
                  </a:lnTo>
                  <a:lnTo>
                    <a:pt x="43535" y="16548"/>
                  </a:lnTo>
                  <a:lnTo>
                    <a:pt x="49910" y="16941"/>
                  </a:lnTo>
                  <a:lnTo>
                    <a:pt x="49910" y="596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1101974" y="258815"/>
              <a:ext cx="97067" cy="100851"/>
            </a:xfrm>
            <a:custGeom>
              <a:pathLst>
                <a:path w="97066" h="100850">
                  <a:moveTo>
                    <a:pt x="49250" y="0"/>
                  </a:moveTo>
                  <a:lnTo>
                    <a:pt x="30030" y="3461"/>
                  </a:lnTo>
                  <a:lnTo>
                    <a:pt x="14381" y="13496"/>
                  </a:lnTo>
                  <a:lnTo>
                    <a:pt x="3853" y="29585"/>
                  </a:lnTo>
                  <a:lnTo>
                    <a:pt x="0" y="51206"/>
                  </a:lnTo>
                  <a:lnTo>
                    <a:pt x="3685" y="71838"/>
                  </a:lnTo>
                  <a:lnTo>
                    <a:pt x="13793" y="87472"/>
                  </a:lnTo>
                  <a:lnTo>
                    <a:pt x="28905" y="97385"/>
                  </a:lnTo>
                  <a:lnTo>
                    <a:pt x="47599" y="100850"/>
                  </a:lnTo>
                  <a:lnTo>
                    <a:pt x="47828" y="100850"/>
                  </a:lnTo>
                  <a:lnTo>
                    <a:pt x="65487" y="97861"/>
                  </a:lnTo>
                  <a:lnTo>
                    <a:pt x="81305" y="88593"/>
                  </a:lnTo>
                  <a:lnTo>
                    <a:pt x="92694" y="72598"/>
                  </a:lnTo>
                  <a:lnTo>
                    <a:pt x="97066" y="49428"/>
                  </a:lnTo>
                  <a:lnTo>
                    <a:pt x="93602" y="29350"/>
                  </a:lnTo>
                  <a:lnTo>
                    <a:pt x="83845" y="13731"/>
                  </a:lnTo>
                  <a:lnTo>
                    <a:pt x="82969" y="13144"/>
                  </a:lnTo>
                  <a:lnTo>
                    <a:pt x="48640" y="13144"/>
                  </a:lnTo>
                  <a:lnTo>
                    <a:pt x="62294" y="16612"/>
                  </a:lnTo>
                  <a:lnTo>
                    <a:pt x="71518" y="25463"/>
                  </a:lnTo>
                  <a:lnTo>
                    <a:pt x="78384" y="50012"/>
                  </a:lnTo>
                  <a:lnTo>
                    <a:pt x="69770" y="77069"/>
                  </a:lnTo>
                  <a:lnTo>
                    <a:pt x="60210" y="84870"/>
                  </a:lnTo>
                  <a:lnTo>
                    <a:pt x="48221" y="87668"/>
                  </a:lnTo>
                  <a:lnTo>
                    <a:pt x="48018" y="87668"/>
                  </a:lnTo>
                  <a:lnTo>
                    <a:pt x="36007" y="84847"/>
                  </a:lnTo>
                  <a:lnTo>
                    <a:pt x="26596" y="77060"/>
                  </a:lnTo>
                  <a:lnTo>
                    <a:pt x="18262" y="50622"/>
                  </a:lnTo>
                  <a:lnTo>
                    <a:pt x="25526" y="25001"/>
                  </a:lnTo>
                  <a:lnTo>
                    <a:pt x="34978" y="16419"/>
                  </a:lnTo>
                  <a:lnTo>
                    <a:pt x="48640" y="13144"/>
                  </a:lnTo>
                  <a:lnTo>
                    <a:pt x="82969" y="13144"/>
                  </a:lnTo>
                  <a:lnTo>
                    <a:pt x="68744" y="3604"/>
                  </a:lnTo>
                  <a:close/>
                </a:path>
              </a:pathLst>
            </a:custGeom>
            <a:solidFill>
              <a:srgbClr val="58595B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1221244" y="260999"/>
              <a:ext cx="84557" cy="98667"/>
            </a:xfrm>
            <a:custGeom>
              <a:pathLst>
                <a:path w="84556" h="98666">
                  <a:moveTo>
                    <a:pt x="83743" y="70167"/>
                  </a:moveTo>
                  <a:cubicBezTo>
                    <a:pt x="83743" y="80098"/>
                    <a:pt x="83908" y="88900"/>
                    <a:pt x="84556" y="96481"/>
                  </a:cubicBezTo>
                  <a:lnTo>
                    <a:pt x="68541" y="96481"/>
                  </a:lnTo>
                  <a:lnTo>
                    <a:pt x="67487" y="80708"/>
                  </a:lnTo>
                  <a:lnTo>
                    <a:pt x="67081" y="80708"/>
                  </a:lnTo>
                  <a:cubicBezTo>
                    <a:pt x="62572" y="88480"/>
                    <a:pt x="51904" y="98666"/>
                    <a:pt x="34226" y="98666"/>
                  </a:cubicBezTo>
                  <a:cubicBezTo>
                    <a:pt x="18656" y="98666"/>
                    <a:pt x="0" y="90106"/>
                    <a:pt x="0" y="56426"/>
                  </a:cubicBezTo>
                  <a:lnTo>
                    <a:pt x="0" y="0"/>
                  </a:lnTo>
                  <a:lnTo>
                    <a:pt x="18046" y="0"/>
                  </a:lnTo>
                  <a:lnTo>
                    <a:pt x="18046" y="53225"/>
                  </a:lnTo>
                  <a:cubicBezTo>
                    <a:pt x="18046" y="71577"/>
                    <a:pt x="23977" y="84112"/>
                    <a:pt x="40182" y="84112"/>
                  </a:cubicBezTo>
                  <a:cubicBezTo>
                    <a:pt x="52323" y="84112"/>
                    <a:pt x="60705" y="75933"/>
                    <a:pt x="64046" y="67970"/>
                  </a:cubicBezTo>
                  <a:cubicBezTo>
                    <a:pt x="65036" y="65570"/>
                    <a:pt x="65658" y="62369"/>
                    <a:pt x="65658" y="58991"/>
                  </a:cubicBezTo>
                  <a:lnTo>
                    <a:pt x="65658" y="0"/>
                  </a:lnTo>
                  <a:lnTo>
                    <a:pt x="83743" y="0"/>
                  </a:lnTo>
                  <a:lnTo>
                    <a:pt x="83743" y="70167"/>
                  </a:lnTo>
                </a:path>
              </a:pathLst>
            </a:custGeom>
            <a:solidFill>
              <a:srgbClr val="58595B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1334116" y="258815"/>
              <a:ext cx="95009" cy="137430"/>
            </a:xfrm>
            <a:custGeom>
              <a:pathLst>
                <a:path w="95008" h="137429">
                  <a:moveTo>
                    <a:pt x="52717" y="0"/>
                  </a:moveTo>
                  <a:lnTo>
                    <a:pt x="17652" y="18719"/>
                  </a:lnTo>
                  <a:lnTo>
                    <a:pt x="17259" y="18719"/>
                  </a:lnTo>
                  <a:lnTo>
                    <a:pt x="16218" y="2184"/>
                  </a:lnTo>
                  <a:lnTo>
                    <a:pt x="0" y="2184"/>
                  </a:lnTo>
                  <a:lnTo>
                    <a:pt x="825" y="33705"/>
                  </a:lnTo>
                  <a:lnTo>
                    <a:pt x="825" y="137429"/>
                  </a:lnTo>
                  <a:lnTo>
                    <a:pt x="18821" y="137429"/>
                  </a:lnTo>
                  <a:lnTo>
                    <a:pt x="18821" y="85712"/>
                  </a:lnTo>
                  <a:lnTo>
                    <a:pt x="19278" y="85712"/>
                  </a:lnTo>
                  <a:lnTo>
                    <a:pt x="49872" y="100850"/>
                  </a:lnTo>
                  <a:lnTo>
                    <a:pt x="81141" y="87942"/>
                  </a:lnTo>
                  <a:lnTo>
                    <a:pt x="81443" y="87096"/>
                  </a:lnTo>
                  <a:lnTo>
                    <a:pt x="95008" y="49022"/>
                  </a:lnTo>
                  <a:lnTo>
                    <a:pt x="83092" y="13969"/>
                  </a:lnTo>
                  <a:lnTo>
                    <a:pt x="47421" y="13969"/>
                  </a:lnTo>
                  <a:lnTo>
                    <a:pt x="69240" y="24655"/>
                  </a:lnTo>
                  <a:lnTo>
                    <a:pt x="76733" y="49847"/>
                  </a:lnTo>
                  <a:lnTo>
                    <a:pt x="68803" y="76763"/>
                  </a:lnTo>
                  <a:lnTo>
                    <a:pt x="46558" y="87096"/>
                  </a:lnTo>
                  <a:lnTo>
                    <a:pt x="19685" y="66573"/>
                  </a:lnTo>
                  <a:lnTo>
                    <a:pt x="18821" y="59397"/>
                  </a:lnTo>
                  <a:lnTo>
                    <a:pt x="18821" y="42646"/>
                  </a:lnTo>
                  <a:lnTo>
                    <a:pt x="19900" y="35483"/>
                  </a:lnTo>
                  <a:lnTo>
                    <a:pt x="47421" y="13969"/>
                  </a:lnTo>
                  <a:lnTo>
                    <a:pt x="83092" y="13969"/>
                  </a:lnTo>
                  <a:lnTo>
                    <a:pt x="82940" y="13523"/>
                  </a:lnTo>
                  <a:close/>
                </a:path>
              </a:pathLst>
            </a:custGeom>
            <a:solidFill>
              <a:srgbClr val="58595B"/>
            </a:solidFill>
          </p:spPr>
        </p:sp>
      </p:grpSp>
      <p:grpSp>
        <p:nvGrpSpPr>
          <p:cNvPr id="42" name="shape 42"/>
          <p:cNvGrpSpPr/>
          <p:nvPr/>
        </p:nvGrpSpPr>
        <p:grpSpPr>
          <a:xfrm>
            <a:off x="1512651" y="1823152"/>
            <a:ext cx="893500" cy="893500"/>
            <a:chOff x="0" y="0"/>
            <a:chExt cx="893499" cy="893499"/>
          </a:xfrm>
        </p:grpSpPr>
        <p:pic>
          <p:nvPicPr>
            <p:cNvPr id="43" name="shape 4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893500" cy="893500"/>
            </a:xfrm>
            <a:prstGeom prst="rect"/>
          </p:spPr>
        </p:pic>
        <p:pic>
          <p:nvPicPr>
            <p:cNvPr id="44" name="shape 4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02" y="65954"/>
              <a:ext cx="760442" cy="760442"/>
            </a:xfrm>
            <a:prstGeom prst="rect"/>
          </p:spPr>
        </p:pic>
      </p:grpSp>
      <p:sp>
        <p:nvSpPr>
          <p:cNvPr id="45" name="shape 45"/>
          <p:cNvSpPr txBox="1"/>
          <p:nvPr/>
        </p:nvSpPr>
        <p:spPr>
          <a:xfrm>
            <a:off x="2382303" y="1802510"/>
            <a:ext cx="117475" cy="935355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15">
                <a:latin typeface="Arial"/>
                <a:cs typeface="Arial"/>
              </a:rPr>
              <a:t>© bvdm, </a:t>
            </a:r>
            <a:r>
              <a:rPr sz="6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www.roman16.com</a:t>
            </a:r>
            <a:endParaRPr/>
          </a:p>
        </p:txBody>
      </p:sp>
      <p:grpSp>
        <p:nvGrpSpPr>
          <p:cNvPr id="46" name="shape 46"/>
          <p:cNvGrpSpPr/>
          <p:nvPr/>
        </p:nvGrpSpPr>
        <p:grpSpPr>
          <a:xfrm>
            <a:off x="5308092" y="1822193"/>
            <a:ext cx="894588" cy="894085"/>
            <a:chOff x="0" y="0"/>
            <a:chExt cx="894588" cy="894084"/>
          </a:xfrm>
        </p:grpSpPr>
        <p:pic>
          <p:nvPicPr>
            <p:cNvPr id="47" name="shape 4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894588" cy="894085"/>
            </a:xfrm>
            <a:prstGeom prst="rect"/>
          </p:spPr>
        </p:pic>
        <p:pic>
          <p:nvPicPr>
            <p:cNvPr id="48" name="shape 4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761" y="87560"/>
              <a:ext cx="755690" cy="755689"/>
            </a:xfrm>
            <a:prstGeom prst="rect"/>
          </p:spPr>
        </p:pic>
      </p:grpSp>
      <p:sp>
        <p:nvSpPr>
          <p:cNvPr id="49" name="shape 49"/>
          <p:cNvSpPr txBox="1"/>
          <p:nvPr/>
        </p:nvSpPr>
        <p:spPr>
          <a:xfrm>
            <a:off x="5203659" y="1802868"/>
            <a:ext cx="117475" cy="935355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15">
                <a:latin typeface="Arial"/>
                <a:cs typeface="Arial"/>
              </a:rPr>
              <a:t>© bvdm, </a:t>
            </a:r>
            <a:r>
              <a:rPr sz="6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www.roman16.com</a:t>
            </a:r>
            <a:endParaRPr/>
          </a:p>
        </p:txBody>
      </p:sp>
      <p:grpSp>
        <p:nvGrpSpPr>
          <p:cNvPr id="50" name="shape 50"/>
          <p:cNvGrpSpPr/>
          <p:nvPr/>
        </p:nvGrpSpPr>
        <p:grpSpPr>
          <a:xfrm>
            <a:off x="1551638" y="3911496"/>
            <a:ext cx="893500" cy="893500"/>
            <a:chOff x="0" y="0"/>
            <a:chExt cx="893499" cy="893499"/>
          </a:xfrm>
        </p:grpSpPr>
        <p:pic>
          <p:nvPicPr>
            <p:cNvPr id="51" name="shape 51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893500" cy="893500"/>
            </a:xfrm>
            <a:prstGeom prst="rect"/>
          </p:spPr>
        </p:pic>
        <p:pic>
          <p:nvPicPr>
            <p:cNvPr id="52" name="shape 5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015" y="85809"/>
              <a:ext cx="760442" cy="760442"/>
            </a:xfrm>
            <a:prstGeom prst="rect"/>
          </p:spPr>
        </p:pic>
      </p:grpSp>
      <p:sp>
        <p:nvSpPr>
          <p:cNvPr id="53" name="shape 53"/>
          <p:cNvSpPr txBox="1"/>
          <p:nvPr/>
        </p:nvSpPr>
        <p:spPr>
          <a:xfrm>
            <a:off x="1447055" y="3892080"/>
            <a:ext cx="117475" cy="935355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15">
                <a:latin typeface="Arial"/>
                <a:cs typeface="Arial"/>
              </a:rPr>
              <a:t>© bvdm, </a:t>
            </a:r>
            <a:r>
              <a:rPr sz="6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www.roman16.com</a:t>
            </a:r>
            <a:endParaRPr/>
          </a:p>
        </p:txBody>
      </p:sp>
      <p:grpSp>
        <p:nvGrpSpPr>
          <p:cNvPr id="54" name="shape 54"/>
          <p:cNvGrpSpPr/>
          <p:nvPr/>
        </p:nvGrpSpPr>
        <p:grpSpPr>
          <a:xfrm>
            <a:off x="5042920" y="3911496"/>
            <a:ext cx="893500" cy="893500"/>
            <a:chOff x="0" y="0"/>
            <a:chExt cx="893499" cy="893499"/>
          </a:xfrm>
        </p:grpSpPr>
        <p:pic>
          <p:nvPicPr>
            <p:cNvPr id="55" name="shape 55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893500" cy="893500"/>
            </a:xfrm>
            <a:prstGeom prst="rect"/>
          </p:spPr>
        </p:pic>
        <p:pic>
          <p:nvPicPr>
            <p:cNvPr id="56" name="shape 5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33" y="85809"/>
              <a:ext cx="760442" cy="755690"/>
            </a:xfrm>
            <a:prstGeom prst="rect"/>
          </p:spPr>
        </p:pic>
      </p:grpSp>
      <p:sp>
        <p:nvSpPr>
          <p:cNvPr id="57" name="shape 57"/>
          <p:cNvSpPr txBox="1"/>
          <p:nvPr/>
        </p:nvSpPr>
        <p:spPr>
          <a:xfrm>
            <a:off x="4940004" y="3890865"/>
            <a:ext cx="117475" cy="935355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15">
                <a:latin typeface="Arial"/>
                <a:cs typeface="Arial"/>
              </a:rPr>
              <a:t>© bvdm, </a:t>
            </a:r>
            <a:r>
              <a:rPr sz="6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www.roman16.com</a:t>
            </a:r>
            <a:endParaRPr/>
          </a:p>
        </p:txBody>
      </p:sp>
      <p:grpSp>
        <p:nvGrpSpPr>
          <p:cNvPr id="58" name="shape 58"/>
          <p:cNvGrpSpPr/>
          <p:nvPr/>
        </p:nvGrpSpPr>
        <p:grpSpPr>
          <a:xfrm>
            <a:off x="1343725" y="6076424"/>
            <a:ext cx="1353313" cy="953415"/>
            <a:chOff x="0" y="0"/>
            <a:chExt cx="1353312" cy="953414"/>
          </a:xfrm>
        </p:grpSpPr>
        <p:sp>
          <p:nvSpPr>
            <p:cNvPr id="59" name="shape 59"/>
            <p:cNvSpPr/>
            <p:nvPr/>
          </p:nvSpPr>
          <p:spPr>
            <a:xfrm>
              <a:off x="267248" y="33321"/>
              <a:ext cx="823595" cy="823507"/>
            </a:xfrm>
            <a:custGeom>
              <a:pathLst>
                <a:path w="823595" h="823506">
                  <a:moveTo>
                    <a:pt x="823595" y="124447"/>
                  </a:moveTo>
                  <a:lnTo>
                    <a:pt x="699147" y="0"/>
                  </a:lnTo>
                  <a:lnTo>
                    <a:pt x="411797" y="287337"/>
                  </a:lnTo>
                  <a:lnTo>
                    <a:pt x="124459" y="0"/>
                  </a:lnTo>
                  <a:lnTo>
                    <a:pt x="0" y="124447"/>
                  </a:lnTo>
                  <a:lnTo>
                    <a:pt x="287350" y="411797"/>
                  </a:lnTo>
                  <a:lnTo>
                    <a:pt x="0" y="699135"/>
                  </a:lnTo>
                  <a:lnTo>
                    <a:pt x="124459" y="823506"/>
                  </a:lnTo>
                  <a:lnTo>
                    <a:pt x="411797" y="536156"/>
                  </a:lnTo>
                  <a:lnTo>
                    <a:pt x="699147" y="823506"/>
                  </a:lnTo>
                  <a:lnTo>
                    <a:pt x="823595" y="699135"/>
                  </a:lnTo>
                  <a:lnTo>
                    <a:pt x="536257" y="411797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60" name="shape 60"/>
            <p:cNvSpPr/>
            <p:nvPr/>
          </p:nvSpPr>
          <p:spPr>
            <a:xfrm>
              <a:off x="265002" y="31076"/>
              <a:ext cx="828086" cy="827996"/>
            </a:xfrm>
            <a:custGeom>
              <a:pathLst>
                <a:path w="828085" h="827996">
                  <a:moveTo>
                    <a:pt x="825840" y="126692"/>
                  </a:moveTo>
                  <a:lnTo>
                    <a:pt x="701393" y="2244"/>
                  </a:lnTo>
                  <a:lnTo>
                    <a:pt x="414043" y="289582"/>
                  </a:lnTo>
                  <a:lnTo>
                    <a:pt x="126705" y="2244"/>
                  </a:lnTo>
                  <a:lnTo>
                    <a:pt x="2245" y="126692"/>
                  </a:lnTo>
                  <a:lnTo>
                    <a:pt x="289595" y="414042"/>
                  </a:lnTo>
                  <a:lnTo>
                    <a:pt x="2245" y="701379"/>
                  </a:lnTo>
                  <a:lnTo>
                    <a:pt x="126705" y="825751"/>
                  </a:lnTo>
                  <a:lnTo>
                    <a:pt x="414043" y="538400"/>
                  </a:lnTo>
                  <a:lnTo>
                    <a:pt x="701393" y="825751"/>
                  </a:lnTo>
                  <a:lnTo>
                    <a:pt x="825840" y="701379"/>
                  </a:lnTo>
                  <a:lnTo>
                    <a:pt x="538503" y="414042"/>
                  </a:lnTo>
                  <a:lnTo>
                    <a:pt x="825840" y="126692"/>
                  </a:lnTo>
                  <a:close/>
                </a:path>
              </a:pathLst>
            </a:custGeom>
            <a:ln w="3175" cap="flat">
              <a:solidFill>
                <a:srgbClr val="F49AC1"/>
              </a:solidFill>
              <a:prstDash val="solid"/>
              <a:miter lim="4"/>
            </a:ln>
          </p:spPr>
        </p:sp>
        <p:pic>
          <p:nvPicPr>
            <p:cNvPr id="61" name="shape 61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0"/>
              <a:ext cx="1353313" cy="953415"/>
            </a:xfrm>
            <a:prstGeom prst="rect"/>
          </p:spPr>
        </p:pic>
      </p:grpSp>
      <p:sp>
        <p:nvSpPr>
          <p:cNvPr id="62" name="shape 62"/>
          <p:cNvSpPr txBox="1"/>
          <p:nvPr/>
        </p:nvSpPr>
        <p:spPr>
          <a:xfrm>
            <a:off x="2699951" y="6085830"/>
            <a:ext cx="117475" cy="935355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15">
                <a:latin typeface="Arial"/>
                <a:cs typeface="Arial"/>
              </a:rPr>
              <a:t>© bvdm, </a:t>
            </a:r>
            <a:r>
              <a:rPr sz="6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www.roman16.com</a:t>
            </a:r>
            <a:endParaRPr/>
          </a:p>
        </p:txBody>
      </p:sp>
      <p:grpSp>
        <p:nvGrpSpPr>
          <p:cNvPr id="63" name="shape 63"/>
          <p:cNvGrpSpPr/>
          <p:nvPr/>
        </p:nvGrpSpPr>
        <p:grpSpPr>
          <a:xfrm>
            <a:off x="4871459" y="6074735"/>
            <a:ext cx="1354270" cy="957169"/>
            <a:chOff x="0" y="0"/>
            <a:chExt cx="1354270" cy="957169"/>
          </a:xfrm>
        </p:grpSpPr>
        <p:sp>
          <p:nvSpPr>
            <p:cNvPr id="64" name="shape 64"/>
            <p:cNvSpPr/>
            <p:nvPr/>
          </p:nvSpPr>
          <p:spPr>
            <a:xfrm>
              <a:off x="267513" y="35009"/>
              <a:ext cx="823596" cy="823507"/>
            </a:xfrm>
            <a:custGeom>
              <a:pathLst>
                <a:path w="823595" h="823506">
                  <a:moveTo>
                    <a:pt x="823595" y="124447"/>
                  </a:moveTo>
                  <a:lnTo>
                    <a:pt x="699147" y="0"/>
                  </a:lnTo>
                  <a:lnTo>
                    <a:pt x="411797" y="287337"/>
                  </a:lnTo>
                  <a:lnTo>
                    <a:pt x="124460" y="0"/>
                  </a:lnTo>
                  <a:lnTo>
                    <a:pt x="0" y="124447"/>
                  </a:lnTo>
                  <a:lnTo>
                    <a:pt x="287350" y="411797"/>
                  </a:lnTo>
                  <a:lnTo>
                    <a:pt x="0" y="699135"/>
                  </a:lnTo>
                  <a:lnTo>
                    <a:pt x="124460" y="823506"/>
                  </a:lnTo>
                  <a:lnTo>
                    <a:pt x="411797" y="536156"/>
                  </a:lnTo>
                  <a:lnTo>
                    <a:pt x="699147" y="823506"/>
                  </a:lnTo>
                  <a:lnTo>
                    <a:pt x="823595" y="699135"/>
                  </a:lnTo>
                  <a:lnTo>
                    <a:pt x="536257" y="411797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65" name="shape 65"/>
            <p:cNvSpPr/>
            <p:nvPr/>
          </p:nvSpPr>
          <p:spPr>
            <a:xfrm>
              <a:off x="265268" y="32765"/>
              <a:ext cx="828086" cy="827996"/>
            </a:xfrm>
            <a:custGeom>
              <a:pathLst>
                <a:path w="828085" h="827996">
                  <a:moveTo>
                    <a:pt x="825840" y="126692"/>
                  </a:moveTo>
                  <a:lnTo>
                    <a:pt x="701393" y="2244"/>
                  </a:lnTo>
                  <a:lnTo>
                    <a:pt x="414042" y="289582"/>
                  </a:lnTo>
                  <a:lnTo>
                    <a:pt x="126705" y="2244"/>
                  </a:lnTo>
                  <a:lnTo>
                    <a:pt x="2245" y="126692"/>
                  </a:lnTo>
                  <a:lnTo>
                    <a:pt x="289595" y="414042"/>
                  </a:lnTo>
                  <a:lnTo>
                    <a:pt x="2245" y="701379"/>
                  </a:lnTo>
                  <a:lnTo>
                    <a:pt x="126705" y="825751"/>
                  </a:lnTo>
                  <a:lnTo>
                    <a:pt x="414042" y="538400"/>
                  </a:lnTo>
                  <a:lnTo>
                    <a:pt x="701393" y="825751"/>
                  </a:lnTo>
                  <a:lnTo>
                    <a:pt x="825840" y="701379"/>
                  </a:lnTo>
                  <a:lnTo>
                    <a:pt x="538502" y="414042"/>
                  </a:lnTo>
                  <a:lnTo>
                    <a:pt x="825840" y="126692"/>
                  </a:lnTo>
                  <a:close/>
                </a:path>
              </a:pathLst>
            </a:custGeom>
            <a:ln w="3175" cap="flat">
              <a:solidFill>
                <a:srgbClr val="F49AC1"/>
              </a:solidFill>
              <a:prstDash val="solid"/>
              <a:miter lim="4"/>
            </a:ln>
          </p:spPr>
        </p:sp>
        <p:pic>
          <p:nvPicPr>
            <p:cNvPr id="66" name="shape 66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0"/>
              <a:ext cx="1354270" cy="957169"/>
            </a:xfrm>
            <a:prstGeom prst="rect"/>
          </p:spPr>
        </p:pic>
      </p:grpSp>
      <p:sp>
        <p:nvSpPr>
          <p:cNvPr id="67" name="shape 67"/>
          <p:cNvSpPr txBox="1"/>
          <p:nvPr/>
        </p:nvSpPr>
        <p:spPr>
          <a:xfrm>
            <a:off x="6227950" y="6085830"/>
            <a:ext cx="117475" cy="935355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600" spc="-15">
                <a:latin typeface="Arial"/>
                <a:cs typeface="Arial"/>
              </a:rPr>
              <a:t>© bvdm, </a:t>
            </a:r>
            <a:r>
              <a:rPr sz="6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www.roman16.com</a:t>
            </a:r>
            <a:endParaRPr/>
          </a:p>
        </p:txBody>
      </p:sp>
      <p:grpSp>
        <p:nvGrpSpPr>
          <p:cNvPr id="68" name="shape 68"/>
          <p:cNvGrpSpPr/>
          <p:nvPr/>
        </p:nvGrpSpPr>
        <p:grpSpPr>
          <a:xfrm>
            <a:off x="1586807" y="8091090"/>
            <a:ext cx="867588" cy="867601"/>
            <a:chOff x="0" y="0"/>
            <a:chExt cx="867588" cy="867601"/>
          </a:xfrm>
        </p:grpSpPr>
        <p:sp>
          <p:nvSpPr>
            <p:cNvPr id="69" name="shape 69"/>
            <p:cNvSpPr/>
            <p:nvPr/>
          </p:nvSpPr>
          <p:spPr>
            <a:xfrm>
              <a:off x="0" y="0"/>
              <a:ext cx="867588" cy="867601"/>
            </a:xfrm>
            <a:prstGeom prst="rect">
              <a:avLst/>
            </a:prstGeom>
            <a:solidFill>
              <a:srgbClr val="4C5859"/>
            </a:solidFill>
          </p:spPr>
        </p:sp>
        <p:sp>
          <p:nvSpPr>
            <p:cNvPr id="70" name="shape 70"/>
            <p:cNvSpPr/>
            <p:nvPr/>
          </p:nvSpPr>
          <p:spPr>
            <a:xfrm>
              <a:off x="0" y="0"/>
              <a:ext cx="867588" cy="867601"/>
            </a:xfrm>
            <a:prstGeom prst="rect">
              <a:avLst/>
            </a:prstGeom>
            <a:solidFill>
              <a:srgbClr val="757779">
                <a:alpha val="60000"/>
              </a:srgbClr>
            </a:solidFill>
          </p:spPr>
        </p:sp>
        <p:sp>
          <p:nvSpPr>
            <p:cNvPr id="71" name="shape 71"/>
            <p:cNvSpPr/>
            <p:nvPr/>
          </p:nvSpPr>
          <p:spPr>
            <a:xfrm>
              <a:off x="127050" y="127051"/>
              <a:ext cx="613499" cy="613487"/>
            </a:xfrm>
            <a:custGeom>
              <a:pathLst>
                <a:path w="613499" h="613486">
                  <a:moveTo>
                    <a:pt x="429450" y="306743"/>
                  </a:moveTo>
                  <a:lnTo>
                    <a:pt x="613498" y="122694"/>
                  </a:lnTo>
                  <a:lnTo>
                    <a:pt x="490791" y="0"/>
                  </a:lnTo>
                  <a:lnTo>
                    <a:pt x="306743" y="184035"/>
                  </a:lnTo>
                  <a:lnTo>
                    <a:pt x="122707" y="0"/>
                  </a:lnTo>
                  <a:lnTo>
                    <a:pt x="0" y="122694"/>
                  </a:lnTo>
                  <a:lnTo>
                    <a:pt x="184035" y="306743"/>
                  </a:lnTo>
                  <a:lnTo>
                    <a:pt x="0" y="490791"/>
                  </a:lnTo>
                  <a:lnTo>
                    <a:pt x="122707" y="613486"/>
                  </a:lnTo>
                  <a:lnTo>
                    <a:pt x="306743" y="429450"/>
                  </a:lnTo>
                  <a:lnTo>
                    <a:pt x="490791" y="613486"/>
                  </a:lnTo>
                  <a:lnTo>
                    <a:pt x="613498" y="490791"/>
                  </a:lnTo>
                  <a:close/>
                </a:path>
              </a:pathLst>
            </a:custGeom>
            <a:solidFill>
              <a:srgbClr val="A9ACAE"/>
            </a:solidFill>
          </p:spPr>
        </p:sp>
      </p:grpSp>
      <p:grpSp>
        <p:nvGrpSpPr>
          <p:cNvPr id="72" name="shape 72"/>
          <p:cNvGrpSpPr/>
          <p:nvPr/>
        </p:nvGrpSpPr>
        <p:grpSpPr>
          <a:xfrm>
            <a:off x="5114806" y="8091090"/>
            <a:ext cx="867588" cy="867601"/>
            <a:chOff x="0" y="0"/>
            <a:chExt cx="867588" cy="867601"/>
          </a:xfrm>
        </p:grpSpPr>
        <p:sp>
          <p:nvSpPr>
            <p:cNvPr id="73" name="shape 73"/>
            <p:cNvSpPr/>
            <p:nvPr/>
          </p:nvSpPr>
          <p:spPr>
            <a:xfrm>
              <a:off x="0" y="0"/>
              <a:ext cx="867588" cy="867601"/>
            </a:xfrm>
            <a:prstGeom prst="rect">
              <a:avLst/>
            </a:prstGeom>
            <a:solidFill>
              <a:srgbClr val="919191"/>
            </a:solidFill>
          </p:spPr>
        </p:sp>
        <p:sp>
          <p:nvSpPr>
            <p:cNvPr id="74" name="shape 74"/>
            <p:cNvSpPr/>
            <p:nvPr/>
          </p:nvSpPr>
          <p:spPr>
            <a:xfrm>
              <a:off x="0" y="0"/>
              <a:ext cx="867588" cy="867601"/>
            </a:xfrm>
            <a:prstGeom prst="rect">
              <a:avLst/>
            </a:prstGeom>
            <a:solidFill>
              <a:srgbClr val="757779">
                <a:alpha val="60000"/>
              </a:srgbClr>
            </a:solidFill>
          </p:spPr>
        </p:sp>
        <p:sp>
          <p:nvSpPr>
            <p:cNvPr id="75" name="shape 75"/>
            <p:cNvSpPr/>
            <p:nvPr/>
          </p:nvSpPr>
          <p:spPr>
            <a:xfrm>
              <a:off x="127545" y="127048"/>
              <a:ext cx="613499" cy="613487"/>
            </a:xfrm>
            <a:custGeom>
              <a:pathLst>
                <a:path w="613499" h="613486">
                  <a:moveTo>
                    <a:pt x="429450" y="306743"/>
                  </a:moveTo>
                  <a:lnTo>
                    <a:pt x="613498" y="122694"/>
                  </a:lnTo>
                  <a:lnTo>
                    <a:pt x="490791" y="0"/>
                  </a:lnTo>
                  <a:lnTo>
                    <a:pt x="306743" y="184035"/>
                  </a:lnTo>
                  <a:lnTo>
                    <a:pt x="122707" y="0"/>
                  </a:lnTo>
                  <a:lnTo>
                    <a:pt x="0" y="122694"/>
                  </a:lnTo>
                  <a:lnTo>
                    <a:pt x="184035" y="306743"/>
                  </a:lnTo>
                  <a:lnTo>
                    <a:pt x="0" y="490791"/>
                  </a:lnTo>
                  <a:lnTo>
                    <a:pt x="122707" y="613486"/>
                  </a:lnTo>
                  <a:lnTo>
                    <a:pt x="306743" y="429450"/>
                  </a:lnTo>
                  <a:lnTo>
                    <a:pt x="490791" y="613486"/>
                  </a:lnTo>
                  <a:lnTo>
                    <a:pt x="613498" y="490791"/>
                  </a:lnTo>
                  <a:close/>
                </a:path>
              </a:pathLst>
            </a:custGeom>
            <a:solidFill>
              <a:srgbClr val="5C5D5E"/>
            </a:solidFill>
          </p:spPr>
        </p:sp>
      </p:grpSp>
      <p:sp>
        <p:nvSpPr>
          <p:cNvPr id="76" name="shape 76"/>
          <p:cNvSpPr txBox="1"/>
          <p:nvPr/>
        </p:nvSpPr>
        <p:spPr>
          <a:xfrm>
            <a:off x="399415" y="110149"/>
            <a:ext cx="6770370" cy="11938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564005"/>
            <a:r>
              <a:rPr sz="2200" b="1">
                <a:solidFill>
                  <a:srgbClr val="AD208E"/>
                </a:solidFill>
                <a:latin typeface="Arial"/>
                <a:cs typeface="Arial"/>
              </a:rPr>
              <a:t>Ghent PDF Output Suite 5.0 – ICC/CMS</a:t>
            </a:r>
            <a:endParaRPr/>
          </a:p>
          <a:p>
            <a:pPr marL="2654935">
              <a:lnSpc>
                <a:spcPts val="1720"/>
              </a:lnSpc>
            </a:pPr>
            <a:r>
              <a:rPr sz="1600" b="1">
                <a:solidFill>
                  <a:srgbClr val="231F20"/>
                </a:solidFill>
                <a:latin typeface="Arial"/>
                <a:cs typeface="Arial"/>
              </a:rPr>
              <a:t>Conformance Level 2</a:t>
            </a:r>
            <a:endParaRPr/>
          </a:p>
          <a:p>
            <a:pPr marR="8890" algn="ctr">
              <a:spcBef>
                <a:spcPts val="100"/>
              </a:spcBef>
            </a:pPr>
            <a:r>
              <a:rPr sz="1200" i="1">
                <a:solidFill>
                  <a:srgbClr val="231F20"/>
                </a:solidFill>
                <a:latin typeface="Arial"/>
                <a:cs typeface="Arial"/>
              </a:rPr>
              <a:t>Le pagine contengono patch di prova con caratteristiche essenziali di PDF/X-4 (ISO 15930-7).</a:t>
            </a:r>
            <a:endParaRPr/>
          </a:p>
          <a:p>
            <a:pPr marR="8890" algn="ctr"/>
            <a:r>
              <a:rPr sz="1200" i="1">
                <a:solidFill>
                  <a:srgbClr val="231F20"/>
                </a:solidFill>
                <a:latin typeface="Arial"/>
                <a:cs typeface="Arial"/>
              </a:rPr>
              <a:t>Gli errori sono identificati da una croce o da una deviazione dalle immagini di riferimento integrate.</a:t>
            </a:r>
            <a:endParaRPr/>
          </a:p>
          <a:p>
            <a:pPr marL="68580">
              <a:spcBef>
                <a:spcPts val="500"/>
              </a:spcBef>
            </a:pPr>
            <a:r>
              <a:rPr sz="1300" b="1" spc="-170">
                <a:latin typeface="Arial"/>
                <a:cs typeface="Arial"/>
              </a:rPr>
              <a:t>Le pagine di prova personalizzate sono necessarie per la certificazione di conformità di Ghent PDF Output Suite 5.0!!!</a:t>
            </a:r>
            <a:endParaRPr/>
          </a:p>
        </p:txBody>
      </p:sp>
      <p:sp>
        <p:nvSpPr>
          <p:cNvPr id="77" name="shape 77"/>
          <p:cNvSpPr txBox="1"/>
          <p:nvPr/>
        </p:nvSpPr>
        <p:spPr>
          <a:xfrm>
            <a:off x="382905" y="9660513"/>
            <a:ext cx="6794500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877695" algn="l"/>
                <a:tab pos="6163310" algn="l"/>
              </a:tabLst>
            </a:pP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02.07.2021</a:t>
            </a:r>
            <a:r>
              <a:rPr sz="1800" baseline="4629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© 2021 Ghent Workgroup, 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https://www.gwg.org</a:t>
            </a:r>
            <a:r>
              <a:rPr sz="120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200" spc="-55">
                <a:solidFill>
                  <a:srgbClr val="231F20"/>
                </a:solidFill>
                <a:latin typeface="Arial"/>
                <a:cs typeface="Arial"/>
              </a:rPr>
              <a:t>Page 6 / 6</a:t>
            </a:r>
            <a:endParaRPr/>
          </a:p>
        </p:txBody>
      </p:sp>
      <p:graphicFrame>
        <p:nvGraphicFramePr>
          <p:cNvPr id="78" name="shape 78"/>
          <p:cNvGraphicFramePr>
            <a:graphicFrameLocks noGrp="1"/>
          </p:cNvGraphicFramePr>
          <p:nvPr/>
        </p:nvGraphicFramePr>
        <p:xfrm>
          <a:off x="418597" y="1517524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1180"/>
                <a:gridCol w="358775"/>
                <a:gridCol w="2294255"/>
              </a:tblGrid>
              <a:tr h="1642110">
                <a:tc gridSpan="3">
                  <a:txBody>
                    <a:bodyPr/>
                    <a:p>
                      <a:pPr marL="724535" marR="728345">
                        <a:spcBef>
                          <a:spcPts val="300"/>
                        </a:spcBef>
                      </a:pPr>
                      <a:r>
                        <a:rPr sz="900" spc="-50">
                          <a:latin typeface="Arial"/>
                          <a:cs typeface="Arial"/>
                        </a:rPr>
                        <a:t>GWG 18.3 - 16Bit Image (DeviceGray)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301625" marR="2209800" algn="ctr">
                        <a:lnSpc>
                          <a:spcPct val="99833"/>
                        </a:lnSpc>
                        <a:spcBef>
                          <a:spcPts val="500"/>
                        </a:spcBef>
                      </a:pPr>
                      <a:r>
                        <a:rPr sz="400">
                          <a:latin typeface="Arial"/>
                          <a:cs typeface="Arial"/>
                        </a:rPr>
                        <a:t>Colorspace: DeviceGray </a:t>
                      </a:r>
                      <a:r>
                        <a:rPr sz="400" spc="-25">
                          <a:latin typeface="Arial"/>
                          <a:cs typeface="Arial"/>
                        </a:rPr>
                        <a:t>Reference image (cross): 8Bit, ZIP </a:t>
                      </a:r>
                      <a:r>
                        <a:rPr sz="400">
                          <a:latin typeface="Arial"/>
                          <a:cs typeface="Arial"/>
                        </a:rPr>
                        <a:t>Test image: 16 Bit, ZIP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22325" marR="924560">
                        <a:spcBef>
                          <a:spcPts val="1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No </a:t>
                      </a:r>
                      <a:r>
                        <a:rPr sz="600" b="1" spc="-20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must be visible when rendered correctly.</a:t>
                      </a:r>
                      <a:endParaRPr/>
                    </a:p>
                  </a:txBody>
                  <a:tcPr marL="0" marR="0" marT="381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2554">
                <a:tc>
                  <a:txBody>
                    <a:bodyPr/>
                    <a:p>
                      <a:pPr marL="38100" marR="117475"/>
                      <a:r>
                        <a:rPr sz="600" spc="-30">
                          <a:latin typeface="Arial"/>
                          <a:cs typeface="Arial"/>
                        </a:rPr>
                        <a:t>12 Nov 2015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6035" marR="51435"/>
                      <a:r>
                        <a:rPr sz="600" spc="-1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48590" marR="38100" algn="r">
                        <a:tabLst>
                          <a:tab pos="212217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35">
                          <a:latin typeface="Arial"/>
                          <a:cs typeface="Arial"/>
                        </a:rPr>
                        <a:t>18.3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9" name="shape 79"/>
          <p:cNvGraphicFramePr>
            <a:graphicFrameLocks noGrp="1"/>
          </p:cNvGraphicFramePr>
          <p:nvPr/>
        </p:nvGraphicFramePr>
        <p:xfrm>
          <a:off x="3946596" y="1517524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60930"/>
                <a:gridCol w="508635"/>
                <a:gridCol w="334010"/>
              </a:tblGrid>
              <a:tr h="1639570">
                <a:tc gridSpan="3">
                  <a:txBody>
                    <a:bodyPr/>
                    <a:p>
                      <a:pPr marL="606425" marR="723900">
                        <a:spcBef>
                          <a:spcPts val="300"/>
                        </a:spcBef>
                      </a:pPr>
                      <a:r>
                        <a:rPr sz="900" spc="-55">
                          <a:latin typeface="Arial"/>
                          <a:cs typeface="Arial"/>
                        </a:rPr>
                        <a:t>GWG 18.2 - 16Bit Image (ICCbasedGray)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86055" marR="1974850" algn="ctr">
                        <a:lnSpc>
                          <a:spcPct val="99833"/>
                        </a:lnSpc>
                        <a:spcBef>
                          <a:spcPts val="200"/>
                        </a:spcBef>
                      </a:pPr>
                      <a:r>
                        <a:rPr sz="400" spc="-25">
                          <a:latin typeface="Arial"/>
                          <a:cs typeface="Arial"/>
                        </a:rPr>
                        <a:t>Profile: Schwarze Druckfarbe - ISO Coated v2 (ECI) </a:t>
                      </a:r>
                      <a:r>
                        <a:rPr sz="400">
                          <a:latin typeface="Arial"/>
                          <a:cs typeface="Arial"/>
                        </a:rPr>
                        <a:t>Reference image (cross): 8Bit, ZIP</a:t>
                      </a:r>
                      <a:endParaRPr/>
                    </a:p>
                    <a:p>
                      <a:pPr marL="478790" marR="2268220" algn="ctr">
                        <a:lnSpc>
                          <a:spcPts val="465"/>
                        </a:lnSpc>
                      </a:pPr>
                      <a:r>
                        <a:rPr sz="400" spc="-25">
                          <a:latin typeface="Arial"/>
                          <a:cs typeface="Arial"/>
                        </a:rPr>
                        <a:t>Test image: 16 Bit, ZIP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22325" marR="924560">
                        <a:spcBef>
                          <a:spcPts val="5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No </a:t>
                      </a:r>
                      <a:r>
                        <a:rPr sz="600" b="1" spc="-20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must be visible when rendered correctly.</a:t>
                      </a:r>
                      <a:endParaRPr/>
                    </a:p>
                  </a:txBody>
                  <a:tcPr marL="0" marR="0" marT="381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3825">
                <a:tc>
                  <a:txBody>
                    <a:bodyPr/>
                    <a:p>
                      <a:pPr marL="36195" marR="190500">
                        <a:tabLst>
                          <a:tab pos="105727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8 Feb 2016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6670" marR="25400" algn="ctr"/>
                      <a:r>
                        <a:rPr sz="600" b="1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60655" marR="39370" algn="r"/>
                      <a:r>
                        <a:rPr sz="600" spc="-35">
                          <a:latin typeface="Arial"/>
                          <a:cs typeface="Arial"/>
                        </a:rPr>
                        <a:t>18.2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shape 80"/>
          <p:cNvGraphicFramePr>
            <a:graphicFrameLocks noGrp="1"/>
          </p:cNvGraphicFramePr>
          <p:nvPr/>
        </p:nvGraphicFramePr>
        <p:xfrm>
          <a:off x="418597" y="3605521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60930"/>
                <a:gridCol w="508635"/>
                <a:gridCol w="334010"/>
              </a:tblGrid>
              <a:tr h="1639570">
                <a:tc gridSpan="3">
                  <a:txBody>
                    <a:bodyPr/>
                    <a:p>
                      <a:pPr marL="574040" marR="691515">
                        <a:spcBef>
                          <a:spcPts val="300"/>
                        </a:spcBef>
                      </a:pPr>
                      <a:r>
                        <a:rPr sz="900" spc="-60">
                          <a:latin typeface="Arial"/>
                          <a:cs typeface="Arial"/>
                        </a:rPr>
                        <a:t>GWG 18.4 - 16Bit Image (ICCbasedCMYK)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2122805" marR="387985" algn="ctr">
                        <a:lnSpc>
                          <a:spcPct val="99833"/>
                        </a:lnSpc>
                        <a:spcBef>
                          <a:spcPts val="600"/>
                        </a:spcBef>
                      </a:pPr>
                      <a:r>
                        <a:rPr sz="400">
                          <a:latin typeface="Arial"/>
                          <a:cs typeface="Arial"/>
                        </a:rPr>
                        <a:t>Profile: ISO Coated V2 (ECI) </a:t>
                      </a:r>
                      <a:r>
                        <a:rPr sz="400" spc="-25">
                          <a:latin typeface="Arial"/>
                          <a:cs typeface="Arial"/>
                        </a:rPr>
                        <a:t>Reference image (cross): 8Bit, ZIP </a:t>
                      </a:r>
                      <a:r>
                        <a:rPr sz="400">
                          <a:latin typeface="Arial"/>
                          <a:cs typeface="Arial"/>
                        </a:rPr>
                        <a:t>Test image: 16 Bit, ZIP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22325" marR="924560"/>
                      <a:r>
                        <a:rPr sz="600" spc="-20">
                          <a:latin typeface="Arial"/>
                          <a:cs typeface="Arial"/>
                        </a:rPr>
                        <a:t>No </a:t>
                      </a:r>
                      <a:r>
                        <a:rPr sz="600" b="1" spc="-20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must be visible when rendered correctly.</a:t>
                      </a:r>
                      <a:endParaRPr/>
                    </a:p>
                  </a:txBody>
                  <a:tcPr marL="0" marR="0" marT="381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3825">
                <a:tc>
                  <a:txBody>
                    <a:bodyPr/>
                    <a:p>
                      <a:pPr marL="36195" marR="190500">
                        <a:tabLst>
                          <a:tab pos="105727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12 Nov 2015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6670" marR="25400" algn="ctr"/>
                      <a:r>
                        <a:rPr sz="600" b="1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60655" marR="39370" algn="r"/>
                      <a:r>
                        <a:rPr sz="600" spc="-35">
                          <a:latin typeface="Arial"/>
                          <a:cs typeface="Arial"/>
                        </a:rPr>
                        <a:t>18.4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1" name="shape 81"/>
          <p:cNvGraphicFramePr>
            <a:graphicFrameLocks noGrp="1"/>
          </p:cNvGraphicFramePr>
          <p:nvPr/>
        </p:nvGraphicFramePr>
        <p:xfrm>
          <a:off x="3946596" y="3605521"/>
          <a:ext cx="3204020" cy="1763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60930"/>
                <a:gridCol w="508635"/>
                <a:gridCol w="334010"/>
              </a:tblGrid>
              <a:tr h="1639570">
                <a:tc gridSpan="3">
                  <a:txBody>
                    <a:bodyPr/>
                    <a:p>
                      <a:pPr marL="617220" marR="734695">
                        <a:spcBef>
                          <a:spcPts val="300"/>
                        </a:spcBef>
                      </a:pPr>
                      <a:r>
                        <a:rPr sz="900" spc="-60">
                          <a:latin typeface="Arial"/>
                          <a:cs typeface="Arial"/>
                        </a:rPr>
                        <a:t>GWG 18.0 - 16Bit Image (ICCbasedRGB)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2249805" marR="588010" algn="ctr">
                        <a:spcBef>
                          <a:spcPts val="600"/>
                        </a:spcBef>
                      </a:pPr>
                      <a:r>
                        <a:rPr sz="400" spc="-25">
                          <a:latin typeface="Arial"/>
                          <a:cs typeface="Arial"/>
                        </a:rPr>
                        <a:t>Profile: eciRGB v2</a:t>
                      </a:r>
                      <a:endParaRPr/>
                    </a:p>
                    <a:p>
                      <a:pPr marL="2085975" marR="424180" algn="ctr">
                        <a:lnSpc>
                          <a:spcPct val="99833"/>
                        </a:lnSpc>
                      </a:pPr>
                      <a:r>
                        <a:rPr sz="400" spc="-25">
                          <a:latin typeface="Arial"/>
                          <a:cs typeface="Arial"/>
                        </a:rPr>
                        <a:t>Reference image (cross): 8Bit, ZIP </a:t>
                      </a:r>
                      <a:r>
                        <a:rPr sz="400">
                          <a:latin typeface="Arial"/>
                          <a:cs typeface="Arial"/>
                        </a:rPr>
                        <a:t>Test image: 16 Bit, ZIP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822325" marR="925195"/>
                      <a:r>
                        <a:rPr sz="600" spc="-20">
                          <a:latin typeface="Arial"/>
                          <a:cs typeface="Arial"/>
                        </a:rPr>
                        <a:t>No </a:t>
                      </a:r>
                      <a:r>
                        <a:rPr sz="600" b="1" spc="-20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must be visible when rendered correctly.</a:t>
                      </a:r>
                      <a:endParaRPr/>
                    </a:p>
                  </a:txBody>
                  <a:tcPr marL="0" marR="0" marT="381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3825">
                <a:tc>
                  <a:txBody>
                    <a:bodyPr/>
                    <a:p>
                      <a:pPr marL="36195" marR="190500">
                        <a:tabLst>
                          <a:tab pos="105727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12 Nov 2015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6670" marR="25400" algn="ctr"/>
                      <a:r>
                        <a:rPr sz="600" b="1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60655" marR="39370" algn="r"/>
                      <a:r>
                        <a:rPr sz="600" spc="-35">
                          <a:latin typeface="Arial"/>
                          <a:cs typeface="Arial"/>
                        </a:rPr>
                        <a:t>18.0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shape 82"/>
          <p:cNvGraphicFramePr>
            <a:graphicFrameLocks noGrp="1"/>
          </p:cNvGraphicFramePr>
          <p:nvPr/>
        </p:nvGraphicFramePr>
        <p:xfrm>
          <a:off x="427119" y="5699831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5695"/>
                <a:gridCol w="467995"/>
                <a:gridCol w="337820"/>
              </a:tblGrid>
              <a:tr h="1631950">
                <a:tc gridSpan="3">
                  <a:txBody>
                    <a:bodyPr/>
                    <a:p>
                      <a:pPr marL="558800" marR="559435">
                        <a:spcBef>
                          <a:spcPts val="100"/>
                        </a:spcBef>
                      </a:pPr>
                      <a:r>
                        <a:rPr sz="900" spc="-50">
                          <a:latin typeface="Arial"/>
                          <a:cs typeface="Arial"/>
                        </a:rPr>
                        <a:t>GWG 20.5 – CMYK Image with ICC V4 profile</a:t>
                      </a:r>
                      <a:endParaRPr/>
                    </a:p>
                    <a:p>
                      <a:pPr marL="1095375" marR="1097915" algn="ctr">
                        <a:spcBef>
                          <a:spcPts val="100"/>
                        </a:spcBef>
                      </a:pPr>
                      <a:r>
                        <a:rPr sz="600" spc="-30">
                          <a:latin typeface="Arial"/>
                          <a:cs typeface="Arial"/>
                        </a:rPr>
                        <a:t>CMYK image with ICC V4 profile</a:t>
                      </a:r>
                      <a:endParaRPr/>
                    </a:p>
                    <a:p>
                      <a:pPr marL="1046480" marR="1049655" algn="ctr"/>
                      <a:r>
                        <a:rPr sz="600" spc="-25">
                          <a:latin typeface="Arial"/>
                          <a:cs typeface="Arial"/>
                        </a:rPr>
                        <a:t>Output intent has an ICC V2 profile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483235" marR="486410" algn="ctr">
                        <a:spcBef>
                          <a:spcPts val="7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If a red cross appears instead of the image or the image turns negative</a:t>
                      </a:r>
                      <a:endParaRPr/>
                    </a:p>
                    <a:p>
                      <a:pPr marL="541020" marR="543560" algn="ctr">
                        <a:lnSpc>
                          <a:spcPts val="690"/>
                        </a:lnSpc>
                      </a:pPr>
                      <a:r>
                        <a:rPr sz="600" spc="-15">
                          <a:latin typeface="Arial"/>
                          <a:cs typeface="Arial"/>
                        </a:rPr>
                        <a:t>the ICC V4 profile is not supported by this viewer/output workflow.</a:t>
                      </a:r>
                      <a:endParaRPr/>
                    </a:p>
                    <a:p>
                      <a:pPr marL="417195" marR="419735" algn="ctr"/>
                      <a:r>
                        <a:rPr sz="600" spc="-20">
                          <a:latin typeface="Arial"/>
                          <a:cs typeface="Arial"/>
                        </a:rPr>
                        <a:t>There might be other effects if the ICC V4 profile is not supported properly.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0015">
                <a:tc>
                  <a:txBody>
                    <a:bodyPr/>
                    <a:p>
                      <a:pPr marL="29210" marR="235585">
                        <a:tabLst>
                          <a:tab pos="1036320" algn="l"/>
                        </a:tabLst>
                      </a:pPr>
                      <a:r>
                        <a:rPr sz="900" baseline="-4629">
                          <a:latin typeface="Arial"/>
                          <a:cs typeface="Arial"/>
                        </a:rPr>
                        <a:t>27 November 2015</a:t>
                      </a:r>
                      <a:r>
                        <a:rPr sz="900" baseline="-4629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3495" marR="24765" algn="ctr"/>
                      <a:r>
                        <a:rPr sz="600" b="1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74625" marR="29845" algn="r"/>
                      <a:r>
                        <a:rPr sz="600" spc="-35">
                          <a:latin typeface="Arial"/>
                          <a:cs typeface="Arial"/>
                        </a:rPr>
                        <a:t>20.5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3" name="shape 83"/>
          <p:cNvGraphicFramePr>
            <a:graphicFrameLocks noGrp="1"/>
          </p:cNvGraphicFramePr>
          <p:nvPr/>
        </p:nvGraphicFramePr>
        <p:xfrm>
          <a:off x="3955118" y="5699831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5695"/>
                <a:gridCol w="467995"/>
                <a:gridCol w="337820"/>
              </a:tblGrid>
              <a:tr h="1631950">
                <a:tc gridSpan="3">
                  <a:txBody>
                    <a:bodyPr/>
                    <a:p>
                      <a:pPr marL="600710" marR="601345">
                        <a:spcBef>
                          <a:spcPts val="100"/>
                        </a:spcBef>
                      </a:pPr>
                      <a:r>
                        <a:rPr sz="900" spc="-55">
                          <a:latin typeface="Arial"/>
                          <a:cs typeface="Arial"/>
                        </a:rPr>
                        <a:t>GWG 20.6 – RGB Image with ICC V4 profile</a:t>
                      </a:r>
                      <a:endParaRPr/>
                    </a:p>
                    <a:p>
                      <a:pPr marL="1122680" marR="1125855" algn="ctr">
                        <a:spcBef>
                          <a:spcPts val="100"/>
                        </a:spcBef>
                      </a:pPr>
                      <a:r>
                        <a:rPr sz="600" spc="-30">
                          <a:latin typeface="Arial"/>
                          <a:cs typeface="Arial"/>
                        </a:rPr>
                        <a:t>RGB image with ICC V4 profile</a:t>
                      </a:r>
                      <a:endParaRPr/>
                    </a:p>
                    <a:p>
                      <a:pPr marL="1046480" marR="1049655" algn="ctr"/>
                      <a:r>
                        <a:rPr sz="600" spc="-25">
                          <a:latin typeface="Arial"/>
                          <a:cs typeface="Arial"/>
                        </a:rPr>
                        <a:t>Output intent has an ICC V2 profile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483235" marR="486410" algn="ctr">
                        <a:spcBef>
                          <a:spcPts val="700"/>
                        </a:spcBef>
                      </a:pPr>
                      <a:r>
                        <a:rPr sz="600" spc="-20">
                          <a:latin typeface="Arial"/>
                          <a:cs typeface="Arial"/>
                        </a:rPr>
                        <a:t>If a red cross appears instead of the image or the image turns negative</a:t>
                      </a:r>
                      <a:endParaRPr/>
                    </a:p>
                    <a:p>
                      <a:pPr marL="541020" marR="543560" algn="ctr">
                        <a:lnSpc>
                          <a:spcPts val="690"/>
                        </a:lnSpc>
                      </a:pPr>
                      <a:r>
                        <a:rPr sz="600" spc="-15">
                          <a:latin typeface="Arial"/>
                          <a:cs typeface="Arial"/>
                        </a:rPr>
                        <a:t>the ICC V4 profile is not supported by this viewer/output workflow.</a:t>
                      </a:r>
                      <a:endParaRPr/>
                    </a:p>
                    <a:p>
                      <a:pPr marL="417195" marR="419735" algn="ctr"/>
                      <a:r>
                        <a:rPr sz="600" spc="-20">
                          <a:latin typeface="Arial"/>
                          <a:cs typeface="Arial"/>
                        </a:rPr>
                        <a:t>There might be other effects if the ICC V4 profile is not supported properly.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20015">
                <a:tc>
                  <a:txBody>
                    <a:bodyPr/>
                    <a:p>
                      <a:pPr marL="29210" marR="235585">
                        <a:tabLst>
                          <a:tab pos="1036320" algn="l"/>
                        </a:tabLst>
                      </a:pPr>
                      <a:r>
                        <a:rPr sz="900" baseline="-4629">
                          <a:latin typeface="Arial"/>
                          <a:cs typeface="Arial"/>
                        </a:rPr>
                        <a:t>27 November 2015</a:t>
                      </a:r>
                      <a:r>
                        <a:rPr sz="900" baseline="-4629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3495" marR="24765" algn="ctr"/>
                      <a:r>
                        <a:rPr sz="600" b="1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73990" marR="29845" algn="r"/>
                      <a:r>
                        <a:rPr sz="600" spc="-35">
                          <a:latin typeface="Arial"/>
                          <a:cs typeface="Arial"/>
                        </a:rPr>
                        <a:t>20.6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4" name="shape 84"/>
          <p:cNvGraphicFramePr>
            <a:graphicFrameLocks noGrp="1"/>
          </p:cNvGraphicFramePr>
          <p:nvPr/>
        </p:nvGraphicFramePr>
        <p:xfrm>
          <a:off x="427119" y="7787827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1970"/>
                <a:gridCol w="359410"/>
                <a:gridCol w="2311400"/>
              </a:tblGrid>
              <a:tr h="1640840">
                <a:tc gridSpan="3">
                  <a:txBody>
                    <a:bodyPr/>
                    <a:p>
                      <a:pPr marL="675005" marR="676910">
                        <a:spcBef>
                          <a:spcPts val="100"/>
                        </a:spcBef>
                      </a:pPr>
                      <a:r>
                        <a:rPr sz="900" spc="-40">
                          <a:latin typeface="Arial"/>
                          <a:cs typeface="Arial"/>
                        </a:rPr>
                        <a:t>GWG 22.0 – Color Conversion Indicator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55575" marR="161925" algn="ctr">
                        <a:lnSpc>
                          <a:spcPct val="99834"/>
                        </a:lnSpc>
                        <a:spcBef>
                          <a:spcPts val="6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If an </a:t>
                      </a:r>
                      <a:r>
                        <a:rPr sz="600" b="1" spc="-25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5">
                          <a:latin typeface="Arial"/>
                          <a:cs typeface="Arial"/>
                        </a:rPr>
                        <a:t>is visible a color conversion or an ink saving operation have been applied to the PDF. </a:t>
                      </a:r>
                      <a:r>
                        <a:rPr sz="600">
                          <a:latin typeface="Arial"/>
                          <a:cs typeface="Arial"/>
                        </a:rPr>
                        <a:t>Certain transparency blend modes (e.g. Hard Light) can deliver</a:t>
                      </a:r>
                      <a:endParaRPr/>
                    </a:p>
                    <a:p>
                      <a:pPr marL="761365" marR="767715" algn="ctr"/>
                      <a:r>
                        <a:rPr sz="600" spc="-20">
                          <a:latin typeface="Arial"/>
                          <a:cs typeface="Arial"/>
                        </a:rPr>
                        <a:t>a completely different result after a color conversion.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112395"/>
                      <a:r>
                        <a:rPr sz="600" spc="-30">
                          <a:latin typeface="Arial"/>
                          <a:cs typeface="Arial"/>
                        </a:rPr>
                        <a:t>14 Oct 2015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7465" marR="39370" algn="ctr"/>
                      <a:r>
                        <a:rPr sz="600" b="1" spc="-1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54940" marR="31115" algn="r">
                        <a:tabLst>
                          <a:tab pos="2146935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>
                          <a:latin typeface="Arial"/>
                          <a:cs typeface="Arial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40">
                          <a:latin typeface="Arial"/>
                          <a:cs typeface="Arial"/>
                        </a:rPr>
                        <a:t>22.0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5" name="shape 85"/>
          <p:cNvGraphicFramePr>
            <a:graphicFrameLocks noGrp="1"/>
          </p:cNvGraphicFramePr>
          <p:nvPr/>
        </p:nvGraphicFramePr>
        <p:xfrm>
          <a:off x="3955118" y="7787827"/>
          <a:ext cx="3191294" cy="17513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4900"/>
                <a:gridCol w="467995"/>
                <a:gridCol w="348615"/>
              </a:tblGrid>
              <a:tr h="1640840">
                <a:tc gridSpan="3">
                  <a:txBody>
                    <a:bodyPr/>
                    <a:p>
                      <a:pPr marL="572770" marR="573405">
                        <a:spcBef>
                          <a:spcPts val="100"/>
                        </a:spcBef>
                      </a:pPr>
                      <a:r>
                        <a:rPr sz="900" spc="-35">
                          <a:latin typeface="Arial"/>
                          <a:cs typeface="Arial"/>
                        </a:rPr>
                        <a:t>GWG 22.1 – OutPutIntent Change Indicator</a:t>
                      </a:r>
                      <a:endParaRPr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/>
                      <a:r>
                        <a:rPr sz="1000">
                          <a:latin typeface="Arial"/>
                          <a:cs typeface="Arial"/>
                        </a:rPr>
                        <a:t/>
                      </a:r>
                      <a:endParaRPr sz="1000"/>
                    </a:p>
                    <a:p>
                      <a:pPr marL="156210" marR="161290">
                        <a:spcBef>
                          <a:spcPts val="600"/>
                        </a:spcBef>
                      </a:pPr>
                      <a:r>
                        <a:rPr sz="600" spc="-25">
                          <a:latin typeface="Arial"/>
                          <a:cs typeface="Arial"/>
                        </a:rPr>
                        <a:t>If an </a:t>
                      </a:r>
                      <a:r>
                        <a:rPr sz="600" b="1" spc="-25">
                          <a:latin typeface="Arial"/>
                          <a:cs typeface="Arial"/>
                        </a:rPr>
                        <a:t>X </a:t>
                      </a:r>
                      <a:r>
                        <a:rPr sz="600" spc="-25">
                          <a:latin typeface="Arial"/>
                          <a:cs typeface="Arial"/>
                        </a:rPr>
                        <a:t>is visible the Output Intent of the PDF (ISO Coated v2 300% (ECI)) has been changed.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0490">
                <a:tc>
                  <a:txBody>
                    <a:bodyPr/>
                    <a:p>
                      <a:pPr marL="29210" marR="224790">
                        <a:tabLst>
                          <a:tab pos="1036320" algn="l"/>
                        </a:tabLst>
                      </a:pPr>
                      <a:r>
                        <a:rPr sz="600">
                          <a:latin typeface="Arial"/>
                          <a:cs typeface="Arial"/>
                        </a:rPr>
                        <a:t>23 Dec 2016</a:t>
                      </a:r>
                      <a:r>
                        <a:rPr sz="600">
                          <a:latin typeface="Arial"/>
                          <a:cs typeface="Arial"/>
                        </a:rPr>
                        <a:t>	</a:t>
                      </a:r>
                      <a:r>
                        <a:rPr sz="600" spc="-20">
                          <a:latin typeface="Arial"/>
                          <a:cs typeface="Arial"/>
                        </a:rPr>
                        <a:t>© Ghent Workgroup, </a:t>
                      </a:r>
                      <a:r>
                        <a:rPr sz="600" spc="-20">
                          <a:latin typeface="Arial"/>
                          <a:cs typeface="Arial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www.gwg.org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3495" marR="24765" algn="ctr"/>
                      <a:r>
                        <a:rPr sz="600" b="1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PDF/X-4-ICC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p>
                      <a:pPr marL="184785" marR="29845" algn="r"/>
                      <a:r>
                        <a:rPr sz="600" spc="-35">
                          <a:latin typeface="Arial"/>
                          <a:cs typeface="Arial"/>
                        </a:rPr>
                        <a:t>22.1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Ghent PDF Output Suite 5.03 – Public Test File</dc:title>
  <dc:subject>Ghent PDF Output Suite 5.0</dc:subject>
  <dc:creator>Stephan Jaeggi - PrePress-Consulting - sjaeggi@prepress.ch</dc:creator>
  <cp:keywords/>
  <dc:description>Ghent PDF Output Suite 5.0</dc:description>
  <cp:lastModifiedBy>Stephan Jaeggi - PrePress-Consulting - sjaeggi@prepress.ch</cp:lastModifiedBy>
  <cp:revision>1</cp:revision>
  <cp:category>pdf2pptx</cp:category>
  <cp:contentStatus>Created with Avanquest.Pdf 0.91.2025103001.0</cp:contentStatus>
  <dcterms:created xsi:type="dcterms:W3CDTF">2021-07-02T08:33:57+0000</dcterms:created>
  <dcterms:modified xsi:type="dcterms:W3CDTF">2021-07-04T21:00:24+0000</dcterms:modified>
</cp:coreProperties>
</file>