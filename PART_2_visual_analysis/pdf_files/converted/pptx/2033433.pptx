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1130300" y="908304"/>
            <a:ext cx="5726431" cy="458195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54785"/>
            <a:r>
              <a:rPr sz="1200" b="1">
                <a:latin typeface="Calibri"/>
                <a:cs typeface="Calibri"/>
              </a:rPr>
              <a:t>Steadfast Dance Center COVID-19 Guidelines</a:t>
            </a:r>
            <a:endParaRPr/>
          </a:p>
          <a:p>
            <a:pPr/>
            <a:r>
              <a:rPr sz="1000">
                <a:latin typeface="Calibri"/>
                <a:cs typeface="Calibri"/>
              </a:rPr>
              <a:t/>
            </a:r>
            <a:endParaRPr sz="1000"/>
          </a:p>
          <a:p>
            <a:pPr marL="241300" marR="45085" indent="-228600">
              <a:lnSpc>
                <a:spcPct val="93333"/>
              </a:lnSpc>
              <a:spcBef>
                <a:spcPts val="400"/>
              </a:spcBef>
              <a:buSzPts val="1200"/>
              <a:buFont typeface="Symbol"/>
              <a:buChar char="·"/>
            </a:pPr>
            <a:r>
              <a:rPr sz="1200" spc="-40">
                <a:latin typeface="Arial"/>
                <a:cs typeface="Arial"/>
              </a:rPr>
              <a:t>Please arrive at the studio no earlier than 5 minutes before your child’s class start time. </a:t>
            </a:r>
            <a:r>
              <a:rPr sz="1200" spc="-30">
                <a:latin typeface="Arial"/>
                <a:cs typeface="Arial"/>
              </a:rPr>
              <a:t>The studio will be disinfected before each class, so the studio door will remain locked </a:t>
            </a:r>
            <a:r>
              <a:rPr sz="1200">
                <a:latin typeface="Arial"/>
                <a:cs typeface="Arial"/>
              </a:rPr>
              <a:t>until 5 minutes before the class start time to secure the disinfected area.</a:t>
            </a:r>
            <a:endParaRPr/>
          </a:p>
          <a:p>
            <a:pPr marL="241300" marR="222250" indent="-228600" algn="just">
              <a:lnSpc>
                <a:spcPct val="94800"/>
              </a:lnSpc>
              <a:spcBef>
                <a:spcPts val="200"/>
              </a:spcBef>
              <a:buSzPts val="1200"/>
              <a:buFont typeface="Symbol"/>
              <a:buChar char="·"/>
            </a:pPr>
            <a:r>
              <a:rPr sz="1200" spc="-40">
                <a:latin typeface="Arial"/>
                <a:cs typeface="Arial"/>
              </a:rPr>
              <a:t>We will be practicing social distancing which means no more than 10 people will be </a:t>
            </a:r>
            <a:r>
              <a:rPr sz="1200">
                <a:latin typeface="Arial"/>
                <a:cs typeface="Arial"/>
              </a:rPr>
              <a:t>allowed in the studio at any given time.</a:t>
            </a:r>
            <a:endParaRPr/>
          </a:p>
          <a:p>
            <a:pPr marL="241300" indent="-228600">
              <a:buSzPts val="1200"/>
              <a:buFont typeface="Symbol"/>
              <a:buChar char="·"/>
            </a:pPr>
            <a:r>
              <a:rPr sz="1200" spc="-35">
                <a:latin typeface="Arial"/>
                <a:cs typeface="Arial"/>
              </a:rPr>
              <a:t>We ask that all students follow social distancing guidelines by not touching each other.</a:t>
            </a:r>
            <a:endParaRPr/>
          </a:p>
          <a:p>
            <a:pPr marL="241300" indent="-228600">
              <a:spcBef>
                <a:spcPts val="100"/>
              </a:spcBef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All who enter the building must be wearing a mask.</a:t>
            </a:r>
            <a:endParaRPr/>
          </a:p>
          <a:p>
            <a:pPr marL="241300" indent="-228600"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Masks must remain on while in the building.</a:t>
            </a:r>
            <a:endParaRPr/>
          </a:p>
          <a:p>
            <a:pPr marL="241300" marR="12700" indent="-228600" algn="just">
              <a:lnSpc>
                <a:spcPct val="94800"/>
              </a:lnSpc>
              <a:spcBef>
                <a:spcPts val="100"/>
              </a:spcBef>
              <a:buSzPts val="1200"/>
              <a:buFont typeface="Symbol"/>
              <a:buChar char="·"/>
            </a:pPr>
            <a:r>
              <a:rPr sz="1200" spc="-40">
                <a:latin typeface="Arial"/>
                <a:cs typeface="Arial"/>
              </a:rPr>
              <a:t>We will be using the lobby for additional dance space, so we ask that parents only drop </a:t>
            </a:r>
            <a:r>
              <a:rPr sz="1200">
                <a:latin typeface="Arial"/>
                <a:cs typeface="Arial"/>
              </a:rPr>
              <a:t>off and pickup.</a:t>
            </a:r>
            <a:endParaRPr/>
          </a:p>
          <a:p>
            <a:pPr marL="241300" indent="-228600" algn="just">
              <a:spcBef>
                <a:spcPts val="100"/>
              </a:spcBef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All students must wash their hands before entering the studio.</a:t>
            </a:r>
            <a:endParaRPr/>
          </a:p>
          <a:p>
            <a:pPr marL="241300" indent="-228600" algn="just"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Please bring your own water. Water at the studio will be used for refills.</a:t>
            </a:r>
            <a:endParaRPr/>
          </a:p>
          <a:p>
            <a:pPr marL="241300" indent="-228600" algn="just">
              <a:spcBef>
                <a:spcPts val="100"/>
              </a:spcBef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All hair must be pulled back and secured.</a:t>
            </a:r>
            <a:endParaRPr/>
          </a:p>
          <a:p>
            <a:pPr marL="241300" marR="12700" indent="-228600">
              <a:lnSpc>
                <a:spcPct val="94800"/>
              </a:lnSpc>
              <a:spcBef>
                <a:spcPts val="100"/>
              </a:spcBef>
              <a:buSzPts val="1200"/>
              <a:buFont typeface="Symbol"/>
              <a:buChar char="·"/>
            </a:pPr>
            <a:r>
              <a:rPr sz="1200" spc="-25">
                <a:latin typeface="Arial"/>
                <a:cs typeface="Arial"/>
              </a:rPr>
              <a:t>All students must leave their street shoes at the studio entrance. Please bring dance </a:t>
            </a:r>
            <a:r>
              <a:rPr sz="1200" spc="-45">
                <a:latin typeface="Arial"/>
                <a:cs typeface="Arial"/>
              </a:rPr>
              <a:t>shoes in a dance bag and keep all belongings inside the bag. This includes cell phones.</a:t>
            </a:r>
            <a:endParaRPr/>
          </a:p>
          <a:p>
            <a:pPr marL="241300" marR="229870" indent="-228600" algn="just">
              <a:lnSpc>
                <a:spcPct val="93333"/>
              </a:lnSpc>
              <a:spcBef>
                <a:spcPts val="100"/>
              </a:spcBef>
              <a:buSzPts val="1200"/>
              <a:buFont typeface="Symbol"/>
              <a:buChar char="·"/>
            </a:pPr>
            <a:r>
              <a:rPr sz="1200" spc="-40">
                <a:latin typeface="Arial"/>
                <a:cs typeface="Arial"/>
              </a:rPr>
              <a:t>Temperatures will be taken at entrance. If any student reads a mild-high fever, they </a:t>
            </a:r>
            <a:r>
              <a:rPr sz="1200">
                <a:latin typeface="Arial"/>
                <a:cs typeface="Arial"/>
              </a:rPr>
              <a:t>will be asked to go home.</a:t>
            </a:r>
            <a:endParaRPr/>
          </a:p>
          <a:p>
            <a:pPr marL="241300" indent="-228600" algn="just">
              <a:spcBef>
                <a:spcPts val="100"/>
              </a:spcBef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If any student is experiencing symptoms, we ask that they remain home.</a:t>
            </a:r>
            <a:endParaRPr/>
          </a:p>
          <a:p>
            <a:pPr marL="241300" marR="287655" indent="-228600" algn="just">
              <a:lnSpc>
                <a:spcPct val="94800"/>
              </a:lnSpc>
              <a:spcBef>
                <a:spcPts val="100"/>
              </a:spcBef>
              <a:buSzPts val="1200"/>
              <a:buFont typeface="Symbol"/>
              <a:buChar char="·"/>
            </a:pPr>
            <a:r>
              <a:rPr sz="1200" spc="-35">
                <a:latin typeface="Arial"/>
                <a:cs typeface="Arial"/>
              </a:rPr>
              <a:t>If anyone living with the child is experiencing any symptoms, we ask that the child </a:t>
            </a:r>
            <a:r>
              <a:rPr sz="1200">
                <a:latin typeface="Arial"/>
                <a:cs typeface="Arial"/>
              </a:rPr>
              <a:t>remain home.</a:t>
            </a:r>
            <a:endParaRPr/>
          </a:p>
          <a:p>
            <a:pPr marL="241300" marR="73025" indent="-228600" algn="just">
              <a:lnSpc>
                <a:spcPct val="93333"/>
              </a:lnSpc>
              <a:spcBef>
                <a:spcPts val="100"/>
              </a:spcBef>
              <a:buSzPts val="1200"/>
              <a:buFont typeface="Symbol"/>
              <a:buChar char="·"/>
            </a:pPr>
            <a:r>
              <a:rPr sz="1200" spc="-40">
                <a:latin typeface="Arial"/>
                <a:cs typeface="Arial"/>
              </a:rPr>
              <a:t>If the child has recently gone on vacation (slept anywhere else other than their home), </a:t>
            </a:r>
            <a:r>
              <a:rPr sz="1200">
                <a:latin typeface="Arial"/>
                <a:cs typeface="Arial"/>
              </a:rPr>
              <a:t>we ask that they stay home.</a:t>
            </a:r>
            <a:endParaRPr/>
          </a:p>
          <a:p>
            <a:pPr marL="241300" indent="-228600" algn="just">
              <a:spcBef>
                <a:spcPts val="100"/>
              </a:spcBef>
              <a:buSzPts val="1200"/>
              <a:buFont typeface="Symbol"/>
              <a:buChar char="·"/>
            </a:pPr>
            <a:r>
              <a:rPr sz="1200">
                <a:latin typeface="Arial"/>
                <a:cs typeface="Arial"/>
              </a:rPr>
              <a:t>All stay home precautions are measured by 2 weeks.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Steadfast Dance Center COVID-19 Guidelines.docx</dc:title>
  <dc:subject/>
  <dc:creator>macOS Version 10.15.6 (Build 19G73) Quartz PDFContext</dc:creator>
  <cp:keywords/>
  <dc:description/>
  <cp:lastModifiedBy/>
  <cp:revision>1</cp:revision>
  <cp:category>pdf2pptx</cp:category>
  <cp:contentStatus>Created with Avanquest.Pdf 0.91.2025103001.0</cp:contentStatus>
  <dcterms:created xsi:type="dcterms:W3CDTF">2020-08-12T20:33:31+0000</dcterms:created>
  <dcterms:modified xsi:type="dcterms:W3CDTF">2020-08-12T20:33:31+0000</dcterms:modified>
</cp:coreProperties>
</file>